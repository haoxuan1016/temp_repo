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60"/>
  </p:handoutMasterIdLst>
  <p:sldIdLst>
    <p:sldId id="267" r:id="rId3"/>
    <p:sldId id="269" r:id="rId5"/>
    <p:sldId id="336" r:id="rId6"/>
    <p:sldId id="436" r:id="rId7"/>
    <p:sldId id="617" r:id="rId8"/>
    <p:sldId id="294" r:id="rId9"/>
    <p:sldId id="270" r:id="rId10"/>
    <p:sldId id="411" r:id="rId11"/>
    <p:sldId id="550" r:id="rId12"/>
    <p:sldId id="640" r:id="rId13"/>
    <p:sldId id="292" r:id="rId14"/>
    <p:sldId id="275" r:id="rId15"/>
    <p:sldId id="584" r:id="rId16"/>
    <p:sldId id="444" r:id="rId17"/>
    <p:sldId id="585" r:id="rId18"/>
    <p:sldId id="439" r:id="rId19"/>
    <p:sldId id="628" r:id="rId20"/>
    <p:sldId id="323" r:id="rId21"/>
    <p:sldId id="683" r:id="rId22"/>
    <p:sldId id="684" r:id="rId23"/>
    <p:sldId id="685" r:id="rId24"/>
    <p:sldId id="638" r:id="rId25"/>
    <p:sldId id="686" r:id="rId26"/>
    <p:sldId id="661" r:id="rId27"/>
    <p:sldId id="588" r:id="rId28"/>
    <p:sldId id="589" r:id="rId29"/>
    <p:sldId id="639" r:id="rId30"/>
    <p:sldId id="641" r:id="rId31"/>
    <p:sldId id="662" r:id="rId32"/>
    <p:sldId id="309" r:id="rId33"/>
    <p:sldId id="644" r:id="rId34"/>
    <p:sldId id="687" r:id="rId35"/>
    <p:sldId id="688" r:id="rId36"/>
    <p:sldId id="689" r:id="rId37"/>
    <p:sldId id="610" r:id="rId38"/>
    <p:sldId id="690" r:id="rId39"/>
    <p:sldId id="691" r:id="rId40"/>
    <p:sldId id="528" r:id="rId41"/>
    <p:sldId id="674" r:id="rId42"/>
    <p:sldId id="692" r:id="rId43"/>
    <p:sldId id="693" r:id="rId44"/>
    <p:sldId id="694" r:id="rId45"/>
    <p:sldId id="696" r:id="rId46"/>
    <p:sldId id="704" r:id="rId47"/>
    <p:sldId id="695" r:id="rId48"/>
    <p:sldId id="698" r:id="rId49"/>
    <p:sldId id="697" r:id="rId50"/>
    <p:sldId id="700" r:id="rId51"/>
    <p:sldId id="701" r:id="rId52"/>
    <p:sldId id="705" r:id="rId53"/>
    <p:sldId id="578" r:id="rId54"/>
    <p:sldId id="706" r:id="rId55"/>
    <p:sldId id="707" r:id="rId56"/>
    <p:sldId id="681" r:id="rId57"/>
    <p:sldId id="702" r:id="rId58"/>
    <p:sldId id="703" r:id="rId59"/>
  </p:sldIdLst>
  <p:sldSz cx="12192000" cy="6858000"/>
  <p:notesSz cx="6858000" cy="9144000"/>
  <p:embeddedFontLst>
    <p:embeddedFont>
      <p:font typeface="汉仪正圆 55简" panose="00020600040101010101" charset="-122"/>
      <p:regular r:id="rId65"/>
    </p:embeddedFont>
    <p:embeddedFont>
      <p:font typeface="汉仪粗圆简" panose="02010600000101010101" charset="-122"/>
      <p:regular r:id="rId66"/>
    </p:embeddedFont>
    <p:embeddedFont>
      <p:font typeface="楷体" panose="02010609060101010101" charset="-122"/>
      <p:regular r:id="rId67"/>
    </p:embeddedFont>
    <p:embeddedFont>
      <p:font typeface="仿宋" panose="02010609060101010101" charset="-122"/>
      <p:regular r:id="rId68"/>
    </p:embeddedFont>
    <p:embeddedFont>
      <p:font typeface="汉语拼音" panose="020B0604020202020204" charset="0"/>
      <p:regular r:id="rId69"/>
    </p:embeddedFont>
    <p:embeddedFont>
      <p:font typeface="黑体" panose="02010609060101010101" pitchFamily="49" charset="-122"/>
      <p:regular r:id="rId70"/>
    </p:embeddedFont>
    <p:embeddedFont>
      <p:font typeface="等线" panose="02010600030101010101" charset="-122"/>
      <p:regular r:id="rId71"/>
      <p:bold r:id="rId72"/>
    </p:embeddedFont>
    <p:embeddedFont>
      <p:font typeface="Calibri" panose="020F0502020204030204" charset="0"/>
      <p:regular r:id="rId73"/>
      <p:bold r:id="rId74"/>
      <p:italic r:id="rId75"/>
      <p:boldItalic r:id="rId7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B970780-C5AE-4F50-AAF3-E162981BB027}">
          <p14:sldIdLst>
            <p14:sldId id="267"/>
            <p14:sldId id="269"/>
          </p14:sldIdLst>
        </p14:section>
        <p14:section name="课文内容" id="{D43A9AEF-8432-421E-9F53-F4D038C16EF5}">
          <p14:sldIdLst>
            <p14:sldId id="336"/>
            <p14:sldId id="436"/>
            <p14:sldId id="617"/>
          </p14:sldIdLst>
        </p14:section>
        <p14:section name="会认字" id="{8128496A-8531-40EC-918B-0C4EABDD9A55}">
          <p14:sldIdLst>
            <p14:sldId id="294"/>
            <p14:sldId id="270"/>
            <p14:sldId id="411"/>
            <p14:sldId id="550"/>
            <p14:sldId id="640"/>
          </p14:sldIdLst>
        </p14:section>
        <p14:section name="会写字" id="{907C3D98-7C40-4E26-BB32-08FAF634E25B}">
          <p14:sldIdLst>
            <p14:sldId id="292"/>
            <p14:sldId id="275"/>
            <p14:sldId id="584"/>
            <p14:sldId id="444"/>
            <p14:sldId id="585"/>
            <p14:sldId id="439"/>
            <p14:sldId id="628"/>
          </p14:sldIdLst>
        </p14:section>
        <p14:section name="词语" id="{02D3DB68-2AFA-4AF1-9225-08B61239775B}">
          <p14:sldIdLst>
            <p14:sldId id="323"/>
            <p14:sldId id="683"/>
            <p14:sldId id="684"/>
            <p14:sldId id="685"/>
            <p14:sldId id="638"/>
            <p14:sldId id="686"/>
            <p14:sldId id="661"/>
            <p14:sldId id="588"/>
            <p14:sldId id="589"/>
            <p14:sldId id="639"/>
            <p14:sldId id="641"/>
            <p14:sldId id="662"/>
          </p14:sldIdLst>
        </p14:section>
        <p14:section name="句子" id="{E16C2033-D439-4CA3-BAD4-BDD494CB4947}">
          <p14:sldIdLst>
            <p14:sldId id="309"/>
            <p14:sldId id="644"/>
            <p14:sldId id="687"/>
            <p14:sldId id="688"/>
            <p14:sldId id="689"/>
            <p14:sldId id="610"/>
            <p14:sldId id="690"/>
            <p14:sldId id="691"/>
          </p14:sldIdLst>
        </p14:section>
        <p14:section name="梳理与交流、初试身手" id="{5fea2aba-ec9d-4a6b-b609-40f9e1635ac4}">
          <p14:sldIdLst>
            <p14:sldId id="528"/>
            <p14:sldId id="674"/>
            <p14:sldId id="692"/>
            <p14:sldId id="693"/>
            <p14:sldId id="694"/>
            <p14:sldId id="696"/>
            <p14:sldId id="704"/>
            <p14:sldId id="695"/>
            <p14:sldId id="698"/>
            <p14:sldId id="697"/>
            <p14:sldId id="700"/>
            <p14:sldId id="701"/>
          </p14:sldIdLst>
        </p14:section>
        <p14:section name="习作" id="{04711119-4c71-4208-bc60-15e28645c222}">
          <p14:sldIdLst>
            <p14:sldId id="705"/>
            <p14:sldId id="578"/>
            <p14:sldId id="706"/>
            <p14:sldId id="707"/>
            <p14:sldId id="681"/>
            <p14:sldId id="702"/>
            <p14:sldId id="703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32305709" name="Admin " initials="A" lastIdx="1" clrIdx="0"/>
  <p:cmAuthor id="2" name="作者" initials="A" lastIdx="0" clrIdx="1"/>
  <p:cmAuthor id="3" name="绿色圃中小学教育网" initials="绿" lastIdx="0" clrIdx="2"/>
  <p:cmAuthor id="4" name="Sky123.Org" initials="S" lastIdx="0" clrIdx="3"/>
  <p:cmAuthor id="5" name="Administrator" initials="A" lastIdx="0" clrIdx="4"/>
  <p:cmAuthor id="6" name="夏风sunny" initials="夏" lastIdx="0" clrIdx="5"/>
  <p:cmAuthor id="7" name="1875839796@qq.com" initials="" lastIdx="0" clrIdx="6"/>
  <p:cmAuthor id="8" name="hw" initials="h" lastIdx="0" clrIdx="7"/>
  <p:cmAuthor id="9" name="ZhangS" initials="Z" lastIdx="0" clrIdx="8"/>
  <p:cmAuthor id="10" name="优翼" initials="校" lastIdx="0" clrIdx="9"/>
  <p:cmAuthor id="11" name="hubei" initials="h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F4F8EE"/>
    <a:srgbClr val="C4C4C4"/>
    <a:srgbClr val="4545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6" Type="http://schemas.openxmlformats.org/officeDocument/2006/relationships/font" Target="fonts/font12.fntdata"/><Relationship Id="rId75" Type="http://schemas.openxmlformats.org/officeDocument/2006/relationships/font" Target="fonts/font11.fntdata"/><Relationship Id="rId74" Type="http://schemas.openxmlformats.org/officeDocument/2006/relationships/font" Target="fonts/font10.fntdata"/><Relationship Id="rId73" Type="http://schemas.openxmlformats.org/officeDocument/2006/relationships/font" Target="fonts/font9.fntdata"/><Relationship Id="rId72" Type="http://schemas.openxmlformats.org/officeDocument/2006/relationships/font" Target="fonts/font8.fntdata"/><Relationship Id="rId71" Type="http://schemas.openxmlformats.org/officeDocument/2006/relationships/font" Target="fonts/font7.fntdata"/><Relationship Id="rId70" Type="http://schemas.openxmlformats.org/officeDocument/2006/relationships/font" Target="fonts/font6.fntdata"/><Relationship Id="rId7" Type="http://schemas.openxmlformats.org/officeDocument/2006/relationships/slide" Target="slides/slide4.xml"/><Relationship Id="rId69" Type="http://schemas.openxmlformats.org/officeDocument/2006/relationships/font" Target="fonts/font5.fntdata"/><Relationship Id="rId68" Type="http://schemas.openxmlformats.org/officeDocument/2006/relationships/font" Target="fonts/font4.fntdata"/><Relationship Id="rId67" Type="http://schemas.openxmlformats.org/officeDocument/2006/relationships/font" Target="fonts/font3.fntdata"/><Relationship Id="rId66" Type="http://schemas.openxmlformats.org/officeDocument/2006/relationships/font" Target="fonts/font2.fntdata"/><Relationship Id="rId65" Type="http://schemas.openxmlformats.org/officeDocument/2006/relationships/font" Target="fonts/font1.fntdata"/><Relationship Id="rId64" Type="http://schemas.openxmlformats.org/officeDocument/2006/relationships/commentAuthors" Target="commentAuthors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楷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楷体" panose="02010609060101010101" charset="-122"/>
              </a:rPr>
            </a:fld>
            <a:endParaRPr lang="zh-CN" altLang="en-US">
              <a:ea typeface="楷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楷体" panose="02010609060101010101" charset="-122"/>
              </a:rPr>
            </a:fld>
            <a:endParaRPr lang="zh-CN" altLang="en-US">
              <a:ea typeface="楷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30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楷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" name="矩形 9"/>
          <p:cNvSpPr txBox="1">
            <a:spLocks noChangeAspect="1"/>
          </p:cNvSpPr>
          <p:nvPr/>
        </p:nvSpPr>
        <p:spPr>
          <a:xfrm>
            <a:off x="3884613" y="0"/>
            <a:ext cx="2971800" cy="4587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571" h="1190">
                <a:moveTo>
                  <a:pt x="1517" y="972"/>
                </a:moveTo>
                <a:cubicBezTo>
                  <a:pt x="1510" y="972"/>
                  <a:pt x="1505" y="974"/>
                  <a:pt x="1501" y="979"/>
                </a:cubicBezTo>
                <a:cubicBezTo>
                  <a:pt x="1496" y="983"/>
                  <a:pt x="1494" y="988"/>
                  <a:pt x="1494" y="995"/>
                </a:cubicBezTo>
                <a:cubicBezTo>
                  <a:pt x="1494" y="1001"/>
                  <a:pt x="1496" y="1006"/>
                  <a:pt x="1501" y="1011"/>
                </a:cubicBezTo>
                <a:cubicBezTo>
                  <a:pt x="1505" y="1015"/>
                  <a:pt x="1510" y="1017"/>
                  <a:pt x="1517" y="1017"/>
                </a:cubicBezTo>
                <a:cubicBezTo>
                  <a:pt x="1523" y="1017"/>
                  <a:pt x="1528" y="1015"/>
                  <a:pt x="1532" y="1011"/>
                </a:cubicBezTo>
                <a:cubicBezTo>
                  <a:pt x="1537" y="1006"/>
                  <a:pt x="1539" y="1001"/>
                  <a:pt x="1539" y="995"/>
                </a:cubicBezTo>
                <a:cubicBezTo>
                  <a:pt x="1539" y="988"/>
                  <a:pt x="1537" y="983"/>
                  <a:pt x="1532" y="979"/>
                </a:cubicBezTo>
                <a:cubicBezTo>
                  <a:pt x="1528" y="974"/>
                  <a:pt x="1523" y="972"/>
                  <a:pt x="1517" y="972"/>
                </a:cubicBezTo>
                <a:close/>
                <a:moveTo>
                  <a:pt x="1222" y="957"/>
                </a:moveTo>
                <a:lnTo>
                  <a:pt x="1368" y="957"/>
                </a:lnTo>
                <a:lnTo>
                  <a:pt x="1368" y="1016"/>
                </a:lnTo>
                <a:lnTo>
                  <a:pt x="1222" y="1016"/>
                </a:lnTo>
                <a:lnTo>
                  <a:pt x="1222" y="957"/>
                </a:lnTo>
                <a:close/>
                <a:moveTo>
                  <a:pt x="2280" y="936"/>
                </a:moveTo>
                <a:lnTo>
                  <a:pt x="2305" y="936"/>
                </a:lnTo>
                <a:lnTo>
                  <a:pt x="2305" y="970"/>
                </a:lnTo>
                <a:cubicBezTo>
                  <a:pt x="2298" y="977"/>
                  <a:pt x="2291" y="983"/>
                  <a:pt x="2285" y="987"/>
                </a:cubicBezTo>
                <a:cubicBezTo>
                  <a:pt x="2278" y="991"/>
                  <a:pt x="2271" y="993"/>
                  <a:pt x="2264" y="993"/>
                </a:cubicBezTo>
                <a:cubicBezTo>
                  <a:pt x="2254" y="993"/>
                  <a:pt x="2247" y="991"/>
                  <a:pt x="2242" y="986"/>
                </a:cubicBezTo>
                <a:cubicBezTo>
                  <a:pt x="2237" y="981"/>
                  <a:pt x="2234" y="974"/>
                  <a:pt x="2234" y="966"/>
                </a:cubicBezTo>
                <a:cubicBezTo>
                  <a:pt x="2234" y="961"/>
                  <a:pt x="2235" y="957"/>
                  <a:pt x="2237" y="953"/>
                </a:cubicBezTo>
                <a:cubicBezTo>
                  <a:pt x="2239" y="950"/>
                  <a:pt x="2241" y="947"/>
                  <a:pt x="2245" y="944"/>
                </a:cubicBezTo>
                <a:cubicBezTo>
                  <a:pt x="2249" y="941"/>
                  <a:pt x="2254" y="939"/>
                  <a:pt x="2260" y="938"/>
                </a:cubicBezTo>
                <a:cubicBezTo>
                  <a:pt x="2266" y="937"/>
                  <a:pt x="2272" y="936"/>
                  <a:pt x="2280" y="936"/>
                </a:cubicBezTo>
                <a:close/>
                <a:moveTo>
                  <a:pt x="1195" y="932"/>
                </a:moveTo>
                <a:lnTo>
                  <a:pt x="1195" y="1062"/>
                </a:lnTo>
                <a:lnTo>
                  <a:pt x="1222" y="1062"/>
                </a:lnTo>
                <a:lnTo>
                  <a:pt x="1222" y="1041"/>
                </a:lnTo>
                <a:lnTo>
                  <a:pt x="1368" y="1041"/>
                </a:lnTo>
                <a:lnTo>
                  <a:pt x="1368" y="1062"/>
                </a:lnTo>
                <a:lnTo>
                  <a:pt x="1395" y="1062"/>
                </a:lnTo>
                <a:lnTo>
                  <a:pt x="1395" y="932"/>
                </a:lnTo>
                <a:lnTo>
                  <a:pt x="1195" y="932"/>
                </a:lnTo>
                <a:close/>
                <a:moveTo>
                  <a:pt x="819" y="922"/>
                </a:moveTo>
                <a:lnTo>
                  <a:pt x="819" y="959"/>
                </a:lnTo>
                <a:cubicBezTo>
                  <a:pt x="819" y="994"/>
                  <a:pt x="810" y="1017"/>
                  <a:pt x="791" y="1029"/>
                </a:cubicBezTo>
                <a:cubicBezTo>
                  <a:pt x="798" y="1038"/>
                  <a:pt x="803" y="1045"/>
                  <a:pt x="807" y="1052"/>
                </a:cubicBezTo>
                <a:cubicBezTo>
                  <a:pt x="831" y="1034"/>
                  <a:pt x="843" y="1005"/>
                  <a:pt x="843" y="963"/>
                </a:cubicBezTo>
                <a:lnTo>
                  <a:pt x="843" y="947"/>
                </a:lnTo>
                <a:lnTo>
                  <a:pt x="889" y="947"/>
                </a:lnTo>
                <a:lnTo>
                  <a:pt x="889" y="982"/>
                </a:lnTo>
                <a:cubicBezTo>
                  <a:pt x="889" y="992"/>
                  <a:pt x="886" y="1001"/>
                  <a:pt x="880" y="1007"/>
                </a:cubicBezTo>
                <a:lnTo>
                  <a:pt x="898" y="1029"/>
                </a:lnTo>
                <a:cubicBezTo>
                  <a:pt x="902" y="1025"/>
                  <a:pt x="907" y="1020"/>
                  <a:pt x="912" y="1015"/>
                </a:cubicBezTo>
                <a:cubicBezTo>
                  <a:pt x="928" y="1000"/>
                  <a:pt x="942" y="987"/>
                  <a:pt x="955" y="977"/>
                </a:cubicBezTo>
                <a:cubicBezTo>
                  <a:pt x="953" y="969"/>
                  <a:pt x="951" y="960"/>
                  <a:pt x="949" y="950"/>
                </a:cubicBezTo>
                <a:cubicBezTo>
                  <a:pt x="936" y="963"/>
                  <a:pt x="924" y="974"/>
                  <a:pt x="913" y="983"/>
                </a:cubicBezTo>
                <a:lnTo>
                  <a:pt x="913" y="922"/>
                </a:lnTo>
                <a:lnTo>
                  <a:pt x="819" y="922"/>
                </a:lnTo>
                <a:close/>
                <a:moveTo>
                  <a:pt x="1191" y="875"/>
                </a:moveTo>
                <a:lnTo>
                  <a:pt x="1191" y="900"/>
                </a:lnTo>
                <a:lnTo>
                  <a:pt x="1399" y="900"/>
                </a:lnTo>
                <a:lnTo>
                  <a:pt x="1399" y="875"/>
                </a:lnTo>
                <a:lnTo>
                  <a:pt x="1191" y="875"/>
                </a:lnTo>
                <a:close/>
                <a:moveTo>
                  <a:pt x="815" y="864"/>
                </a:moveTo>
                <a:lnTo>
                  <a:pt x="815" y="889"/>
                </a:lnTo>
                <a:lnTo>
                  <a:pt x="927" y="889"/>
                </a:lnTo>
                <a:lnTo>
                  <a:pt x="927" y="864"/>
                </a:lnTo>
                <a:lnTo>
                  <a:pt x="815" y="864"/>
                </a:lnTo>
                <a:close/>
                <a:moveTo>
                  <a:pt x="1809" y="845"/>
                </a:moveTo>
                <a:cubicBezTo>
                  <a:pt x="1807" y="845"/>
                  <a:pt x="1804" y="845"/>
                  <a:pt x="1802" y="845"/>
                </a:cubicBezTo>
                <a:cubicBezTo>
                  <a:pt x="1801" y="845"/>
                  <a:pt x="1799" y="846"/>
                  <a:pt x="1798" y="846"/>
                </a:cubicBezTo>
                <a:cubicBezTo>
                  <a:pt x="1797" y="846"/>
                  <a:pt x="1796" y="847"/>
                  <a:pt x="1796" y="848"/>
                </a:cubicBezTo>
                <a:cubicBezTo>
                  <a:pt x="1795" y="848"/>
                  <a:pt x="1795" y="849"/>
                  <a:pt x="1795" y="850"/>
                </a:cubicBezTo>
                <a:cubicBezTo>
                  <a:pt x="1795" y="851"/>
                  <a:pt x="1795" y="852"/>
                  <a:pt x="1795" y="853"/>
                </a:cubicBezTo>
                <a:cubicBezTo>
                  <a:pt x="1795" y="854"/>
                  <a:pt x="1796" y="856"/>
                  <a:pt x="1796" y="857"/>
                </a:cubicBezTo>
                <a:lnTo>
                  <a:pt x="1843" y="1008"/>
                </a:lnTo>
                <a:cubicBezTo>
                  <a:pt x="1843" y="1009"/>
                  <a:pt x="1844" y="1010"/>
                  <a:pt x="1844" y="1011"/>
                </a:cubicBezTo>
                <a:cubicBezTo>
                  <a:pt x="1845" y="1011"/>
                  <a:pt x="1846" y="1012"/>
                  <a:pt x="1848" y="1013"/>
                </a:cubicBezTo>
                <a:cubicBezTo>
                  <a:pt x="1849" y="1013"/>
                  <a:pt x="1851" y="1013"/>
                  <a:pt x="1853" y="1014"/>
                </a:cubicBezTo>
                <a:cubicBezTo>
                  <a:pt x="1855" y="1014"/>
                  <a:pt x="1858" y="1014"/>
                  <a:pt x="1862" y="1014"/>
                </a:cubicBezTo>
                <a:cubicBezTo>
                  <a:pt x="1866" y="1014"/>
                  <a:pt x="1869" y="1014"/>
                  <a:pt x="1871" y="1014"/>
                </a:cubicBezTo>
                <a:cubicBezTo>
                  <a:pt x="1873" y="1014"/>
                  <a:pt x="1875" y="1013"/>
                  <a:pt x="1877" y="1013"/>
                </a:cubicBezTo>
                <a:cubicBezTo>
                  <a:pt x="1878" y="1012"/>
                  <a:pt x="1879" y="1012"/>
                  <a:pt x="1880" y="1011"/>
                </a:cubicBezTo>
                <a:cubicBezTo>
                  <a:pt x="1881" y="1010"/>
                  <a:pt x="1882" y="1009"/>
                  <a:pt x="1882" y="1008"/>
                </a:cubicBezTo>
                <a:lnTo>
                  <a:pt x="1913" y="893"/>
                </a:lnTo>
                <a:lnTo>
                  <a:pt x="1913" y="891"/>
                </a:lnTo>
                <a:lnTo>
                  <a:pt x="1914" y="893"/>
                </a:lnTo>
                <a:lnTo>
                  <a:pt x="1947" y="1008"/>
                </a:lnTo>
                <a:cubicBezTo>
                  <a:pt x="1948" y="1009"/>
                  <a:pt x="1948" y="1010"/>
                  <a:pt x="1949" y="1011"/>
                </a:cubicBezTo>
                <a:cubicBezTo>
                  <a:pt x="1950" y="1011"/>
                  <a:pt x="1951" y="1012"/>
                  <a:pt x="1952" y="1013"/>
                </a:cubicBezTo>
                <a:cubicBezTo>
                  <a:pt x="1954" y="1013"/>
                  <a:pt x="1955" y="1013"/>
                  <a:pt x="1958" y="1014"/>
                </a:cubicBezTo>
                <a:cubicBezTo>
                  <a:pt x="1960" y="1014"/>
                  <a:pt x="1963" y="1014"/>
                  <a:pt x="1967" y="1014"/>
                </a:cubicBezTo>
                <a:cubicBezTo>
                  <a:pt x="1971" y="1014"/>
                  <a:pt x="1974" y="1014"/>
                  <a:pt x="1976" y="1014"/>
                </a:cubicBezTo>
                <a:cubicBezTo>
                  <a:pt x="1978" y="1014"/>
                  <a:pt x="1980" y="1013"/>
                  <a:pt x="1981" y="1013"/>
                </a:cubicBezTo>
                <a:cubicBezTo>
                  <a:pt x="1983" y="1012"/>
                  <a:pt x="1984" y="1012"/>
                  <a:pt x="1985" y="1011"/>
                </a:cubicBezTo>
                <a:cubicBezTo>
                  <a:pt x="1985" y="1010"/>
                  <a:pt x="1986" y="1009"/>
                  <a:pt x="1986" y="1008"/>
                </a:cubicBezTo>
                <a:lnTo>
                  <a:pt x="2033" y="857"/>
                </a:lnTo>
                <a:cubicBezTo>
                  <a:pt x="2033" y="856"/>
                  <a:pt x="2034" y="854"/>
                  <a:pt x="2034" y="853"/>
                </a:cubicBezTo>
                <a:cubicBezTo>
                  <a:pt x="2034" y="852"/>
                  <a:pt x="2034" y="851"/>
                  <a:pt x="2034" y="850"/>
                </a:cubicBezTo>
                <a:cubicBezTo>
                  <a:pt x="2034" y="849"/>
                  <a:pt x="2034" y="848"/>
                  <a:pt x="2034" y="848"/>
                </a:cubicBezTo>
                <a:cubicBezTo>
                  <a:pt x="2033" y="847"/>
                  <a:pt x="2033" y="847"/>
                  <a:pt x="2032" y="846"/>
                </a:cubicBezTo>
                <a:cubicBezTo>
                  <a:pt x="2031" y="846"/>
                  <a:pt x="2029" y="845"/>
                  <a:pt x="2028" y="845"/>
                </a:cubicBezTo>
                <a:cubicBezTo>
                  <a:pt x="2026" y="845"/>
                  <a:pt x="2024" y="845"/>
                  <a:pt x="2021" y="845"/>
                </a:cubicBezTo>
                <a:cubicBezTo>
                  <a:pt x="2018" y="845"/>
                  <a:pt x="2015" y="845"/>
                  <a:pt x="2013" y="845"/>
                </a:cubicBezTo>
                <a:cubicBezTo>
                  <a:pt x="2011" y="845"/>
                  <a:pt x="2010" y="846"/>
                  <a:pt x="2009" y="846"/>
                </a:cubicBezTo>
                <a:cubicBezTo>
                  <a:pt x="2008" y="847"/>
                  <a:pt x="2007" y="847"/>
                  <a:pt x="2006" y="848"/>
                </a:cubicBezTo>
                <a:cubicBezTo>
                  <a:pt x="2006" y="849"/>
                  <a:pt x="2005" y="850"/>
                  <a:pt x="2005" y="851"/>
                </a:cubicBezTo>
                <a:lnTo>
                  <a:pt x="1968" y="981"/>
                </a:lnTo>
                <a:lnTo>
                  <a:pt x="1967" y="983"/>
                </a:lnTo>
                <a:lnTo>
                  <a:pt x="1967" y="981"/>
                </a:lnTo>
                <a:lnTo>
                  <a:pt x="1929" y="850"/>
                </a:lnTo>
                <a:cubicBezTo>
                  <a:pt x="1929" y="849"/>
                  <a:pt x="1929" y="849"/>
                  <a:pt x="1928" y="848"/>
                </a:cubicBezTo>
                <a:cubicBezTo>
                  <a:pt x="1928" y="847"/>
                  <a:pt x="1927" y="847"/>
                  <a:pt x="1926" y="846"/>
                </a:cubicBezTo>
                <a:cubicBezTo>
                  <a:pt x="1925" y="846"/>
                  <a:pt x="1923" y="845"/>
                  <a:pt x="1922" y="845"/>
                </a:cubicBezTo>
                <a:cubicBezTo>
                  <a:pt x="1920" y="845"/>
                  <a:pt x="1918" y="845"/>
                  <a:pt x="1915" y="845"/>
                </a:cubicBezTo>
                <a:cubicBezTo>
                  <a:pt x="1911" y="845"/>
                  <a:pt x="1909" y="845"/>
                  <a:pt x="1907" y="845"/>
                </a:cubicBezTo>
                <a:cubicBezTo>
                  <a:pt x="1905" y="845"/>
                  <a:pt x="1904" y="846"/>
                  <a:pt x="1903" y="846"/>
                </a:cubicBezTo>
                <a:cubicBezTo>
                  <a:pt x="1902" y="847"/>
                  <a:pt x="1901" y="847"/>
                  <a:pt x="1900" y="848"/>
                </a:cubicBezTo>
                <a:cubicBezTo>
                  <a:pt x="1900" y="849"/>
                  <a:pt x="1899" y="850"/>
                  <a:pt x="1899" y="851"/>
                </a:cubicBezTo>
                <a:lnTo>
                  <a:pt x="1864" y="981"/>
                </a:lnTo>
                <a:lnTo>
                  <a:pt x="1864" y="983"/>
                </a:lnTo>
                <a:lnTo>
                  <a:pt x="1863" y="981"/>
                </a:lnTo>
                <a:lnTo>
                  <a:pt x="1825" y="851"/>
                </a:lnTo>
                <a:cubicBezTo>
                  <a:pt x="1825" y="850"/>
                  <a:pt x="1825" y="849"/>
                  <a:pt x="1824" y="848"/>
                </a:cubicBezTo>
                <a:cubicBezTo>
                  <a:pt x="1824" y="847"/>
                  <a:pt x="1823" y="847"/>
                  <a:pt x="1822" y="846"/>
                </a:cubicBezTo>
                <a:cubicBezTo>
                  <a:pt x="1821" y="846"/>
                  <a:pt x="1819" y="845"/>
                  <a:pt x="1817" y="845"/>
                </a:cubicBezTo>
                <a:cubicBezTo>
                  <a:pt x="1815" y="845"/>
                  <a:pt x="1813" y="845"/>
                  <a:pt x="1809" y="845"/>
                </a:cubicBezTo>
                <a:close/>
                <a:moveTo>
                  <a:pt x="2129" y="843"/>
                </a:moveTo>
                <a:cubicBezTo>
                  <a:pt x="2119" y="843"/>
                  <a:pt x="2109" y="845"/>
                  <a:pt x="2100" y="848"/>
                </a:cubicBezTo>
                <a:cubicBezTo>
                  <a:pt x="2091" y="852"/>
                  <a:pt x="2083" y="857"/>
                  <a:pt x="2076" y="864"/>
                </a:cubicBezTo>
                <a:cubicBezTo>
                  <a:pt x="2070" y="871"/>
                  <a:pt x="2065" y="880"/>
                  <a:pt x="2061" y="891"/>
                </a:cubicBezTo>
                <a:cubicBezTo>
                  <a:pt x="2057" y="903"/>
                  <a:pt x="2055" y="916"/>
                  <a:pt x="2055" y="931"/>
                </a:cubicBezTo>
                <a:cubicBezTo>
                  <a:pt x="2055" y="945"/>
                  <a:pt x="2057" y="957"/>
                  <a:pt x="2060" y="968"/>
                </a:cubicBezTo>
                <a:cubicBezTo>
                  <a:pt x="2063" y="978"/>
                  <a:pt x="2067" y="987"/>
                  <a:pt x="2073" y="994"/>
                </a:cubicBezTo>
                <a:cubicBezTo>
                  <a:pt x="2079" y="1001"/>
                  <a:pt x="2087" y="1007"/>
                  <a:pt x="2095" y="1010"/>
                </a:cubicBezTo>
                <a:cubicBezTo>
                  <a:pt x="2104" y="1014"/>
                  <a:pt x="2114" y="1016"/>
                  <a:pt x="2126" y="1016"/>
                </a:cubicBezTo>
                <a:cubicBezTo>
                  <a:pt x="2131" y="1016"/>
                  <a:pt x="2136" y="1015"/>
                  <a:pt x="2142" y="1014"/>
                </a:cubicBezTo>
                <a:cubicBezTo>
                  <a:pt x="2147" y="1013"/>
                  <a:pt x="2152" y="1012"/>
                  <a:pt x="2156" y="1010"/>
                </a:cubicBezTo>
                <a:cubicBezTo>
                  <a:pt x="2160" y="1009"/>
                  <a:pt x="2164" y="1007"/>
                  <a:pt x="2168" y="1005"/>
                </a:cubicBezTo>
                <a:cubicBezTo>
                  <a:pt x="2171" y="1003"/>
                  <a:pt x="2174" y="1001"/>
                  <a:pt x="2175" y="999"/>
                </a:cubicBezTo>
                <a:cubicBezTo>
                  <a:pt x="2177" y="998"/>
                  <a:pt x="2178" y="997"/>
                  <a:pt x="2178" y="996"/>
                </a:cubicBezTo>
                <a:cubicBezTo>
                  <a:pt x="2179" y="995"/>
                  <a:pt x="2179" y="994"/>
                  <a:pt x="2179" y="993"/>
                </a:cubicBezTo>
                <a:cubicBezTo>
                  <a:pt x="2179" y="992"/>
                  <a:pt x="2180" y="991"/>
                  <a:pt x="2180" y="990"/>
                </a:cubicBezTo>
                <a:cubicBezTo>
                  <a:pt x="2180" y="988"/>
                  <a:pt x="2180" y="987"/>
                  <a:pt x="2180" y="985"/>
                </a:cubicBezTo>
                <a:cubicBezTo>
                  <a:pt x="2180" y="982"/>
                  <a:pt x="2180" y="980"/>
                  <a:pt x="2180" y="978"/>
                </a:cubicBezTo>
                <a:cubicBezTo>
                  <a:pt x="2180" y="977"/>
                  <a:pt x="2179" y="975"/>
                  <a:pt x="2179" y="974"/>
                </a:cubicBezTo>
                <a:cubicBezTo>
                  <a:pt x="2178" y="973"/>
                  <a:pt x="2178" y="972"/>
                  <a:pt x="2177" y="972"/>
                </a:cubicBezTo>
                <a:cubicBezTo>
                  <a:pt x="2177" y="971"/>
                  <a:pt x="2176" y="971"/>
                  <a:pt x="2175" y="971"/>
                </a:cubicBezTo>
                <a:cubicBezTo>
                  <a:pt x="2174" y="971"/>
                  <a:pt x="2172" y="972"/>
                  <a:pt x="2169" y="974"/>
                </a:cubicBezTo>
                <a:cubicBezTo>
                  <a:pt x="2167" y="976"/>
                  <a:pt x="2164" y="978"/>
                  <a:pt x="2160" y="981"/>
                </a:cubicBezTo>
                <a:cubicBezTo>
                  <a:pt x="2156" y="983"/>
                  <a:pt x="2152" y="986"/>
                  <a:pt x="2147" y="988"/>
                </a:cubicBezTo>
                <a:cubicBezTo>
                  <a:pt x="2142" y="990"/>
                  <a:pt x="2136" y="991"/>
                  <a:pt x="2129" y="991"/>
                </a:cubicBezTo>
                <a:cubicBezTo>
                  <a:pt x="2122" y="991"/>
                  <a:pt x="2116" y="990"/>
                  <a:pt x="2110" y="987"/>
                </a:cubicBezTo>
                <a:cubicBezTo>
                  <a:pt x="2105" y="985"/>
                  <a:pt x="2100" y="981"/>
                  <a:pt x="2096" y="976"/>
                </a:cubicBezTo>
                <a:cubicBezTo>
                  <a:pt x="2093" y="971"/>
                  <a:pt x="2090" y="964"/>
                  <a:pt x="2088" y="956"/>
                </a:cubicBezTo>
                <a:cubicBezTo>
                  <a:pt x="2086" y="949"/>
                  <a:pt x="2085" y="940"/>
                  <a:pt x="2085" y="930"/>
                </a:cubicBezTo>
                <a:cubicBezTo>
                  <a:pt x="2085" y="909"/>
                  <a:pt x="2089" y="894"/>
                  <a:pt x="2096" y="883"/>
                </a:cubicBezTo>
                <a:cubicBezTo>
                  <a:pt x="2104" y="872"/>
                  <a:pt x="2114" y="867"/>
                  <a:pt x="2128" y="867"/>
                </a:cubicBezTo>
                <a:cubicBezTo>
                  <a:pt x="2135" y="867"/>
                  <a:pt x="2141" y="868"/>
                  <a:pt x="2146" y="870"/>
                </a:cubicBezTo>
                <a:cubicBezTo>
                  <a:pt x="2151" y="872"/>
                  <a:pt x="2155" y="874"/>
                  <a:pt x="2159" y="877"/>
                </a:cubicBezTo>
                <a:cubicBezTo>
                  <a:pt x="2163" y="879"/>
                  <a:pt x="2165" y="881"/>
                  <a:pt x="2168" y="883"/>
                </a:cubicBezTo>
                <a:cubicBezTo>
                  <a:pt x="2170" y="885"/>
                  <a:pt x="2172" y="886"/>
                  <a:pt x="2174" y="886"/>
                </a:cubicBezTo>
                <a:cubicBezTo>
                  <a:pt x="2175" y="886"/>
                  <a:pt x="2177" y="885"/>
                  <a:pt x="2178" y="883"/>
                </a:cubicBezTo>
                <a:cubicBezTo>
                  <a:pt x="2179" y="881"/>
                  <a:pt x="2179" y="878"/>
                  <a:pt x="2179" y="874"/>
                </a:cubicBezTo>
                <a:cubicBezTo>
                  <a:pt x="2179" y="872"/>
                  <a:pt x="2179" y="870"/>
                  <a:pt x="2179" y="868"/>
                </a:cubicBezTo>
                <a:cubicBezTo>
                  <a:pt x="2179" y="867"/>
                  <a:pt x="2179" y="866"/>
                  <a:pt x="2178" y="865"/>
                </a:cubicBezTo>
                <a:cubicBezTo>
                  <a:pt x="2178" y="864"/>
                  <a:pt x="2178" y="863"/>
                  <a:pt x="2177" y="862"/>
                </a:cubicBezTo>
                <a:cubicBezTo>
                  <a:pt x="2177" y="861"/>
                  <a:pt x="2176" y="860"/>
                  <a:pt x="2174" y="858"/>
                </a:cubicBezTo>
                <a:cubicBezTo>
                  <a:pt x="2173" y="857"/>
                  <a:pt x="2171" y="855"/>
                  <a:pt x="2167" y="853"/>
                </a:cubicBezTo>
                <a:cubicBezTo>
                  <a:pt x="2164" y="851"/>
                  <a:pt x="2161" y="850"/>
                  <a:pt x="2157" y="848"/>
                </a:cubicBezTo>
                <a:cubicBezTo>
                  <a:pt x="2153" y="847"/>
                  <a:pt x="2148" y="845"/>
                  <a:pt x="2144" y="844"/>
                </a:cubicBezTo>
                <a:cubicBezTo>
                  <a:pt x="2139" y="843"/>
                  <a:pt x="2134" y="843"/>
                  <a:pt x="2129" y="843"/>
                </a:cubicBezTo>
                <a:close/>
                <a:moveTo>
                  <a:pt x="2436" y="842"/>
                </a:moveTo>
                <a:cubicBezTo>
                  <a:pt x="2426" y="842"/>
                  <a:pt x="2418" y="843"/>
                  <a:pt x="2410" y="846"/>
                </a:cubicBezTo>
                <a:cubicBezTo>
                  <a:pt x="2403" y="848"/>
                  <a:pt x="2397" y="852"/>
                  <a:pt x="2392" y="856"/>
                </a:cubicBezTo>
                <a:cubicBezTo>
                  <a:pt x="2388" y="860"/>
                  <a:pt x="2384" y="865"/>
                  <a:pt x="2382" y="871"/>
                </a:cubicBezTo>
                <a:cubicBezTo>
                  <a:pt x="2379" y="877"/>
                  <a:pt x="2378" y="883"/>
                  <a:pt x="2378" y="889"/>
                </a:cubicBezTo>
                <a:cubicBezTo>
                  <a:pt x="2378" y="896"/>
                  <a:pt x="2379" y="902"/>
                  <a:pt x="2381" y="907"/>
                </a:cubicBezTo>
                <a:cubicBezTo>
                  <a:pt x="2384" y="912"/>
                  <a:pt x="2387" y="916"/>
                  <a:pt x="2390" y="920"/>
                </a:cubicBezTo>
                <a:cubicBezTo>
                  <a:pt x="2394" y="924"/>
                  <a:pt x="2398" y="927"/>
                  <a:pt x="2403" y="929"/>
                </a:cubicBezTo>
                <a:cubicBezTo>
                  <a:pt x="2408" y="932"/>
                  <a:pt x="2413" y="934"/>
                  <a:pt x="2418" y="936"/>
                </a:cubicBezTo>
                <a:cubicBezTo>
                  <a:pt x="2423" y="938"/>
                  <a:pt x="2427" y="940"/>
                  <a:pt x="2432" y="942"/>
                </a:cubicBezTo>
                <a:cubicBezTo>
                  <a:pt x="2437" y="944"/>
                  <a:pt x="2441" y="946"/>
                  <a:pt x="2445" y="948"/>
                </a:cubicBezTo>
                <a:cubicBezTo>
                  <a:pt x="2448" y="950"/>
                  <a:pt x="2451" y="953"/>
                  <a:pt x="2454" y="956"/>
                </a:cubicBezTo>
                <a:cubicBezTo>
                  <a:pt x="2456" y="959"/>
                  <a:pt x="2457" y="963"/>
                  <a:pt x="2457" y="967"/>
                </a:cubicBezTo>
                <a:cubicBezTo>
                  <a:pt x="2457" y="972"/>
                  <a:pt x="2456" y="976"/>
                  <a:pt x="2455" y="979"/>
                </a:cubicBezTo>
                <a:cubicBezTo>
                  <a:pt x="2453" y="982"/>
                  <a:pt x="2451" y="985"/>
                  <a:pt x="2448" y="987"/>
                </a:cubicBezTo>
                <a:cubicBezTo>
                  <a:pt x="2445" y="989"/>
                  <a:pt x="2442" y="990"/>
                  <a:pt x="2438" y="991"/>
                </a:cubicBezTo>
                <a:cubicBezTo>
                  <a:pt x="2434" y="992"/>
                  <a:pt x="2429" y="993"/>
                  <a:pt x="2424" y="993"/>
                </a:cubicBezTo>
                <a:cubicBezTo>
                  <a:pt x="2418" y="993"/>
                  <a:pt x="2412" y="992"/>
                  <a:pt x="2407" y="991"/>
                </a:cubicBezTo>
                <a:cubicBezTo>
                  <a:pt x="2402" y="989"/>
                  <a:pt x="2398" y="987"/>
                  <a:pt x="2394" y="986"/>
                </a:cubicBezTo>
                <a:cubicBezTo>
                  <a:pt x="2390" y="984"/>
                  <a:pt x="2387" y="982"/>
                  <a:pt x="2385" y="980"/>
                </a:cubicBezTo>
                <a:cubicBezTo>
                  <a:pt x="2382" y="979"/>
                  <a:pt x="2380" y="978"/>
                  <a:pt x="2379" y="978"/>
                </a:cubicBezTo>
                <a:cubicBezTo>
                  <a:pt x="2378" y="978"/>
                  <a:pt x="2377" y="978"/>
                  <a:pt x="2377" y="979"/>
                </a:cubicBezTo>
                <a:cubicBezTo>
                  <a:pt x="2376" y="979"/>
                  <a:pt x="2376" y="980"/>
                  <a:pt x="2375" y="981"/>
                </a:cubicBezTo>
                <a:cubicBezTo>
                  <a:pt x="2375" y="982"/>
                  <a:pt x="2375" y="983"/>
                  <a:pt x="2374" y="984"/>
                </a:cubicBezTo>
                <a:cubicBezTo>
                  <a:pt x="2374" y="986"/>
                  <a:pt x="2374" y="988"/>
                  <a:pt x="2374" y="990"/>
                </a:cubicBezTo>
                <a:cubicBezTo>
                  <a:pt x="2374" y="994"/>
                  <a:pt x="2374" y="997"/>
                  <a:pt x="2375" y="999"/>
                </a:cubicBezTo>
                <a:cubicBezTo>
                  <a:pt x="2375" y="1001"/>
                  <a:pt x="2376" y="1003"/>
                  <a:pt x="2378" y="1004"/>
                </a:cubicBezTo>
                <a:cubicBezTo>
                  <a:pt x="2379" y="1005"/>
                  <a:pt x="2381" y="1006"/>
                  <a:pt x="2384" y="1007"/>
                </a:cubicBezTo>
                <a:cubicBezTo>
                  <a:pt x="2387" y="1009"/>
                  <a:pt x="2390" y="1010"/>
                  <a:pt x="2394" y="1012"/>
                </a:cubicBezTo>
                <a:cubicBezTo>
                  <a:pt x="2398" y="1013"/>
                  <a:pt x="2403" y="1014"/>
                  <a:pt x="2408" y="1015"/>
                </a:cubicBezTo>
                <a:cubicBezTo>
                  <a:pt x="2413" y="1016"/>
                  <a:pt x="2418" y="1016"/>
                  <a:pt x="2424" y="1016"/>
                </a:cubicBezTo>
                <a:cubicBezTo>
                  <a:pt x="2433" y="1016"/>
                  <a:pt x="2441" y="1015"/>
                  <a:pt x="2449" y="1013"/>
                </a:cubicBezTo>
                <a:cubicBezTo>
                  <a:pt x="2457" y="1010"/>
                  <a:pt x="2463" y="1007"/>
                  <a:pt x="2469" y="1003"/>
                </a:cubicBezTo>
                <a:cubicBezTo>
                  <a:pt x="2474" y="998"/>
                  <a:pt x="2479" y="993"/>
                  <a:pt x="2482" y="987"/>
                </a:cubicBezTo>
                <a:cubicBezTo>
                  <a:pt x="2485" y="980"/>
                  <a:pt x="2486" y="973"/>
                  <a:pt x="2486" y="965"/>
                </a:cubicBezTo>
                <a:cubicBezTo>
                  <a:pt x="2486" y="958"/>
                  <a:pt x="2485" y="952"/>
                  <a:pt x="2483" y="948"/>
                </a:cubicBezTo>
                <a:cubicBezTo>
                  <a:pt x="2480" y="943"/>
                  <a:pt x="2477" y="938"/>
                  <a:pt x="2474" y="935"/>
                </a:cubicBezTo>
                <a:cubicBezTo>
                  <a:pt x="2470" y="931"/>
                  <a:pt x="2466" y="928"/>
                  <a:pt x="2461" y="926"/>
                </a:cubicBezTo>
                <a:cubicBezTo>
                  <a:pt x="2456" y="923"/>
                  <a:pt x="2451" y="921"/>
                  <a:pt x="2446" y="919"/>
                </a:cubicBezTo>
                <a:cubicBezTo>
                  <a:pt x="2441" y="917"/>
                  <a:pt x="2436" y="915"/>
                  <a:pt x="2431" y="913"/>
                </a:cubicBezTo>
                <a:cubicBezTo>
                  <a:pt x="2427" y="912"/>
                  <a:pt x="2422" y="909"/>
                  <a:pt x="2419" y="907"/>
                </a:cubicBezTo>
                <a:cubicBezTo>
                  <a:pt x="2415" y="905"/>
                  <a:pt x="2412" y="902"/>
                  <a:pt x="2410" y="899"/>
                </a:cubicBezTo>
                <a:cubicBezTo>
                  <a:pt x="2407" y="896"/>
                  <a:pt x="2406" y="892"/>
                  <a:pt x="2406" y="887"/>
                </a:cubicBezTo>
                <a:cubicBezTo>
                  <a:pt x="2406" y="884"/>
                  <a:pt x="2407" y="881"/>
                  <a:pt x="2408" y="878"/>
                </a:cubicBezTo>
                <a:cubicBezTo>
                  <a:pt x="2409" y="876"/>
                  <a:pt x="2411" y="873"/>
                  <a:pt x="2413" y="871"/>
                </a:cubicBezTo>
                <a:cubicBezTo>
                  <a:pt x="2416" y="869"/>
                  <a:pt x="2419" y="868"/>
                  <a:pt x="2422" y="867"/>
                </a:cubicBezTo>
                <a:cubicBezTo>
                  <a:pt x="2426" y="866"/>
                  <a:pt x="2431" y="865"/>
                  <a:pt x="2435" y="865"/>
                </a:cubicBezTo>
                <a:cubicBezTo>
                  <a:pt x="2441" y="865"/>
                  <a:pt x="2446" y="866"/>
                  <a:pt x="2450" y="867"/>
                </a:cubicBezTo>
                <a:cubicBezTo>
                  <a:pt x="2454" y="868"/>
                  <a:pt x="2458" y="870"/>
                  <a:pt x="2461" y="871"/>
                </a:cubicBezTo>
                <a:cubicBezTo>
                  <a:pt x="2464" y="872"/>
                  <a:pt x="2467" y="874"/>
                  <a:pt x="2469" y="875"/>
                </a:cubicBezTo>
                <a:cubicBezTo>
                  <a:pt x="2471" y="876"/>
                  <a:pt x="2472" y="877"/>
                  <a:pt x="2473" y="877"/>
                </a:cubicBezTo>
                <a:cubicBezTo>
                  <a:pt x="2474" y="877"/>
                  <a:pt x="2475" y="877"/>
                  <a:pt x="2475" y="876"/>
                </a:cubicBezTo>
                <a:cubicBezTo>
                  <a:pt x="2476" y="876"/>
                  <a:pt x="2476" y="875"/>
                  <a:pt x="2477" y="874"/>
                </a:cubicBezTo>
                <a:cubicBezTo>
                  <a:pt x="2477" y="873"/>
                  <a:pt x="2478" y="872"/>
                  <a:pt x="2478" y="871"/>
                </a:cubicBezTo>
                <a:cubicBezTo>
                  <a:pt x="2478" y="869"/>
                  <a:pt x="2478" y="868"/>
                  <a:pt x="2478" y="866"/>
                </a:cubicBezTo>
                <a:cubicBezTo>
                  <a:pt x="2478" y="864"/>
                  <a:pt x="2478" y="862"/>
                  <a:pt x="2478" y="861"/>
                </a:cubicBezTo>
                <a:cubicBezTo>
                  <a:pt x="2478" y="859"/>
                  <a:pt x="2477" y="858"/>
                  <a:pt x="2477" y="857"/>
                </a:cubicBezTo>
                <a:cubicBezTo>
                  <a:pt x="2477" y="857"/>
                  <a:pt x="2477" y="856"/>
                  <a:pt x="2476" y="855"/>
                </a:cubicBezTo>
                <a:cubicBezTo>
                  <a:pt x="2476" y="854"/>
                  <a:pt x="2475" y="854"/>
                  <a:pt x="2474" y="853"/>
                </a:cubicBezTo>
                <a:cubicBezTo>
                  <a:pt x="2473" y="852"/>
                  <a:pt x="2471" y="851"/>
                  <a:pt x="2468" y="849"/>
                </a:cubicBezTo>
                <a:cubicBezTo>
                  <a:pt x="2466" y="848"/>
                  <a:pt x="2463" y="847"/>
                  <a:pt x="2460" y="846"/>
                </a:cubicBezTo>
                <a:cubicBezTo>
                  <a:pt x="2456" y="845"/>
                  <a:pt x="2453" y="844"/>
                  <a:pt x="2448" y="843"/>
                </a:cubicBezTo>
                <a:cubicBezTo>
                  <a:pt x="2444" y="842"/>
                  <a:pt x="2440" y="842"/>
                  <a:pt x="2436" y="842"/>
                </a:cubicBezTo>
                <a:close/>
                <a:moveTo>
                  <a:pt x="2272" y="842"/>
                </a:moveTo>
                <a:cubicBezTo>
                  <a:pt x="2266" y="842"/>
                  <a:pt x="2260" y="843"/>
                  <a:pt x="2254" y="844"/>
                </a:cubicBezTo>
                <a:cubicBezTo>
                  <a:pt x="2248" y="845"/>
                  <a:pt x="2242" y="846"/>
                  <a:pt x="2237" y="848"/>
                </a:cubicBezTo>
                <a:cubicBezTo>
                  <a:pt x="2232" y="850"/>
                  <a:pt x="2228" y="852"/>
                  <a:pt x="2224" y="854"/>
                </a:cubicBezTo>
                <a:cubicBezTo>
                  <a:pt x="2220" y="856"/>
                  <a:pt x="2217" y="858"/>
                  <a:pt x="2216" y="859"/>
                </a:cubicBezTo>
                <a:cubicBezTo>
                  <a:pt x="2214" y="861"/>
                  <a:pt x="2213" y="862"/>
                  <a:pt x="2213" y="864"/>
                </a:cubicBezTo>
                <a:cubicBezTo>
                  <a:pt x="2212" y="866"/>
                  <a:pt x="2212" y="868"/>
                  <a:pt x="2212" y="871"/>
                </a:cubicBezTo>
                <a:cubicBezTo>
                  <a:pt x="2212" y="873"/>
                  <a:pt x="2212" y="874"/>
                  <a:pt x="2212" y="876"/>
                </a:cubicBezTo>
                <a:cubicBezTo>
                  <a:pt x="2213" y="877"/>
                  <a:pt x="2213" y="878"/>
                  <a:pt x="2213" y="879"/>
                </a:cubicBezTo>
                <a:cubicBezTo>
                  <a:pt x="2214" y="880"/>
                  <a:pt x="2215" y="881"/>
                  <a:pt x="2215" y="881"/>
                </a:cubicBezTo>
                <a:cubicBezTo>
                  <a:pt x="2216" y="882"/>
                  <a:pt x="2217" y="882"/>
                  <a:pt x="2218" y="882"/>
                </a:cubicBezTo>
                <a:cubicBezTo>
                  <a:pt x="2219" y="882"/>
                  <a:pt x="2221" y="881"/>
                  <a:pt x="2224" y="880"/>
                </a:cubicBezTo>
                <a:cubicBezTo>
                  <a:pt x="2227" y="878"/>
                  <a:pt x="2231" y="876"/>
                  <a:pt x="2235" y="874"/>
                </a:cubicBezTo>
                <a:cubicBezTo>
                  <a:pt x="2239" y="872"/>
                  <a:pt x="2244" y="870"/>
                  <a:pt x="2250" y="868"/>
                </a:cubicBezTo>
                <a:cubicBezTo>
                  <a:pt x="2255" y="867"/>
                  <a:pt x="2262" y="866"/>
                  <a:pt x="2269" y="866"/>
                </a:cubicBezTo>
                <a:cubicBezTo>
                  <a:pt x="2276" y="866"/>
                  <a:pt x="2281" y="867"/>
                  <a:pt x="2286" y="868"/>
                </a:cubicBezTo>
                <a:cubicBezTo>
                  <a:pt x="2290" y="870"/>
                  <a:pt x="2294" y="872"/>
                  <a:pt x="2297" y="875"/>
                </a:cubicBezTo>
                <a:cubicBezTo>
                  <a:pt x="2300" y="878"/>
                  <a:pt x="2302" y="882"/>
                  <a:pt x="2303" y="887"/>
                </a:cubicBezTo>
                <a:cubicBezTo>
                  <a:pt x="2304" y="891"/>
                  <a:pt x="2305" y="897"/>
                  <a:pt x="2305" y="903"/>
                </a:cubicBezTo>
                <a:lnTo>
                  <a:pt x="2305" y="915"/>
                </a:lnTo>
                <a:lnTo>
                  <a:pt x="2283" y="915"/>
                </a:lnTo>
                <a:cubicBezTo>
                  <a:pt x="2271" y="915"/>
                  <a:pt x="2260" y="916"/>
                  <a:pt x="2250" y="918"/>
                </a:cubicBezTo>
                <a:cubicBezTo>
                  <a:pt x="2240" y="920"/>
                  <a:pt x="2232" y="924"/>
                  <a:pt x="2225" y="928"/>
                </a:cubicBezTo>
                <a:cubicBezTo>
                  <a:pt x="2218" y="932"/>
                  <a:pt x="2213" y="938"/>
                  <a:pt x="2209" y="944"/>
                </a:cubicBezTo>
                <a:cubicBezTo>
                  <a:pt x="2206" y="951"/>
                  <a:pt x="2204" y="959"/>
                  <a:pt x="2204" y="968"/>
                </a:cubicBezTo>
                <a:cubicBezTo>
                  <a:pt x="2204" y="975"/>
                  <a:pt x="2205" y="982"/>
                  <a:pt x="2208" y="988"/>
                </a:cubicBezTo>
                <a:cubicBezTo>
                  <a:pt x="2211" y="994"/>
                  <a:pt x="2214" y="999"/>
                  <a:pt x="2219" y="1003"/>
                </a:cubicBezTo>
                <a:cubicBezTo>
                  <a:pt x="2224" y="1007"/>
                  <a:pt x="2230" y="1011"/>
                  <a:pt x="2236" y="1013"/>
                </a:cubicBezTo>
                <a:cubicBezTo>
                  <a:pt x="2243" y="1015"/>
                  <a:pt x="2251" y="1016"/>
                  <a:pt x="2259" y="1016"/>
                </a:cubicBezTo>
                <a:cubicBezTo>
                  <a:pt x="2268" y="1016"/>
                  <a:pt x="2277" y="1014"/>
                  <a:pt x="2286" y="1010"/>
                </a:cubicBezTo>
                <a:cubicBezTo>
                  <a:pt x="2294" y="1006"/>
                  <a:pt x="2302" y="1000"/>
                  <a:pt x="2309" y="993"/>
                </a:cubicBezTo>
                <a:lnTo>
                  <a:pt x="2309" y="1009"/>
                </a:lnTo>
                <a:cubicBezTo>
                  <a:pt x="2309" y="1010"/>
                  <a:pt x="2309" y="1011"/>
                  <a:pt x="2310" y="1012"/>
                </a:cubicBezTo>
                <a:cubicBezTo>
                  <a:pt x="2311" y="1013"/>
                  <a:pt x="2312" y="1013"/>
                  <a:pt x="2314" y="1013"/>
                </a:cubicBezTo>
                <a:cubicBezTo>
                  <a:pt x="2316" y="1014"/>
                  <a:pt x="2318" y="1014"/>
                  <a:pt x="2321" y="1014"/>
                </a:cubicBezTo>
                <a:cubicBezTo>
                  <a:pt x="2325" y="1014"/>
                  <a:pt x="2327" y="1014"/>
                  <a:pt x="2329" y="1013"/>
                </a:cubicBezTo>
                <a:cubicBezTo>
                  <a:pt x="2330" y="1013"/>
                  <a:pt x="2332" y="1013"/>
                  <a:pt x="2333" y="1012"/>
                </a:cubicBezTo>
                <a:cubicBezTo>
                  <a:pt x="2334" y="1011"/>
                  <a:pt x="2334" y="1010"/>
                  <a:pt x="2334" y="1009"/>
                </a:cubicBezTo>
                <a:lnTo>
                  <a:pt x="2334" y="902"/>
                </a:lnTo>
                <a:cubicBezTo>
                  <a:pt x="2334" y="892"/>
                  <a:pt x="2333" y="883"/>
                  <a:pt x="2331" y="876"/>
                </a:cubicBezTo>
                <a:cubicBezTo>
                  <a:pt x="2328" y="868"/>
                  <a:pt x="2325" y="862"/>
                  <a:pt x="2320" y="857"/>
                </a:cubicBezTo>
                <a:cubicBezTo>
                  <a:pt x="2315" y="852"/>
                  <a:pt x="2309" y="848"/>
                  <a:pt x="2301" y="846"/>
                </a:cubicBezTo>
                <a:cubicBezTo>
                  <a:pt x="2293" y="843"/>
                  <a:pt x="2283" y="842"/>
                  <a:pt x="2272" y="842"/>
                </a:cubicBezTo>
                <a:close/>
                <a:moveTo>
                  <a:pt x="1191" y="818"/>
                </a:moveTo>
                <a:lnTo>
                  <a:pt x="1191" y="843"/>
                </a:lnTo>
                <a:lnTo>
                  <a:pt x="1398" y="843"/>
                </a:lnTo>
                <a:lnTo>
                  <a:pt x="1398" y="818"/>
                </a:lnTo>
                <a:lnTo>
                  <a:pt x="1191" y="818"/>
                </a:lnTo>
                <a:close/>
                <a:moveTo>
                  <a:pt x="1517" y="814"/>
                </a:moveTo>
                <a:cubicBezTo>
                  <a:pt x="1510" y="814"/>
                  <a:pt x="1505" y="816"/>
                  <a:pt x="1501" y="821"/>
                </a:cubicBezTo>
                <a:cubicBezTo>
                  <a:pt x="1496" y="825"/>
                  <a:pt x="1494" y="830"/>
                  <a:pt x="1494" y="836"/>
                </a:cubicBezTo>
                <a:cubicBezTo>
                  <a:pt x="1494" y="843"/>
                  <a:pt x="1496" y="848"/>
                  <a:pt x="1500" y="852"/>
                </a:cubicBezTo>
                <a:cubicBezTo>
                  <a:pt x="1505" y="857"/>
                  <a:pt x="1510" y="859"/>
                  <a:pt x="1517" y="859"/>
                </a:cubicBezTo>
                <a:cubicBezTo>
                  <a:pt x="1523" y="859"/>
                  <a:pt x="1528" y="857"/>
                  <a:pt x="1533" y="852"/>
                </a:cubicBezTo>
                <a:cubicBezTo>
                  <a:pt x="1537" y="848"/>
                  <a:pt x="1539" y="843"/>
                  <a:pt x="1539" y="836"/>
                </a:cubicBezTo>
                <a:cubicBezTo>
                  <a:pt x="1539" y="830"/>
                  <a:pt x="1537" y="825"/>
                  <a:pt x="1532" y="821"/>
                </a:cubicBezTo>
                <a:cubicBezTo>
                  <a:pt x="1528" y="816"/>
                  <a:pt x="1523" y="814"/>
                  <a:pt x="1517" y="814"/>
                </a:cubicBezTo>
                <a:close/>
                <a:moveTo>
                  <a:pt x="778" y="812"/>
                </a:moveTo>
                <a:cubicBezTo>
                  <a:pt x="759" y="854"/>
                  <a:pt x="737" y="891"/>
                  <a:pt x="710" y="922"/>
                </a:cubicBezTo>
                <a:cubicBezTo>
                  <a:pt x="713" y="931"/>
                  <a:pt x="716" y="941"/>
                  <a:pt x="719" y="950"/>
                </a:cubicBezTo>
                <a:cubicBezTo>
                  <a:pt x="730" y="938"/>
                  <a:pt x="740" y="926"/>
                  <a:pt x="750" y="912"/>
                </a:cubicBezTo>
                <a:lnTo>
                  <a:pt x="750" y="1059"/>
                </a:lnTo>
                <a:lnTo>
                  <a:pt x="774" y="1059"/>
                </a:lnTo>
                <a:lnTo>
                  <a:pt x="774" y="874"/>
                </a:lnTo>
                <a:cubicBezTo>
                  <a:pt x="783" y="858"/>
                  <a:pt x="792" y="841"/>
                  <a:pt x="801" y="823"/>
                </a:cubicBezTo>
                <a:lnTo>
                  <a:pt x="778" y="812"/>
                </a:lnTo>
                <a:close/>
                <a:moveTo>
                  <a:pt x="2775" y="807"/>
                </a:moveTo>
                <a:cubicBezTo>
                  <a:pt x="2781" y="807"/>
                  <a:pt x="2786" y="808"/>
                  <a:pt x="2790" y="809"/>
                </a:cubicBezTo>
                <a:cubicBezTo>
                  <a:pt x="2795" y="811"/>
                  <a:pt x="2799" y="813"/>
                  <a:pt x="2802" y="816"/>
                </a:cubicBezTo>
                <a:cubicBezTo>
                  <a:pt x="2806" y="819"/>
                  <a:pt x="2809" y="824"/>
                  <a:pt x="2811" y="828"/>
                </a:cubicBezTo>
                <a:cubicBezTo>
                  <a:pt x="2814" y="833"/>
                  <a:pt x="2816" y="839"/>
                  <a:pt x="2817" y="846"/>
                </a:cubicBezTo>
                <a:cubicBezTo>
                  <a:pt x="2819" y="853"/>
                  <a:pt x="2820" y="861"/>
                  <a:pt x="2821" y="870"/>
                </a:cubicBezTo>
                <a:cubicBezTo>
                  <a:pt x="2822" y="879"/>
                  <a:pt x="2822" y="889"/>
                  <a:pt x="2822" y="901"/>
                </a:cubicBezTo>
                <a:cubicBezTo>
                  <a:pt x="2822" y="909"/>
                  <a:pt x="2822" y="917"/>
                  <a:pt x="2821" y="925"/>
                </a:cubicBezTo>
                <a:cubicBezTo>
                  <a:pt x="2821" y="933"/>
                  <a:pt x="2820" y="940"/>
                  <a:pt x="2818" y="946"/>
                </a:cubicBezTo>
                <a:cubicBezTo>
                  <a:pt x="2817" y="953"/>
                  <a:pt x="2815" y="959"/>
                  <a:pt x="2813" y="965"/>
                </a:cubicBezTo>
                <a:cubicBezTo>
                  <a:pt x="2810" y="970"/>
                  <a:pt x="2807" y="975"/>
                  <a:pt x="2804" y="979"/>
                </a:cubicBezTo>
                <a:cubicBezTo>
                  <a:pt x="2800" y="983"/>
                  <a:pt x="2796" y="986"/>
                  <a:pt x="2791" y="988"/>
                </a:cubicBezTo>
                <a:cubicBezTo>
                  <a:pt x="2786" y="990"/>
                  <a:pt x="2780" y="991"/>
                  <a:pt x="2774" y="991"/>
                </a:cubicBezTo>
                <a:cubicBezTo>
                  <a:pt x="2765" y="991"/>
                  <a:pt x="2758" y="989"/>
                  <a:pt x="2752" y="986"/>
                </a:cubicBezTo>
                <a:cubicBezTo>
                  <a:pt x="2747" y="983"/>
                  <a:pt x="2742" y="977"/>
                  <a:pt x="2738" y="970"/>
                </a:cubicBezTo>
                <a:cubicBezTo>
                  <a:pt x="2734" y="962"/>
                  <a:pt x="2731" y="952"/>
                  <a:pt x="2730" y="941"/>
                </a:cubicBezTo>
                <a:cubicBezTo>
                  <a:pt x="2728" y="929"/>
                  <a:pt x="2727" y="914"/>
                  <a:pt x="2727" y="897"/>
                </a:cubicBezTo>
                <a:cubicBezTo>
                  <a:pt x="2727" y="885"/>
                  <a:pt x="2728" y="873"/>
                  <a:pt x="2729" y="862"/>
                </a:cubicBezTo>
                <a:cubicBezTo>
                  <a:pt x="2730" y="851"/>
                  <a:pt x="2733" y="841"/>
                  <a:pt x="2736" y="833"/>
                </a:cubicBezTo>
                <a:cubicBezTo>
                  <a:pt x="2740" y="825"/>
                  <a:pt x="2745" y="819"/>
                  <a:pt x="2751" y="814"/>
                </a:cubicBezTo>
                <a:cubicBezTo>
                  <a:pt x="2757" y="809"/>
                  <a:pt x="2765" y="807"/>
                  <a:pt x="2775" y="807"/>
                </a:cubicBezTo>
                <a:close/>
                <a:moveTo>
                  <a:pt x="2593" y="807"/>
                </a:moveTo>
                <a:cubicBezTo>
                  <a:pt x="2599" y="807"/>
                  <a:pt x="2604" y="808"/>
                  <a:pt x="2608" y="809"/>
                </a:cubicBezTo>
                <a:cubicBezTo>
                  <a:pt x="2613" y="811"/>
                  <a:pt x="2617" y="813"/>
                  <a:pt x="2620" y="816"/>
                </a:cubicBezTo>
                <a:cubicBezTo>
                  <a:pt x="2624" y="819"/>
                  <a:pt x="2627" y="824"/>
                  <a:pt x="2629" y="828"/>
                </a:cubicBezTo>
                <a:cubicBezTo>
                  <a:pt x="2632" y="833"/>
                  <a:pt x="2634" y="839"/>
                  <a:pt x="2635" y="846"/>
                </a:cubicBezTo>
                <a:cubicBezTo>
                  <a:pt x="2637" y="853"/>
                  <a:pt x="2638" y="861"/>
                  <a:pt x="2639" y="870"/>
                </a:cubicBezTo>
                <a:cubicBezTo>
                  <a:pt x="2640" y="879"/>
                  <a:pt x="2640" y="889"/>
                  <a:pt x="2640" y="901"/>
                </a:cubicBezTo>
                <a:cubicBezTo>
                  <a:pt x="2640" y="909"/>
                  <a:pt x="2640" y="917"/>
                  <a:pt x="2639" y="925"/>
                </a:cubicBezTo>
                <a:cubicBezTo>
                  <a:pt x="2639" y="933"/>
                  <a:pt x="2638" y="940"/>
                  <a:pt x="2636" y="946"/>
                </a:cubicBezTo>
                <a:cubicBezTo>
                  <a:pt x="2635" y="953"/>
                  <a:pt x="2633" y="959"/>
                  <a:pt x="2631" y="965"/>
                </a:cubicBezTo>
                <a:cubicBezTo>
                  <a:pt x="2628" y="970"/>
                  <a:pt x="2625" y="975"/>
                  <a:pt x="2622" y="979"/>
                </a:cubicBezTo>
                <a:cubicBezTo>
                  <a:pt x="2618" y="983"/>
                  <a:pt x="2614" y="986"/>
                  <a:pt x="2609" y="988"/>
                </a:cubicBezTo>
                <a:cubicBezTo>
                  <a:pt x="2604" y="990"/>
                  <a:pt x="2598" y="991"/>
                  <a:pt x="2592" y="991"/>
                </a:cubicBezTo>
                <a:cubicBezTo>
                  <a:pt x="2583" y="991"/>
                  <a:pt x="2576" y="989"/>
                  <a:pt x="2570" y="986"/>
                </a:cubicBezTo>
                <a:cubicBezTo>
                  <a:pt x="2565" y="983"/>
                  <a:pt x="2560" y="977"/>
                  <a:pt x="2556" y="970"/>
                </a:cubicBezTo>
                <a:cubicBezTo>
                  <a:pt x="2552" y="962"/>
                  <a:pt x="2549" y="952"/>
                  <a:pt x="2548" y="941"/>
                </a:cubicBezTo>
                <a:cubicBezTo>
                  <a:pt x="2546" y="929"/>
                  <a:pt x="2545" y="914"/>
                  <a:pt x="2545" y="897"/>
                </a:cubicBezTo>
                <a:cubicBezTo>
                  <a:pt x="2545" y="885"/>
                  <a:pt x="2546" y="873"/>
                  <a:pt x="2547" y="862"/>
                </a:cubicBezTo>
                <a:cubicBezTo>
                  <a:pt x="2548" y="851"/>
                  <a:pt x="2551" y="841"/>
                  <a:pt x="2554" y="833"/>
                </a:cubicBezTo>
                <a:cubicBezTo>
                  <a:pt x="2558" y="825"/>
                  <a:pt x="2563" y="819"/>
                  <a:pt x="2569" y="814"/>
                </a:cubicBezTo>
                <a:cubicBezTo>
                  <a:pt x="2575" y="809"/>
                  <a:pt x="2583" y="807"/>
                  <a:pt x="2593" y="807"/>
                </a:cubicBezTo>
                <a:close/>
                <a:moveTo>
                  <a:pt x="978" y="806"/>
                </a:moveTo>
                <a:lnTo>
                  <a:pt x="1020" y="806"/>
                </a:lnTo>
                <a:cubicBezTo>
                  <a:pt x="1015" y="863"/>
                  <a:pt x="1007" y="907"/>
                  <a:pt x="997" y="936"/>
                </a:cubicBezTo>
                <a:cubicBezTo>
                  <a:pt x="984" y="900"/>
                  <a:pt x="977" y="858"/>
                  <a:pt x="977" y="809"/>
                </a:cubicBezTo>
                <a:lnTo>
                  <a:pt x="978" y="806"/>
                </a:lnTo>
                <a:close/>
                <a:moveTo>
                  <a:pt x="2777" y="782"/>
                </a:moveTo>
                <a:cubicBezTo>
                  <a:pt x="2762" y="782"/>
                  <a:pt x="2749" y="785"/>
                  <a:pt x="2739" y="791"/>
                </a:cubicBezTo>
                <a:cubicBezTo>
                  <a:pt x="2729" y="796"/>
                  <a:pt x="2720" y="804"/>
                  <a:pt x="2714" y="815"/>
                </a:cubicBezTo>
                <a:cubicBezTo>
                  <a:pt x="2708" y="825"/>
                  <a:pt x="2703" y="837"/>
                  <a:pt x="2700" y="852"/>
                </a:cubicBezTo>
                <a:cubicBezTo>
                  <a:pt x="2697" y="866"/>
                  <a:pt x="2696" y="882"/>
                  <a:pt x="2696" y="900"/>
                </a:cubicBezTo>
                <a:cubicBezTo>
                  <a:pt x="2696" y="918"/>
                  <a:pt x="2697" y="935"/>
                  <a:pt x="2700" y="949"/>
                </a:cubicBezTo>
                <a:cubicBezTo>
                  <a:pt x="2702" y="964"/>
                  <a:pt x="2707" y="976"/>
                  <a:pt x="2712" y="986"/>
                </a:cubicBezTo>
                <a:cubicBezTo>
                  <a:pt x="2718" y="996"/>
                  <a:pt x="2726" y="1003"/>
                  <a:pt x="2736" y="1008"/>
                </a:cubicBezTo>
                <a:cubicBezTo>
                  <a:pt x="2746" y="1013"/>
                  <a:pt x="2758" y="1016"/>
                  <a:pt x="2772" y="1016"/>
                </a:cubicBezTo>
                <a:cubicBezTo>
                  <a:pt x="2787" y="1016"/>
                  <a:pt x="2800" y="1013"/>
                  <a:pt x="2810" y="1007"/>
                </a:cubicBezTo>
                <a:cubicBezTo>
                  <a:pt x="2820" y="1002"/>
                  <a:pt x="2829" y="994"/>
                  <a:pt x="2835" y="983"/>
                </a:cubicBezTo>
                <a:cubicBezTo>
                  <a:pt x="2842" y="973"/>
                  <a:pt x="2846" y="961"/>
                  <a:pt x="2849" y="946"/>
                </a:cubicBezTo>
                <a:cubicBezTo>
                  <a:pt x="2852" y="932"/>
                  <a:pt x="2853" y="916"/>
                  <a:pt x="2853" y="898"/>
                </a:cubicBezTo>
                <a:cubicBezTo>
                  <a:pt x="2853" y="880"/>
                  <a:pt x="2852" y="863"/>
                  <a:pt x="2849" y="849"/>
                </a:cubicBezTo>
                <a:cubicBezTo>
                  <a:pt x="2847" y="834"/>
                  <a:pt x="2842" y="822"/>
                  <a:pt x="2837" y="812"/>
                </a:cubicBezTo>
                <a:cubicBezTo>
                  <a:pt x="2831" y="802"/>
                  <a:pt x="2823" y="795"/>
                  <a:pt x="2813" y="790"/>
                </a:cubicBezTo>
                <a:cubicBezTo>
                  <a:pt x="2803" y="785"/>
                  <a:pt x="2791" y="782"/>
                  <a:pt x="2777" y="782"/>
                </a:cubicBezTo>
                <a:close/>
                <a:moveTo>
                  <a:pt x="2595" y="782"/>
                </a:moveTo>
                <a:cubicBezTo>
                  <a:pt x="2580" y="782"/>
                  <a:pt x="2567" y="785"/>
                  <a:pt x="2557" y="791"/>
                </a:cubicBezTo>
                <a:cubicBezTo>
                  <a:pt x="2547" y="796"/>
                  <a:pt x="2538" y="804"/>
                  <a:pt x="2532" y="815"/>
                </a:cubicBezTo>
                <a:cubicBezTo>
                  <a:pt x="2526" y="825"/>
                  <a:pt x="2521" y="837"/>
                  <a:pt x="2518" y="852"/>
                </a:cubicBezTo>
                <a:cubicBezTo>
                  <a:pt x="2515" y="866"/>
                  <a:pt x="2514" y="882"/>
                  <a:pt x="2514" y="900"/>
                </a:cubicBezTo>
                <a:cubicBezTo>
                  <a:pt x="2514" y="918"/>
                  <a:pt x="2515" y="935"/>
                  <a:pt x="2518" y="949"/>
                </a:cubicBezTo>
                <a:cubicBezTo>
                  <a:pt x="2520" y="964"/>
                  <a:pt x="2525" y="976"/>
                  <a:pt x="2530" y="986"/>
                </a:cubicBezTo>
                <a:cubicBezTo>
                  <a:pt x="2536" y="996"/>
                  <a:pt x="2544" y="1003"/>
                  <a:pt x="2554" y="1008"/>
                </a:cubicBezTo>
                <a:cubicBezTo>
                  <a:pt x="2564" y="1013"/>
                  <a:pt x="2576" y="1016"/>
                  <a:pt x="2590" y="1016"/>
                </a:cubicBezTo>
                <a:cubicBezTo>
                  <a:pt x="2605" y="1016"/>
                  <a:pt x="2618" y="1013"/>
                  <a:pt x="2628" y="1007"/>
                </a:cubicBezTo>
                <a:cubicBezTo>
                  <a:pt x="2638" y="1002"/>
                  <a:pt x="2647" y="994"/>
                  <a:pt x="2653" y="983"/>
                </a:cubicBezTo>
                <a:cubicBezTo>
                  <a:pt x="2660" y="973"/>
                  <a:pt x="2664" y="961"/>
                  <a:pt x="2667" y="946"/>
                </a:cubicBezTo>
                <a:cubicBezTo>
                  <a:pt x="2670" y="932"/>
                  <a:pt x="2671" y="916"/>
                  <a:pt x="2671" y="898"/>
                </a:cubicBezTo>
                <a:cubicBezTo>
                  <a:pt x="2671" y="880"/>
                  <a:pt x="2670" y="863"/>
                  <a:pt x="2667" y="849"/>
                </a:cubicBezTo>
                <a:cubicBezTo>
                  <a:pt x="2665" y="834"/>
                  <a:pt x="2660" y="822"/>
                  <a:pt x="2655" y="812"/>
                </a:cubicBezTo>
                <a:cubicBezTo>
                  <a:pt x="2649" y="802"/>
                  <a:pt x="2641" y="795"/>
                  <a:pt x="2631" y="790"/>
                </a:cubicBezTo>
                <a:cubicBezTo>
                  <a:pt x="2621" y="785"/>
                  <a:pt x="2609" y="782"/>
                  <a:pt x="2595" y="782"/>
                </a:cubicBezTo>
                <a:close/>
                <a:moveTo>
                  <a:pt x="2898" y="741"/>
                </a:moveTo>
                <a:cubicBezTo>
                  <a:pt x="2939" y="788"/>
                  <a:pt x="2960" y="843"/>
                  <a:pt x="2960" y="907"/>
                </a:cubicBezTo>
                <a:cubicBezTo>
                  <a:pt x="2960" y="972"/>
                  <a:pt x="2939" y="1028"/>
                  <a:pt x="2898" y="1075"/>
                </a:cubicBezTo>
                <a:lnTo>
                  <a:pt x="2928" y="1075"/>
                </a:lnTo>
                <a:cubicBezTo>
                  <a:pt x="2969" y="1029"/>
                  <a:pt x="2990" y="973"/>
                  <a:pt x="2990" y="907"/>
                </a:cubicBezTo>
                <a:cubicBezTo>
                  <a:pt x="2990" y="842"/>
                  <a:pt x="2969" y="786"/>
                  <a:pt x="2928" y="741"/>
                </a:cubicBezTo>
                <a:lnTo>
                  <a:pt x="2898" y="741"/>
                </a:lnTo>
                <a:close/>
                <a:moveTo>
                  <a:pt x="645" y="741"/>
                </a:moveTo>
                <a:cubicBezTo>
                  <a:pt x="602" y="787"/>
                  <a:pt x="581" y="843"/>
                  <a:pt x="581" y="909"/>
                </a:cubicBezTo>
                <a:cubicBezTo>
                  <a:pt x="581" y="974"/>
                  <a:pt x="602" y="1029"/>
                  <a:pt x="644" y="1075"/>
                </a:cubicBezTo>
                <a:lnTo>
                  <a:pt x="674" y="1075"/>
                </a:lnTo>
                <a:cubicBezTo>
                  <a:pt x="633" y="1028"/>
                  <a:pt x="612" y="972"/>
                  <a:pt x="612" y="909"/>
                </a:cubicBezTo>
                <a:cubicBezTo>
                  <a:pt x="612" y="844"/>
                  <a:pt x="633" y="788"/>
                  <a:pt x="675" y="741"/>
                </a:cubicBezTo>
                <a:lnTo>
                  <a:pt x="645" y="741"/>
                </a:lnTo>
                <a:close/>
                <a:moveTo>
                  <a:pt x="859" y="720"/>
                </a:moveTo>
                <a:lnTo>
                  <a:pt x="859" y="809"/>
                </a:lnTo>
                <a:lnTo>
                  <a:pt x="831" y="809"/>
                </a:lnTo>
                <a:lnTo>
                  <a:pt x="831" y="747"/>
                </a:lnTo>
                <a:lnTo>
                  <a:pt x="808" y="747"/>
                </a:lnTo>
                <a:lnTo>
                  <a:pt x="808" y="834"/>
                </a:lnTo>
                <a:lnTo>
                  <a:pt x="911" y="834"/>
                </a:lnTo>
                <a:lnTo>
                  <a:pt x="911" y="845"/>
                </a:lnTo>
                <a:lnTo>
                  <a:pt x="934" y="845"/>
                </a:lnTo>
                <a:lnTo>
                  <a:pt x="934" y="747"/>
                </a:lnTo>
                <a:lnTo>
                  <a:pt x="911" y="747"/>
                </a:lnTo>
                <a:lnTo>
                  <a:pt x="911" y="809"/>
                </a:lnTo>
                <a:lnTo>
                  <a:pt x="882" y="809"/>
                </a:lnTo>
                <a:lnTo>
                  <a:pt x="882" y="720"/>
                </a:lnTo>
                <a:lnTo>
                  <a:pt x="859" y="720"/>
                </a:lnTo>
                <a:close/>
                <a:moveTo>
                  <a:pt x="778" y="717"/>
                </a:moveTo>
                <a:cubicBezTo>
                  <a:pt x="764" y="748"/>
                  <a:pt x="741" y="779"/>
                  <a:pt x="712" y="809"/>
                </a:cubicBezTo>
                <a:cubicBezTo>
                  <a:pt x="715" y="818"/>
                  <a:pt x="718" y="827"/>
                  <a:pt x="720" y="836"/>
                </a:cubicBezTo>
                <a:cubicBezTo>
                  <a:pt x="753" y="804"/>
                  <a:pt x="779" y="769"/>
                  <a:pt x="800" y="729"/>
                </a:cubicBezTo>
                <a:lnTo>
                  <a:pt x="778" y="717"/>
                </a:lnTo>
                <a:close/>
                <a:moveTo>
                  <a:pt x="974" y="715"/>
                </a:moveTo>
                <a:cubicBezTo>
                  <a:pt x="966" y="774"/>
                  <a:pt x="952" y="823"/>
                  <a:pt x="932" y="863"/>
                </a:cubicBezTo>
                <a:cubicBezTo>
                  <a:pt x="939" y="869"/>
                  <a:pt x="944" y="875"/>
                  <a:pt x="949" y="881"/>
                </a:cubicBezTo>
                <a:cubicBezTo>
                  <a:pt x="953" y="873"/>
                  <a:pt x="957" y="864"/>
                  <a:pt x="960" y="856"/>
                </a:cubicBezTo>
                <a:cubicBezTo>
                  <a:pt x="963" y="896"/>
                  <a:pt x="971" y="932"/>
                  <a:pt x="984" y="965"/>
                </a:cubicBezTo>
                <a:cubicBezTo>
                  <a:pt x="971" y="991"/>
                  <a:pt x="951" y="1016"/>
                  <a:pt x="926" y="1040"/>
                </a:cubicBezTo>
                <a:cubicBezTo>
                  <a:pt x="933" y="1048"/>
                  <a:pt x="939" y="1055"/>
                  <a:pt x="943" y="1062"/>
                </a:cubicBezTo>
                <a:cubicBezTo>
                  <a:pt x="965" y="1039"/>
                  <a:pt x="983" y="1016"/>
                  <a:pt x="997" y="991"/>
                </a:cubicBezTo>
                <a:cubicBezTo>
                  <a:pt x="1010" y="1017"/>
                  <a:pt x="1028" y="1040"/>
                  <a:pt x="1048" y="1060"/>
                </a:cubicBezTo>
                <a:cubicBezTo>
                  <a:pt x="1053" y="1051"/>
                  <a:pt x="1058" y="1042"/>
                  <a:pt x="1063" y="1033"/>
                </a:cubicBezTo>
                <a:cubicBezTo>
                  <a:pt x="1041" y="1015"/>
                  <a:pt x="1024" y="992"/>
                  <a:pt x="1010" y="965"/>
                </a:cubicBezTo>
                <a:cubicBezTo>
                  <a:pt x="1028" y="926"/>
                  <a:pt x="1039" y="873"/>
                  <a:pt x="1044" y="806"/>
                </a:cubicBezTo>
                <a:lnTo>
                  <a:pt x="1061" y="806"/>
                </a:lnTo>
                <a:lnTo>
                  <a:pt x="1061" y="781"/>
                </a:lnTo>
                <a:lnTo>
                  <a:pt x="985" y="781"/>
                </a:lnTo>
                <a:cubicBezTo>
                  <a:pt x="990" y="761"/>
                  <a:pt x="994" y="741"/>
                  <a:pt x="998" y="719"/>
                </a:cubicBezTo>
                <a:lnTo>
                  <a:pt x="974" y="715"/>
                </a:lnTo>
                <a:close/>
                <a:moveTo>
                  <a:pt x="1148" y="714"/>
                </a:moveTo>
                <a:cubicBezTo>
                  <a:pt x="1131" y="776"/>
                  <a:pt x="1105" y="833"/>
                  <a:pt x="1070" y="884"/>
                </a:cubicBezTo>
                <a:cubicBezTo>
                  <a:pt x="1074" y="893"/>
                  <a:pt x="1078" y="903"/>
                  <a:pt x="1082" y="913"/>
                </a:cubicBezTo>
                <a:cubicBezTo>
                  <a:pt x="1094" y="897"/>
                  <a:pt x="1105" y="880"/>
                  <a:pt x="1116" y="861"/>
                </a:cubicBezTo>
                <a:lnTo>
                  <a:pt x="1116" y="1062"/>
                </a:lnTo>
                <a:lnTo>
                  <a:pt x="1142" y="1062"/>
                </a:lnTo>
                <a:lnTo>
                  <a:pt x="1142" y="809"/>
                </a:lnTo>
                <a:cubicBezTo>
                  <a:pt x="1154" y="783"/>
                  <a:pt x="1165" y="753"/>
                  <a:pt x="1175" y="722"/>
                </a:cubicBezTo>
                <a:lnTo>
                  <a:pt x="1148" y="714"/>
                </a:lnTo>
                <a:close/>
                <a:moveTo>
                  <a:pt x="1289" y="713"/>
                </a:moveTo>
                <a:lnTo>
                  <a:pt x="1265" y="725"/>
                </a:lnTo>
                <a:cubicBezTo>
                  <a:pt x="1273" y="737"/>
                  <a:pt x="1280" y="749"/>
                  <a:pt x="1287" y="761"/>
                </a:cubicBezTo>
                <a:lnTo>
                  <a:pt x="1172" y="761"/>
                </a:lnTo>
                <a:lnTo>
                  <a:pt x="1172" y="786"/>
                </a:lnTo>
                <a:lnTo>
                  <a:pt x="1419" y="786"/>
                </a:lnTo>
                <a:lnTo>
                  <a:pt x="1419" y="761"/>
                </a:lnTo>
                <a:lnTo>
                  <a:pt x="1298" y="761"/>
                </a:lnTo>
                <a:lnTo>
                  <a:pt x="1314" y="753"/>
                </a:lnTo>
                <a:cubicBezTo>
                  <a:pt x="1306" y="739"/>
                  <a:pt x="1297" y="726"/>
                  <a:pt x="1289" y="713"/>
                </a:cubicBezTo>
                <a:close/>
                <a:moveTo>
                  <a:pt x="3051" y="397"/>
                </a:moveTo>
                <a:lnTo>
                  <a:pt x="3228" y="397"/>
                </a:lnTo>
                <a:lnTo>
                  <a:pt x="3228" y="438"/>
                </a:lnTo>
                <a:lnTo>
                  <a:pt x="3051" y="438"/>
                </a:lnTo>
                <a:lnTo>
                  <a:pt x="3051" y="397"/>
                </a:lnTo>
                <a:close/>
                <a:moveTo>
                  <a:pt x="3051" y="330"/>
                </a:moveTo>
                <a:lnTo>
                  <a:pt x="3228" y="330"/>
                </a:lnTo>
                <a:lnTo>
                  <a:pt x="3228" y="372"/>
                </a:lnTo>
                <a:lnTo>
                  <a:pt x="3051" y="372"/>
                </a:lnTo>
                <a:lnTo>
                  <a:pt x="3051" y="330"/>
                </a:lnTo>
                <a:close/>
                <a:moveTo>
                  <a:pt x="2095" y="329"/>
                </a:moveTo>
                <a:lnTo>
                  <a:pt x="2175" y="329"/>
                </a:lnTo>
                <a:cubicBezTo>
                  <a:pt x="2167" y="377"/>
                  <a:pt x="2153" y="414"/>
                  <a:pt x="2132" y="442"/>
                </a:cubicBezTo>
                <a:cubicBezTo>
                  <a:pt x="2113" y="413"/>
                  <a:pt x="2101" y="375"/>
                  <a:pt x="2095" y="329"/>
                </a:cubicBezTo>
                <a:close/>
                <a:moveTo>
                  <a:pt x="2647" y="324"/>
                </a:moveTo>
                <a:lnTo>
                  <a:pt x="2715" y="324"/>
                </a:lnTo>
                <a:lnTo>
                  <a:pt x="2715" y="391"/>
                </a:lnTo>
                <a:lnTo>
                  <a:pt x="2647" y="391"/>
                </a:lnTo>
                <a:cubicBezTo>
                  <a:pt x="2647" y="381"/>
                  <a:pt x="2647" y="358"/>
                  <a:pt x="2647" y="324"/>
                </a:cubicBezTo>
                <a:close/>
                <a:moveTo>
                  <a:pt x="990" y="313"/>
                </a:moveTo>
                <a:lnTo>
                  <a:pt x="990" y="338"/>
                </a:lnTo>
                <a:lnTo>
                  <a:pt x="1029" y="338"/>
                </a:lnTo>
                <a:lnTo>
                  <a:pt x="1029" y="462"/>
                </a:lnTo>
                <a:cubicBezTo>
                  <a:pt x="1029" y="475"/>
                  <a:pt x="1025" y="485"/>
                  <a:pt x="1018" y="492"/>
                </a:cubicBezTo>
                <a:lnTo>
                  <a:pt x="1038" y="515"/>
                </a:lnTo>
                <a:cubicBezTo>
                  <a:pt x="1043" y="509"/>
                  <a:pt x="1049" y="502"/>
                  <a:pt x="1055" y="495"/>
                </a:cubicBezTo>
                <a:cubicBezTo>
                  <a:pt x="1068" y="483"/>
                  <a:pt x="1083" y="469"/>
                  <a:pt x="1101" y="453"/>
                </a:cubicBezTo>
                <a:cubicBezTo>
                  <a:pt x="1098" y="443"/>
                  <a:pt x="1096" y="433"/>
                  <a:pt x="1094" y="423"/>
                </a:cubicBezTo>
                <a:cubicBezTo>
                  <a:pt x="1080" y="437"/>
                  <a:pt x="1067" y="449"/>
                  <a:pt x="1055" y="460"/>
                </a:cubicBezTo>
                <a:lnTo>
                  <a:pt x="1055" y="313"/>
                </a:lnTo>
                <a:lnTo>
                  <a:pt x="990" y="313"/>
                </a:lnTo>
                <a:close/>
                <a:moveTo>
                  <a:pt x="1219" y="294"/>
                </a:moveTo>
                <a:lnTo>
                  <a:pt x="1285" y="294"/>
                </a:lnTo>
                <a:lnTo>
                  <a:pt x="1285" y="332"/>
                </a:lnTo>
                <a:lnTo>
                  <a:pt x="1219" y="332"/>
                </a:lnTo>
                <a:lnTo>
                  <a:pt x="1219" y="294"/>
                </a:lnTo>
                <a:close/>
                <a:moveTo>
                  <a:pt x="1129" y="294"/>
                </a:moveTo>
                <a:lnTo>
                  <a:pt x="1194" y="294"/>
                </a:lnTo>
                <a:lnTo>
                  <a:pt x="1194" y="332"/>
                </a:lnTo>
                <a:lnTo>
                  <a:pt x="1129" y="332"/>
                </a:lnTo>
                <a:lnTo>
                  <a:pt x="1129" y="294"/>
                </a:lnTo>
                <a:close/>
                <a:moveTo>
                  <a:pt x="709" y="282"/>
                </a:moveTo>
                <a:lnTo>
                  <a:pt x="709" y="307"/>
                </a:lnTo>
                <a:lnTo>
                  <a:pt x="832" y="307"/>
                </a:lnTo>
                <a:cubicBezTo>
                  <a:pt x="827" y="339"/>
                  <a:pt x="815" y="368"/>
                  <a:pt x="798" y="395"/>
                </a:cubicBezTo>
                <a:cubicBezTo>
                  <a:pt x="778" y="372"/>
                  <a:pt x="758" y="350"/>
                  <a:pt x="739" y="328"/>
                </a:cubicBezTo>
                <a:lnTo>
                  <a:pt x="720" y="344"/>
                </a:lnTo>
                <a:cubicBezTo>
                  <a:pt x="741" y="367"/>
                  <a:pt x="762" y="391"/>
                  <a:pt x="782" y="416"/>
                </a:cubicBezTo>
                <a:cubicBezTo>
                  <a:pt x="759" y="445"/>
                  <a:pt x="727" y="470"/>
                  <a:pt x="687" y="491"/>
                </a:cubicBezTo>
                <a:cubicBezTo>
                  <a:pt x="693" y="500"/>
                  <a:pt x="699" y="507"/>
                  <a:pt x="704" y="515"/>
                </a:cubicBezTo>
                <a:cubicBezTo>
                  <a:pt x="743" y="493"/>
                  <a:pt x="775" y="467"/>
                  <a:pt x="800" y="437"/>
                </a:cubicBezTo>
                <a:cubicBezTo>
                  <a:pt x="819" y="459"/>
                  <a:pt x="838" y="483"/>
                  <a:pt x="856" y="506"/>
                </a:cubicBezTo>
                <a:lnTo>
                  <a:pt x="880" y="486"/>
                </a:lnTo>
                <a:cubicBezTo>
                  <a:pt x="858" y="462"/>
                  <a:pt x="837" y="438"/>
                  <a:pt x="817" y="415"/>
                </a:cubicBezTo>
                <a:cubicBezTo>
                  <a:pt x="839" y="382"/>
                  <a:pt x="854" y="346"/>
                  <a:pt x="862" y="305"/>
                </a:cubicBezTo>
                <a:lnTo>
                  <a:pt x="862" y="282"/>
                </a:lnTo>
                <a:lnTo>
                  <a:pt x="709" y="282"/>
                </a:lnTo>
                <a:close/>
                <a:moveTo>
                  <a:pt x="531" y="278"/>
                </a:moveTo>
                <a:lnTo>
                  <a:pt x="505" y="291"/>
                </a:lnTo>
                <a:cubicBezTo>
                  <a:pt x="531" y="340"/>
                  <a:pt x="558" y="398"/>
                  <a:pt x="587" y="464"/>
                </a:cubicBezTo>
                <a:lnTo>
                  <a:pt x="619" y="449"/>
                </a:lnTo>
                <a:cubicBezTo>
                  <a:pt x="590" y="389"/>
                  <a:pt x="561" y="332"/>
                  <a:pt x="531" y="278"/>
                </a:cubicBezTo>
                <a:close/>
                <a:moveTo>
                  <a:pt x="349" y="277"/>
                </a:moveTo>
                <a:cubicBezTo>
                  <a:pt x="323" y="348"/>
                  <a:pt x="297" y="407"/>
                  <a:pt x="270" y="452"/>
                </a:cubicBezTo>
                <a:cubicBezTo>
                  <a:pt x="281" y="458"/>
                  <a:pt x="291" y="463"/>
                  <a:pt x="299" y="468"/>
                </a:cubicBezTo>
                <a:cubicBezTo>
                  <a:pt x="329" y="412"/>
                  <a:pt x="355" y="351"/>
                  <a:pt x="378" y="287"/>
                </a:cubicBezTo>
                <a:lnTo>
                  <a:pt x="349" y="277"/>
                </a:lnTo>
                <a:close/>
                <a:moveTo>
                  <a:pt x="2407" y="246"/>
                </a:moveTo>
                <a:lnTo>
                  <a:pt x="2527" y="246"/>
                </a:lnTo>
                <a:cubicBezTo>
                  <a:pt x="2517" y="320"/>
                  <a:pt x="2496" y="378"/>
                  <a:pt x="2464" y="422"/>
                </a:cubicBezTo>
                <a:cubicBezTo>
                  <a:pt x="2433" y="381"/>
                  <a:pt x="2414" y="322"/>
                  <a:pt x="2407" y="246"/>
                </a:cubicBezTo>
                <a:close/>
                <a:moveTo>
                  <a:pt x="1219" y="234"/>
                </a:moveTo>
                <a:lnTo>
                  <a:pt x="1285" y="234"/>
                </a:lnTo>
                <a:lnTo>
                  <a:pt x="1285" y="272"/>
                </a:lnTo>
                <a:lnTo>
                  <a:pt x="1219" y="272"/>
                </a:lnTo>
                <a:lnTo>
                  <a:pt x="1219" y="234"/>
                </a:lnTo>
                <a:close/>
                <a:moveTo>
                  <a:pt x="1129" y="234"/>
                </a:moveTo>
                <a:lnTo>
                  <a:pt x="1194" y="234"/>
                </a:lnTo>
                <a:lnTo>
                  <a:pt x="1194" y="272"/>
                </a:lnTo>
                <a:lnTo>
                  <a:pt x="1129" y="272"/>
                </a:lnTo>
                <a:lnTo>
                  <a:pt x="1129" y="234"/>
                </a:lnTo>
                <a:close/>
                <a:moveTo>
                  <a:pt x="2357" y="220"/>
                </a:moveTo>
                <a:lnTo>
                  <a:pt x="2357" y="246"/>
                </a:lnTo>
                <a:lnTo>
                  <a:pt x="2379" y="246"/>
                </a:lnTo>
                <a:cubicBezTo>
                  <a:pt x="2387" y="333"/>
                  <a:pt x="2409" y="399"/>
                  <a:pt x="2445" y="443"/>
                </a:cubicBezTo>
                <a:cubicBezTo>
                  <a:pt x="2419" y="470"/>
                  <a:pt x="2381" y="495"/>
                  <a:pt x="2331" y="518"/>
                </a:cubicBezTo>
                <a:cubicBezTo>
                  <a:pt x="2339" y="527"/>
                  <a:pt x="2346" y="536"/>
                  <a:pt x="2351" y="544"/>
                </a:cubicBezTo>
                <a:cubicBezTo>
                  <a:pt x="2399" y="520"/>
                  <a:pt x="2436" y="494"/>
                  <a:pt x="2463" y="466"/>
                </a:cubicBezTo>
                <a:cubicBezTo>
                  <a:pt x="2487" y="492"/>
                  <a:pt x="2519" y="515"/>
                  <a:pt x="2559" y="536"/>
                </a:cubicBezTo>
                <a:cubicBezTo>
                  <a:pt x="2565" y="528"/>
                  <a:pt x="2573" y="518"/>
                  <a:pt x="2583" y="507"/>
                </a:cubicBezTo>
                <a:cubicBezTo>
                  <a:pt x="2541" y="491"/>
                  <a:pt x="2508" y="469"/>
                  <a:pt x="2482" y="444"/>
                </a:cubicBezTo>
                <a:cubicBezTo>
                  <a:pt x="2521" y="393"/>
                  <a:pt x="2546" y="327"/>
                  <a:pt x="2557" y="245"/>
                </a:cubicBezTo>
                <a:lnTo>
                  <a:pt x="2557" y="220"/>
                </a:lnTo>
                <a:lnTo>
                  <a:pt x="2357" y="220"/>
                </a:lnTo>
                <a:close/>
                <a:moveTo>
                  <a:pt x="660" y="218"/>
                </a:moveTo>
                <a:lnTo>
                  <a:pt x="660" y="373"/>
                </a:lnTo>
                <a:cubicBezTo>
                  <a:pt x="660" y="441"/>
                  <a:pt x="649" y="490"/>
                  <a:pt x="628" y="521"/>
                </a:cubicBezTo>
                <a:cubicBezTo>
                  <a:pt x="636" y="530"/>
                  <a:pt x="643" y="538"/>
                  <a:pt x="649" y="545"/>
                </a:cubicBezTo>
                <a:cubicBezTo>
                  <a:pt x="675" y="507"/>
                  <a:pt x="688" y="450"/>
                  <a:pt x="688" y="372"/>
                </a:cubicBezTo>
                <a:lnTo>
                  <a:pt x="688" y="243"/>
                </a:lnTo>
                <a:lnTo>
                  <a:pt x="894" y="243"/>
                </a:lnTo>
                <a:lnTo>
                  <a:pt x="894" y="383"/>
                </a:lnTo>
                <a:cubicBezTo>
                  <a:pt x="894" y="426"/>
                  <a:pt x="895" y="457"/>
                  <a:pt x="897" y="475"/>
                </a:cubicBezTo>
                <a:cubicBezTo>
                  <a:pt x="902" y="518"/>
                  <a:pt x="916" y="540"/>
                  <a:pt x="940" y="540"/>
                </a:cubicBezTo>
                <a:cubicBezTo>
                  <a:pt x="956" y="540"/>
                  <a:pt x="967" y="528"/>
                  <a:pt x="971" y="505"/>
                </a:cubicBezTo>
                <a:cubicBezTo>
                  <a:pt x="974" y="486"/>
                  <a:pt x="976" y="467"/>
                  <a:pt x="978" y="445"/>
                </a:cubicBezTo>
                <a:cubicBezTo>
                  <a:pt x="971" y="443"/>
                  <a:pt x="963" y="439"/>
                  <a:pt x="952" y="435"/>
                </a:cubicBezTo>
                <a:cubicBezTo>
                  <a:pt x="952" y="452"/>
                  <a:pt x="950" y="473"/>
                  <a:pt x="947" y="495"/>
                </a:cubicBezTo>
                <a:cubicBezTo>
                  <a:pt x="946" y="503"/>
                  <a:pt x="944" y="507"/>
                  <a:pt x="940" y="507"/>
                </a:cubicBezTo>
                <a:cubicBezTo>
                  <a:pt x="932" y="507"/>
                  <a:pt x="927" y="494"/>
                  <a:pt x="924" y="469"/>
                </a:cubicBezTo>
                <a:cubicBezTo>
                  <a:pt x="923" y="454"/>
                  <a:pt x="922" y="425"/>
                  <a:pt x="922" y="383"/>
                </a:cubicBezTo>
                <a:lnTo>
                  <a:pt x="922" y="218"/>
                </a:lnTo>
                <a:lnTo>
                  <a:pt x="660" y="218"/>
                </a:lnTo>
                <a:close/>
                <a:moveTo>
                  <a:pt x="1104" y="211"/>
                </a:moveTo>
                <a:lnTo>
                  <a:pt x="1104" y="366"/>
                </a:lnTo>
                <a:lnTo>
                  <a:pt x="1129" y="366"/>
                </a:lnTo>
                <a:lnTo>
                  <a:pt x="1129" y="355"/>
                </a:lnTo>
                <a:lnTo>
                  <a:pt x="1194" y="355"/>
                </a:lnTo>
                <a:lnTo>
                  <a:pt x="1194" y="393"/>
                </a:lnTo>
                <a:lnTo>
                  <a:pt x="1086" y="393"/>
                </a:lnTo>
                <a:lnTo>
                  <a:pt x="1086" y="416"/>
                </a:lnTo>
                <a:lnTo>
                  <a:pt x="1182" y="416"/>
                </a:lnTo>
                <a:cubicBezTo>
                  <a:pt x="1153" y="451"/>
                  <a:pt x="1118" y="481"/>
                  <a:pt x="1074" y="504"/>
                </a:cubicBezTo>
                <a:cubicBezTo>
                  <a:pt x="1081" y="511"/>
                  <a:pt x="1088" y="518"/>
                  <a:pt x="1094" y="527"/>
                </a:cubicBezTo>
                <a:cubicBezTo>
                  <a:pt x="1131" y="503"/>
                  <a:pt x="1164" y="470"/>
                  <a:pt x="1194" y="428"/>
                </a:cubicBezTo>
                <a:lnTo>
                  <a:pt x="1194" y="541"/>
                </a:lnTo>
                <a:lnTo>
                  <a:pt x="1219" y="541"/>
                </a:lnTo>
                <a:lnTo>
                  <a:pt x="1219" y="427"/>
                </a:lnTo>
                <a:cubicBezTo>
                  <a:pt x="1245" y="468"/>
                  <a:pt x="1280" y="500"/>
                  <a:pt x="1323" y="522"/>
                </a:cubicBezTo>
                <a:cubicBezTo>
                  <a:pt x="1328" y="513"/>
                  <a:pt x="1334" y="505"/>
                  <a:pt x="1340" y="496"/>
                </a:cubicBezTo>
                <a:cubicBezTo>
                  <a:pt x="1297" y="480"/>
                  <a:pt x="1261" y="453"/>
                  <a:pt x="1231" y="416"/>
                </a:cubicBezTo>
                <a:lnTo>
                  <a:pt x="1330" y="416"/>
                </a:lnTo>
                <a:lnTo>
                  <a:pt x="1330" y="393"/>
                </a:lnTo>
                <a:lnTo>
                  <a:pt x="1219" y="393"/>
                </a:lnTo>
                <a:lnTo>
                  <a:pt x="1219" y="355"/>
                </a:lnTo>
                <a:lnTo>
                  <a:pt x="1285" y="355"/>
                </a:lnTo>
                <a:lnTo>
                  <a:pt x="1285" y="366"/>
                </a:lnTo>
                <a:lnTo>
                  <a:pt x="1310" y="366"/>
                </a:lnTo>
                <a:lnTo>
                  <a:pt x="1310" y="211"/>
                </a:lnTo>
                <a:lnTo>
                  <a:pt x="1104" y="211"/>
                </a:lnTo>
                <a:close/>
                <a:moveTo>
                  <a:pt x="2926" y="209"/>
                </a:moveTo>
                <a:cubicBezTo>
                  <a:pt x="2880" y="217"/>
                  <a:pt x="2829" y="222"/>
                  <a:pt x="2773" y="224"/>
                </a:cubicBezTo>
                <a:lnTo>
                  <a:pt x="2773" y="370"/>
                </a:lnTo>
                <a:cubicBezTo>
                  <a:pt x="2773" y="433"/>
                  <a:pt x="2754" y="483"/>
                  <a:pt x="2717" y="521"/>
                </a:cubicBezTo>
                <a:cubicBezTo>
                  <a:pt x="2724" y="529"/>
                  <a:pt x="2730" y="536"/>
                  <a:pt x="2737" y="544"/>
                </a:cubicBezTo>
                <a:cubicBezTo>
                  <a:pt x="2778" y="502"/>
                  <a:pt x="2799" y="444"/>
                  <a:pt x="2799" y="371"/>
                </a:cubicBezTo>
                <a:lnTo>
                  <a:pt x="2799" y="351"/>
                </a:lnTo>
                <a:lnTo>
                  <a:pt x="2861" y="351"/>
                </a:lnTo>
                <a:lnTo>
                  <a:pt x="2861" y="540"/>
                </a:lnTo>
                <a:lnTo>
                  <a:pt x="2887" y="540"/>
                </a:lnTo>
                <a:lnTo>
                  <a:pt x="2887" y="351"/>
                </a:lnTo>
                <a:lnTo>
                  <a:pt x="2942" y="351"/>
                </a:lnTo>
                <a:lnTo>
                  <a:pt x="2942" y="326"/>
                </a:lnTo>
                <a:lnTo>
                  <a:pt x="2799" y="326"/>
                </a:lnTo>
                <a:lnTo>
                  <a:pt x="2799" y="249"/>
                </a:lnTo>
                <a:cubicBezTo>
                  <a:pt x="2831" y="247"/>
                  <a:pt x="2876" y="242"/>
                  <a:pt x="2935" y="235"/>
                </a:cubicBezTo>
                <a:lnTo>
                  <a:pt x="2926" y="209"/>
                </a:lnTo>
                <a:close/>
                <a:moveTo>
                  <a:pt x="2205" y="209"/>
                </a:moveTo>
                <a:cubicBezTo>
                  <a:pt x="2155" y="218"/>
                  <a:pt x="2096" y="223"/>
                  <a:pt x="2028" y="224"/>
                </a:cubicBezTo>
                <a:lnTo>
                  <a:pt x="2028" y="364"/>
                </a:lnTo>
                <a:cubicBezTo>
                  <a:pt x="2028" y="400"/>
                  <a:pt x="2025" y="429"/>
                  <a:pt x="2020" y="451"/>
                </a:cubicBezTo>
                <a:cubicBezTo>
                  <a:pt x="2015" y="473"/>
                  <a:pt x="2005" y="496"/>
                  <a:pt x="1990" y="519"/>
                </a:cubicBezTo>
                <a:cubicBezTo>
                  <a:pt x="1996" y="526"/>
                  <a:pt x="2002" y="534"/>
                  <a:pt x="2008" y="542"/>
                </a:cubicBezTo>
                <a:cubicBezTo>
                  <a:pt x="2038" y="501"/>
                  <a:pt x="2053" y="448"/>
                  <a:pt x="2053" y="383"/>
                </a:cubicBezTo>
                <a:lnTo>
                  <a:pt x="2053" y="329"/>
                </a:lnTo>
                <a:lnTo>
                  <a:pt x="2070" y="329"/>
                </a:lnTo>
                <a:cubicBezTo>
                  <a:pt x="2077" y="385"/>
                  <a:pt x="2091" y="430"/>
                  <a:pt x="2115" y="462"/>
                </a:cubicBezTo>
                <a:cubicBezTo>
                  <a:pt x="2096" y="482"/>
                  <a:pt x="2068" y="500"/>
                  <a:pt x="2033" y="517"/>
                </a:cubicBezTo>
                <a:cubicBezTo>
                  <a:pt x="2040" y="526"/>
                  <a:pt x="2045" y="534"/>
                  <a:pt x="2050" y="542"/>
                </a:cubicBezTo>
                <a:cubicBezTo>
                  <a:pt x="2084" y="522"/>
                  <a:pt x="2111" y="503"/>
                  <a:pt x="2130" y="482"/>
                </a:cubicBezTo>
                <a:cubicBezTo>
                  <a:pt x="2147" y="501"/>
                  <a:pt x="2170" y="519"/>
                  <a:pt x="2201" y="537"/>
                </a:cubicBezTo>
                <a:cubicBezTo>
                  <a:pt x="2206" y="529"/>
                  <a:pt x="2214" y="521"/>
                  <a:pt x="2222" y="511"/>
                </a:cubicBezTo>
                <a:cubicBezTo>
                  <a:pt x="2189" y="496"/>
                  <a:pt x="2165" y="480"/>
                  <a:pt x="2148" y="462"/>
                </a:cubicBezTo>
                <a:cubicBezTo>
                  <a:pt x="2174" y="428"/>
                  <a:pt x="2192" y="383"/>
                  <a:pt x="2201" y="327"/>
                </a:cubicBezTo>
                <a:lnTo>
                  <a:pt x="2201" y="306"/>
                </a:lnTo>
                <a:lnTo>
                  <a:pt x="2053" y="306"/>
                </a:lnTo>
                <a:lnTo>
                  <a:pt x="2053" y="249"/>
                </a:lnTo>
                <a:cubicBezTo>
                  <a:pt x="2094" y="248"/>
                  <a:pt x="2148" y="244"/>
                  <a:pt x="2214" y="235"/>
                </a:cubicBezTo>
                <a:lnTo>
                  <a:pt x="2205" y="209"/>
                </a:lnTo>
                <a:close/>
                <a:moveTo>
                  <a:pt x="2744" y="208"/>
                </a:moveTo>
                <a:cubicBezTo>
                  <a:pt x="2701" y="217"/>
                  <a:pt x="2661" y="221"/>
                  <a:pt x="2622" y="222"/>
                </a:cubicBezTo>
                <a:lnTo>
                  <a:pt x="2622" y="375"/>
                </a:lnTo>
                <a:cubicBezTo>
                  <a:pt x="2622" y="443"/>
                  <a:pt x="2611" y="492"/>
                  <a:pt x="2590" y="521"/>
                </a:cubicBezTo>
                <a:cubicBezTo>
                  <a:pt x="2597" y="528"/>
                  <a:pt x="2603" y="535"/>
                  <a:pt x="2609" y="542"/>
                </a:cubicBezTo>
                <a:cubicBezTo>
                  <a:pt x="2630" y="511"/>
                  <a:pt x="2642" y="468"/>
                  <a:pt x="2646" y="415"/>
                </a:cubicBezTo>
                <a:lnTo>
                  <a:pt x="2715" y="415"/>
                </a:lnTo>
                <a:lnTo>
                  <a:pt x="2715" y="430"/>
                </a:lnTo>
                <a:lnTo>
                  <a:pt x="2740" y="430"/>
                </a:lnTo>
                <a:lnTo>
                  <a:pt x="2740" y="300"/>
                </a:lnTo>
                <a:lnTo>
                  <a:pt x="2647" y="300"/>
                </a:lnTo>
                <a:lnTo>
                  <a:pt x="2647" y="247"/>
                </a:lnTo>
                <a:cubicBezTo>
                  <a:pt x="2683" y="244"/>
                  <a:pt x="2718" y="240"/>
                  <a:pt x="2753" y="234"/>
                </a:cubicBezTo>
                <a:lnTo>
                  <a:pt x="2744" y="208"/>
                </a:lnTo>
                <a:close/>
                <a:moveTo>
                  <a:pt x="1028" y="204"/>
                </a:moveTo>
                <a:lnTo>
                  <a:pt x="1010" y="221"/>
                </a:lnTo>
                <a:cubicBezTo>
                  <a:pt x="1026" y="238"/>
                  <a:pt x="1042" y="257"/>
                  <a:pt x="1058" y="278"/>
                </a:cubicBezTo>
                <a:lnTo>
                  <a:pt x="1080" y="260"/>
                </a:lnTo>
                <a:cubicBezTo>
                  <a:pt x="1066" y="243"/>
                  <a:pt x="1049" y="224"/>
                  <a:pt x="1028" y="204"/>
                </a:cubicBezTo>
                <a:close/>
                <a:moveTo>
                  <a:pt x="432" y="200"/>
                </a:moveTo>
                <a:lnTo>
                  <a:pt x="432" y="484"/>
                </a:lnTo>
                <a:cubicBezTo>
                  <a:pt x="432" y="499"/>
                  <a:pt x="424" y="506"/>
                  <a:pt x="407" y="506"/>
                </a:cubicBezTo>
                <a:cubicBezTo>
                  <a:pt x="395" y="506"/>
                  <a:pt x="378" y="505"/>
                  <a:pt x="356" y="503"/>
                </a:cubicBezTo>
                <a:cubicBezTo>
                  <a:pt x="358" y="515"/>
                  <a:pt x="360" y="526"/>
                  <a:pt x="362" y="536"/>
                </a:cubicBezTo>
                <a:cubicBezTo>
                  <a:pt x="384" y="537"/>
                  <a:pt x="401" y="537"/>
                  <a:pt x="414" y="537"/>
                </a:cubicBezTo>
                <a:cubicBezTo>
                  <a:pt x="447" y="537"/>
                  <a:pt x="464" y="522"/>
                  <a:pt x="464" y="491"/>
                </a:cubicBezTo>
                <a:lnTo>
                  <a:pt x="464" y="200"/>
                </a:lnTo>
                <a:lnTo>
                  <a:pt x="432" y="200"/>
                </a:lnTo>
                <a:close/>
                <a:moveTo>
                  <a:pt x="1958" y="199"/>
                </a:moveTo>
                <a:lnTo>
                  <a:pt x="1958" y="304"/>
                </a:lnTo>
                <a:lnTo>
                  <a:pt x="1921" y="304"/>
                </a:lnTo>
                <a:lnTo>
                  <a:pt x="1921" y="208"/>
                </a:lnTo>
                <a:lnTo>
                  <a:pt x="1896" y="208"/>
                </a:lnTo>
                <a:lnTo>
                  <a:pt x="1896" y="388"/>
                </a:lnTo>
                <a:cubicBezTo>
                  <a:pt x="1896" y="448"/>
                  <a:pt x="1888" y="492"/>
                  <a:pt x="1871" y="522"/>
                </a:cubicBezTo>
                <a:cubicBezTo>
                  <a:pt x="1879" y="529"/>
                  <a:pt x="1886" y="535"/>
                  <a:pt x="1891" y="542"/>
                </a:cubicBezTo>
                <a:cubicBezTo>
                  <a:pt x="1910" y="506"/>
                  <a:pt x="1920" y="460"/>
                  <a:pt x="1921" y="404"/>
                </a:cubicBezTo>
                <a:lnTo>
                  <a:pt x="1960" y="404"/>
                </a:lnTo>
                <a:lnTo>
                  <a:pt x="1960" y="537"/>
                </a:lnTo>
                <a:lnTo>
                  <a:pt x="1985" y="537"/>
                </a:lnTo>
                <a:lnTo>
                  <a:pt x="1985" y="382"/>
                </a:lnTo>
                <a:lnTo>
                  <a:pt x="1921" y="382"/>
                </a:lnTo>
                <a:lnTo>
                  <a:pt x="1921" y="326"/>
                </a:lnTo>
                <a:lnTo>
                  <a:pt x="2012" y="326"/>
                </a:lnTo>
                <a:lnTo>
                  <a:pt x="2012" y="304"/>
                </a:lnTo>
                <a:lnTo>
                  <a:pt x="1983" y="304"/>
                </a:lnTo>
                <a:lnTo>
                  <a:pt x="1983" y="199"/>
                </a:lnTo>
                <a:lnTo>
                  <a:pt x="1958" y="199"/>
                </a:lnTo>
                <a:close/>
                <a:moveTo>
                  <a:pt x="1576" y="198"/>
                </a:moveTo>
                <a:lnTo>
                  <a:pt x="1576" y="279"/>
                </a:lnTo>
                <a:lnTo>
                  <a:pt x="1517" y="279"/>
                </a:lnTo>
                <a:cubicBezTo>
                  <a:pt x="1523" y="264"/>
                  <a:pt x="1527" y="247"/>
                  <a:pt x="1532" y="230"/>
                </a:cubicBezTo>
                <a:lnTo>
                  <a:pt x="1504" y="222"/>
                </a:lnTo>
                <a:cubicBezTo>
                  <a:pt x="1494" y="270"/>
                  <a:pt x="1477" y="314"/>
                  <a:pt x="1455" y="353"/>
                </a:cubicBezTo>
                <a:cubicBezTo>
                  <a:pt x="1464" y="359"/>
                  <a:pt x="1471" y="365"/>
                  <a:pt x="1478" y="372"/>
                </a:cubicBezTo>
                <a:cubicBezTo>
                  <a:pt x="1489" y="352"/>
                  <a:pt x="1499" y="329"/>
                  <a:pt x="1509" y="304"/>
                </a:cubicBezTo>
                <a:lnTo>
                  <a:pt x="1576" y="304"/>
                </a:lnTo>
                <a:lnTo>
                  <a:pt x="1576" y="393"/>
                </a:lnTo>
                <a:lnTo>
                  <a:pt x="1454" y="393"/>
                </a:lnTo>
                <a:lnTo>
                  <a:pt x="1454" y="418"/>
                </a:lnTo>
                <a:lnTo>
                  <a:pt x="1576" y="418"/>
                </a:lnTo>
                <a:lnTo>
                  <a:pt x="1576" y="541"/>
                </a:lnTo>
                <a:lnTo>
                  <a:pt x="1604" y="541"/>
                </a:lnTo>
                <a:lnTo>
                  <a:pt x="1604" y="418"/>
                </a:lnTo>
                <a:lnTo>
                  <a:pt x="1700" y="418"/>
                </a:lnTo>
                <a:lnTo>
                  <a:pt x="1700" y="393"/>
                </a:lnTo>
                <a:lnTo>
                  <a:pt x="1604" y="393"/>
                </a:lnTo>
                <a:lnTo>
                  <a:pt x="1604" y="304"/>
                </a:lnTo>
                <a:lnTo>
                  <a:pt x="1688" y="304"/>
                </a:lnTo>
                <a:lnTo>
                  <a:pt x="1688" y="279"/>
                </a:lnTo>
                <a:lnTo>
                  <a:pt x="1604" y="279"/>
                </a:lnTo>
                <a:lnTo>
                  <a:pt x="1604" y="198"/>
                </a:lnTo>
                <a:lnTo>
                  <a:pt x="1576" y="198"/>
                </a:lnTo>
                <a:close/>
                <a:moveTo>
                  <a:pt x="1426" y="198"/>
                </a:moveTo>
                <a:cubicBezTo>
                  <a:pt x="1406" y="266"/>
                  <a:pt x="1380" y="324"/>
                  <a:pt x="1348" y="372"/>
                </a:cubicBezTo>
                <a:cubicBezTo>
                  <a:pt x="1353" y="382"/>
                  <a:pt x="1357" y="393"/>
                  <a:pt x="1361" y="403"/>
                </a:cubicBezTo>
                <a:cubicBezTo>
                  <a:pt x="1374" y="384"/>
                  <a:pt x="1387" y="364"/>
                  <a:pt x="1399" y="342"/>
                </a:cubicBezTo>
                <a:lnTo>
                  <a:pt x="1399" y="541"/>
                </a:lnTo>
                <a:lnTo>
                  <a:pt x="1427" y="541"/>
                </a:lnTo>
                <a:lnTo>
                  <a:pt x="1427" y="283"/>
                </a:lnTo>
                <a:cubicBezTo>
                  <a:pt x="1437" y="259"/>
                  <a:pt x="1446" y="234"/>
                  <a:pt x="1455" y="206"/>
                </a:cubicBezTo>
                <a:lnTo>
                  <a:pt x="1426" y="198"/>
                </a:lnTo>
                <a:close/>
                <a:moveTo>
                  <a:pt x="2288" y="197"/>
                </a:moveTo>
                <a:lnTo>
                  <a:pt x="2288" y="272"/>
                </a:lnTo>
                <a:lnTo>
                  <a:pt x="2234" y="272"/>
                </a:lnTo>
                <a:lnTo>
                  <a:pt x="2234" y="297"/>
                </a:lnTo>
                <a:lnTo>
                  <a:pt x="2283" y="297"/>
                </a:lnTo>
                <a:cubicBezTo>
                  <a:pt x="2272" y="342"/>
                  <a:pt x="2254" y="383"/>
                  <a:pt x="2230" y="419"/>
                </a:cubicBezTo>
                <a:cubicBezTo>
                  <a:pt x="2235" y="430"/>
                  <a:pt x="2239" y="440"/>
                  <a:pt x="2242" y="450"/>
                </a:cubicBezTo>
                <a:cubicBezTo>
                  <a:pt x="2260" y="423"/>
                  <a:pt x="2275" y="389"/>
                  <a:pt x="2288" y="350"/>
                </a:cubicBezTo>
                <a:lnTo>
                  <a:pt x="2288" y="543"/>
                </a:lnTo>
                <a:lnTo>
                  <a:pt x="2314" y="543"/>
                </a:lnTo>
                <a:lnTo>
                  <a:pt x="2314" y="349"/>
                </a:lnTo>
                <a:cubicBezTo>
                  <a:pt x="2328" y="364"/>
                  <a:pt x="2343" y="382"/>
                  <a:pt x="2359" y="402"/>
                </a:cubicBezTo>
                <a:lnTo>
                  <a:pt x="2380" y="382"/>
                </a:lnTo>
                <a:cubicBezTo>
                  <a:pt x="2367" y="367"/>
                  <a:pt x="2350" y="349"/>
                  <a:pt x="2329" y="329"/>
                </a:cubicBezTo>
                <a:lnTo>
                  <a:pt x="2314" y="343"/>
                </a:lnTo>
                <a:lnTo>
                  <a:pt x="2314" y="297"/>
                </a:lnTo>
                <a:lnTo>
                  <a:pt x="2364" y="297"/>
                </a:lnTo>
                <a:lnTo>
                  <a:pt x="2364" y="272"/>
                </a:lnTo>
                <a:lnTo>
                  <a:pt x="2314" y="272"/>
                </a:lnTo>
                <a:lnTo>
                  <a:pt x="2314" y="197"/>
                </a:lnTo>
                <a:lnTo>
                  <a:pt x="2288" y="197"/>
                </a:lnTo>
                <a:close/>
                <a:moveTo>
                  <a:pt x="3087" y="194"/>
                </a:moveTo>
                <a:cubicBezTo>
                  <a:pt x="3082" y="209"/>
                  <a:pt x="3076" y="224"/>
                  <a:pt x="3069" y="239"/>
                </a:cubicBezTo>
                <a:lnTo>
                  <a:pt x="2960" y="239"/>
                </a:lnTo>
                <a:lnTo>
                  <a:pt x="2960" y="265"/>
                </a:lnTo>
                <a:lnTo>
                  <a:pt x="3056" y="265"/>
                </a:lnTo>
                <a:cubicBezTo>
                  <a:pt x="3031" y="312"/>
                  <a:pt x="2995" y="355"/>
                  <a:pt x="2950" y="393"/>
                </a:cubicBezTo>
                <a:cubicBezTo>
                  <a:pt x="2956" y="402"/>
                  <a:pt x="2962" y="410"/>
                  <a:pt x="2967" y="418"/>
                </a:cubicBezTo>
                <a:cubicBezTo>
                  <a:pt x="2987" y="399"/>
                  <a:pt x="3006" y="380"/>
                  <a:pt x="3023" y="359"/>
                </a:cubicBezTo>
                <a:lnTo>
                  <a:pt x="3023" y="541"/>
                </a:lnTo>
                <a:lnTo>
                  <a:pt x="3051" y="541"/>
                </a:lnTo>
                <a:lnTo>
                  <a:pt x="3051" y="463"/>
                </a:lnTo>
                <a:lnTo>
                  <a:pt x="3228" y="463"/>
                </a:lnTo>
                <a:lnTo>
                  <a:pt x="3228" y="487"/>
                </a:lnTo>
                <a:cubicBezTo>
                  <a:pt x="3228" y="502"/>
                  <a:pt x="3220" y="510"/>
                  <a:pt x="3204" y="510"/>
                </a:cubicBezTo>
                <a:cubicBezTo>
                  <a:pt x="3191" y="510"/>
                  <a:pt x="3173" y="509"/>
                  <a:pt x="3152" y="508"/>
                </a:cubicBezTo>
                <a:cubicBezTo>
                  <a:pt x="3154" y="519"/>
                  <a:pt x="3156" y="529"/>
                  <a:pt x="3157" y="537"/>
                </a:cubicBezTo>
                <a:cubicBezTo>
                  <a:pt x="3182" y="537"/>
                  <a:pt x="3201" y="537"/>
                  <a:pt x="3214" y="536"/>
                </a:cubicBezTo>
                <a:cubicBezTo>
                  <a:pt x="3242" y="536"/>
                  <a:pt x="3256" y="521"/>
                  <a:pt x="3256" y="492"/>
                </a:cubicBezTo>
                <a:lnTo>
                  <a:pt x="3256" y="305"/>
                </a:lnTo>
                <a:lnTo>
                  <a:pt x="3064" y="305"/>
                </a:lnTo>
                <a:cubicBezTo>
                  <a:pt x="3073" y="292"/>
                  <a:pt x="3081" y="279"/>
                  <a:pt x="3088" y="265"/>
                </a:cubicBezTo>
                <a:lnTo>
                  <a:pt x="3299" y="265"/>
                </a:lnTo>
                <a:lnTo>
                  <a:pt x="3299" y="239"/>
                </a:lnTo>
                <a:lnTo>
                  <a:pt x="3101" y="239"/>
                </a:lnTo>
                <a:cubicBezTo>
                  <a:pt x="3106" y="226"/>
                  <a:pt x="3111" y="214"/>
                  <a:pt x="3116" y="201"/>
                </a:cubicBezTo>
                <a:lnTo>
                  <a:pt x="3087" y="194"/>
                </a:lnTo>
                <a:close/>
                <a:moveTo>
                  <a:pt x="0" y="0"/>
                </a:moveTo>
                <a:lnTo>
                  <a:pt x="3571" y="0"/>
                </a:lnTo>
                <a:lnTo>
                  <a:pt x="3571" y="1190"/>
                </a:lnTo>
                <a:lnTo>
                  <a:pt x="0" y="119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楷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楷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8" Type="http://schemas.openxmlformats.org/officeDocument/2006/relationships/tags" Target="../tags/tag55.xml"/><Relationship Id="rId57" Type="http://schemas.openxmlformats.org/officeDocument/2006/relationships/tags" Target="../tags/tag54.xml"/><Relationship Id="rId56" Type="http://schemas.openxmlformats.org/officeDocument/2006/relationships/tags" Target="../tags/tag53.xml"/><Relationship Id="rId55" Type="http://schemas.openxmlformats.org/officeDocument/2006/relationships/tags" Target="../tags/tag52.xml"/><Relationship Id="rId54" Type="http://schemas.openxmlformats.org/officeDocument/2006/relationships/tags" Target="../tags/tag51.xml"/><Relationship Id="rId53" Type="http://schemas.openxmlformats.org/officeDocument/2006/relationships/tags" Target="../tags/tag50.xml"/><Relationship Id="rId52" Type="http://schemas.openxmlformats.org/officeDocument/2006/relationships/tags" Target="../tags/tag49.xml"/><Relationship Id="rId51" Type="http://schemas.openxmlformats.org/officeDocument/2006/relationships/tags" Target="../tags/tag48.xml"/><Relationship Id="rId50" Type="http://schemas.openxmlformats.org/officeDocument/2006/relationships/tags" Target="../tags/tag47.xml"/><Relationship Id="rId5" Type="http://schemas.openxmlformats.org/officeDocument/2006/relationships/tags" Target="../tags/tag4.xml"/><Relationship Id="rId49" Type="http://schemas.openxmlformats.org/officeDocument/2006/relationships/tags" Target="../tags/tag46.xml"/><Relationship Id="rId48" Type="http://schemas.openxmlformats.org/officeDocument/2006/relationships/tags" Target="../tags/tag45.xml"/><Relationship Id="rId47" Type="http://schemas.openxmlformats.org/officeDocument/2006/relationships/tags" Target="../tags/tag44.xml"/><Relationship Id="rId46" Type="http://schemas.openxmlformats.org/officeDocument/2006/relationships/tags" Target="../tags/tag43.xml"/><Relationship Id="rId45" Type="http://schemas.openxmlformats.org/officeDocument/2006/relationships/tags" Target="../tags/tag42.xml"/><Relationship Id="rId44" Type="http://schemas.openxmlformats.org/officeDocument/2006/relationships/tags" Target="../tags/tag41.xml"/><Relationship Id="rId43" Type="http://schemas.openxmlformats.org/officeDocument/2006/relationships/tags" Target="../tags/tag40.xml"/><Relationship Id="rId42" Type="http://schemas.openxmlformats.org/officeDocument/2006/relationships/tags" Target="../tags/tag39.xml"/><Relationship Id="rId41" Type="http://schemas.openxmlformats.org/officeDocument/2006/relationships/tags" Target="../tags/tag38.xml"/><Relationship Id="rId40" Type="http://schemas.openxmlformats.org/officeDocument/2006/relationships/tags" Target="../tags/tag37.xml"/><Relationship Id="rId4" Type="http://schemas.openxmlformats.org/officeDocument/2006/relationships/tags" Target="../tags/tag3.xml"/><Relationship Id="rId39" Type="http://schemas.openxmlformats.org/officeDocument/2006/relationships/tags" Target="../tags/tag36.xml"/><Relationship Id="rId38" Type="http://schemas.openxmlformats.org/officeDocument/2006/relationships/tags" Target="../tags/tag35.xml"/><Relationship Id="rId37" Type="http://schemas.openxmlformats.org/officeDocument/2006/relationships/tags" Target="../tags/tag34.xml"/><Relationship Id="rId36" Type="http://schemas.openxmlformats.org/officeDocument/2006/relationships/tags" Target="../tags/tag33.xml"/><Relationship Id="rId35" Type="http://schemas.openxmlformats.org/officeDocument/2006/relationships/tags" Target="../tags/tag32.xml"/><Relationship Id="rId34" Type="http://schemas.openxmlformats.org/officeDocument/2006/relationships/tags" Target="../tags/tag31.xml"/><Relationship Id="rId33" Type="http://schemas.openxmlformats.org/officeDocument/2006/relationships/tags" Target="../tags/tag30.xml"/><Relationship Id="rId32" Type="http://schemas.openxmlformats.org/officeDocument/2006/relationships/tags" Target="../tags/tag29.xml"/><Relationship Id="rId31" Type="http://schemas.openxmlformats.org/officeDocument/2006/relationships/tags" Target="../tags/tag28.xml"/><Relationship Id="rId30" Type="http://schemas.openxmlformats.org/officeDocument/2006/relationships/tags" Target="../tags/tag27.xml"/><Relationship Id="rId3" Type="http://schemas.openxmlformats.org/officeDocument/2006/relationships/tags" Target="../tags/tag2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1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5" Type="http://schemas.openxmlformats.org/officeDocument/2006/relationships/tags" Target="../tags/tag109.xml"/><Relationship Id="rId54" Type="http://schemas.openxmlformats.org/officeDocument/2006/relationships/tags" Target="../tags/tag108.xml"/><Relationship Id="rId53" Type="http://schemas.openxmlformats.org/officeDocument/2006/relationships/tags" Target="../tags/tag107.xml"/><Relationship Id="rId52" Type="http://schemas.openxmlformats.org/officeDocument/2006/relationships/tags" Target="../tags/tag106.xml"/><Relationship Id="rId51" Type="http://schemas.openxmlformats.org/officeDocument/2006/relationships/tags" Target="../tags/tag105.xml"/><Relationship Id="rId50" Type="http://schemas.openxmlformats.org/officeDocument/2006/relationships/tags" Target="../tags/tag104.xml"/><Relationship Id="rId5" Type="http://schemas.openxmlformats.org/officeDocument/2006/relationships/tags" Target="../tags/tag59.xml"/><Relationship Id="rId49" Type="http://schemas.openxmlformats.org/officeDocument/2006/relationships/tags" Target="../tags/tag103.xml"/><Relationship Id="rId48" Type="http://schemas.openxmlformats.org/officeDocument/2006/relationships/tags" Target="../tags/tag102.xml"/><Relationship Id="rId47" Type="http://schemas.openxmlformats.org/officeDocument/2006/relationships/tags" Target="../tags/tag101.xml"/><Relationship Id="rId46" Type="http://schemas.openxmlformats.org/officeDocument/2006/relationships/tags" Target="../tags/tag100.xml"/><Relationship Id="rId45" Type="http://schemas.openxmlformats.org/officeDocument/2006/relationships/tags" Target="../tags/tag99.xml"/><Relationship Id="rId44" Type="http://schemas.openxmlformats.org/officeDocument/2006/relationships/tags" Target="../tags/tag98.xml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tags" Target="../tags/tag58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tags" Target="../tags/tag57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56.xml"/><Relationship Id="rId19" Type="http://schemas.openxmlformats.org/officeDocument/2006/relationships/tags" Target="../tags/tag73.xml"/><Relationship Id="rId18" Type="http://schemas.openxmlformats.org/officeDocument/2006/relationships/tags" Target="../tags/tag72.xml"/><Relationship Id="rId17" Type="http://schemas.openxmlformats.org/officeDocument/2006/relationships/tags" Target="../tags/tag71.xml"/><Relationship Id="rId16" Type="http://schemas.openxmlformats.org/officeDocument/2006/relationships/tags" Target="../tags/tag70.xml"/><Relationship Id="rId15" Type="http://schemas.openxmlformats.org/officeDocument/2006/relationships/tags" Target="../tags/tag69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9" Type="http://schemas.openxmlformats.org/officeDocument/2006/relationships/tags" Target="../tags/tag207.xml"/><Relationship Id="rId98" Type="http://schemas.openxmlformats.org/officeDocument/2006/relationships/tags" Target="../tags/tag206.xml"/><Relationship Id="rId97" Type="http://schemas.openxmlformats.org/officeDocument/2006/relationships/tags" Target="../tags/tag205.xml"/><Relationship Id="rId96" Type="http://schemas.openxmlformats.org/officeDocument/2006/relationships/tags" Target="../tags/tag204.xml"/><Relationship Id="rId95" Type="http://schemas.openxmlformats.org/officeDocument/2006/relationships/tags" Target="../tags/tag203.xml"/><Relationship Id="rId94" Type="http://schemas.openxmlformats.org/officeDocument/2006/relationships/tags" Target="../tags/tag202.xml"/><Relationship Id="rId93" Type="http://schemas.openxmlformats.org/officeDocument/2006/relationships/tags" Target="../tags/tag201.xml"/><Relationship Id="rId92" Type="http://schemas.openxmlformats.org/officeDocument/2006/relationships/tags" Target="../tags/tag200.xml"/><Relationship Id="rId91" Type="http://schemas.openxmlformats.org/officeDocument/2006/relationships/tags" Target="../tags/tag199.xml"/><Relationship Id="rId90" Type="http://schemas.openxmlformats.org/officeDocument/2006/relationships/tags" Target="../tags/tag198.xml"/><Relationship Id="rId9" Type="http://schemas.openxmlformats.org/officeDocument/2006/relationships/tags" Target="../tags/tag117.xml"/><Relationship Id="rId89" Type="http://schemas.openxmlformats.org/officeDocument/2006/relationships/tags" Target="../tags/tag197.xml"/><Relationship Id="rId88" Type="http://schemas.openxmlformats.org/officeDocument/2006/relationships/tags" Target="../tags/tag196.xml"/><Relationship Id="rId87" Type="http://schemas.openxmlformats.org/officeDocument/2006/relationships/tags" Target="../tags/tag195.xml"/><Relationship Id="rId86" Type="http://schemas.openxmlformats.org/officeDocument/2006/relationships/tags" Target="../tags/tag194.xml"/><Relationship Id="rId85" Type="http://schemas.openxmlformats.org/officeDocument/2006/relationships/tags" Target="../tags/tag193.xml"/><Relationship Id="rId84" Type="http://schemas.openxmlformats.org/officeDocument/2006/relationships/tags" Target="../tags/tag192.xml"/><Relationship Id="rId83" Type="http://schemas.openxmlformats.org/officeDocument/2006/relationships/tags" Target="../tags/tag191.xml"/><Relationship Id="rId82" Type="http://schemas.openxmlformats.org/officeDocument/2006/relationships/tags" Target="../tags/tag190.xml"/><Relationship Id="rId81" Type="http://schemas.openxmlformats.org/officeDocument/2006/relationships/tags" Target="../tags/tag189.xml"/><Relationship Id="rId80" Type="http://schemas.openxmlformats.org/officeDocument/2006/relationships/tags" Target="../tags/tag188.xml"/><Relationship Id="rId8" Type="http://schemas.openxmlformats.org/officeDocument/2006/relationships/tags" Target="../tags/tag116.xml"/><Relationship Id="rId79" Type="http://schemas.openxmlformats.org/officeDocument/2006/relationships/tags" Target="../tags/tag187.xml"/><Relationship Id="rId78" Type="http://schemas.openxmlformats.org/officeDocument/2006/relationships/tags" Target="../tags/tag186.xml"/><Relationship Id="rId77" Type="http://schemas.openxmlformats.org/officeDocument/2006/relationships/tags" Target="../tags/tag185.xml"/><Relationship Id="rId76" Type="http://schemas.openxmlformats.org/officeDocument/2006/relationships/tags" Target="../tags/tag184.xml"/><Relationship Id="rId75" Type="http://schemas.openxmlformats.org/officeDocument/2006/relationships/tags" Target="../tags/tag183.xml"/><Relationship Id="rId74" Type="http://schemas.openxmlformats.org/officeDocument/2006/relationships/tags" Target="../tags/tag182.xml"/><Relationship Id="rId73" Type="http://schemas.openxmlformats.org/officeDocument/2006/relationships/tags" Target="../tags/tag181.xml"/><Relationship Id="rId72" Type="http://schemas.openxmlformats.org/officeDocument/2006/relationships/tags" Target="../tags/tag180.xml"/><Relationship Id="rId71" Type="http://schemas.openxmlformats.org/officeDocument/2006/relationships/tags" Target="../tags/tag179.xml"/><Relationship Id="rId70" Type="http://schemas.openxmlformats.org/officeDocument/2006/relationships/tags" Target="../tags/tag178.xml"/><Relationship Id="rId7" Type="http://schemas.openxmlformats.org/officeDocument/2006/relationships/tags" Target="../tags/tag115.xml"/><Relationship Id="rId69" Type="http://schemas.openxmlformats.org/officeDocument/2006/relationships/tags" Target="../tags/tag177.xml"/><Relationship Id="rId68" Type="http://schemas.openxmlformats.org/officeDocument/2006/relationships/tags" Target="../tags/tag176.xml"/><Relationship Id="rId67" Type="http://schemas.openxmlformats.org/officeDocument/2006/relationships/tags" Target="../tags/tag175.xml"/><Relationship Id="rId66" Type="http://schemas.openxmlformats.org/officeDocument/2006/relationships/tags" Target="../tags/tag174.xml"/><Relationship Id="rId65" Type="http://schemas.openxmlformats.org/officeDocument/2006/relationships/tags" Target="../tags/tag173.xml"/><Relationship Id="rId64" Type="http://schemas.openxmlformats.org/officeDocument/2006/relationships/tags" Target="../tags/tag172.xml"/><Relationship Id="rId63" Type="http://schemas.openxmlformats.org/officeDocument/2006/relationships/tags" Target="../tags/tag171.xml"/><Relationship Id="rId62" Type="http://schemas.openxmlformats.org/officeDocument/2006/relationships/tags" Target="../tags/tag170.xml"/><Relationship Id="rId61" Type="http://schemas.openxmlformats.org/officeDocument/2006/relationships/tags" Target="../tags/tag169.xml"/><Relationship Id="rId60" Type="http://schemas.openxmlformats.org/officeDocument/2006/relationships/tags" Target="../tags/tag168.xml"/><Relationship Id="rId6" Type="http://schemas.openxmlformats.org/officeDocument/2006/relationships/tags" Target="../tags/tag114.xml"/><Relationship Id="rId59" Type="http://schemas.openxmlformats.org/officeDocument/2006/relationships/tags" Target="../tags/tag167.xml"/><Relationship Id="rId58" Type="http://schemas.openxmlformats.org/officeDocument/2006/relationships/tags" Target="../tags/tag166.xml"/><Relationship Id="rId57" Type="http://schemas.openxmlformats.org/officeDocument/2006/relationships/tags" Target="../tags/tag165.xml"/><Relationship Id="rId56" Type="http://schemas.openxmlformats.org/officeDocument/2006/relationships/tags" Target="../tags/tag164.xml"/><Relationship Id="rId55" Type="http://schemas.openxmlformats.org/officeDocument/2006/relationships/tags" Target="../tags/tag163.xml"/><Relationship Id="rId54" Type="http://schemas.openxmlformats.org/officeDocument/2006/relationships/tags" Target="../tags/tag162.xml"/><Relationship Id="rId53" Type="http://schemas.openxmlformats.org/officeDocument/2006/relationships/tags" Target="../tags/tag161.xml"/><Relationship Id="rId52" Type="http://schemas.openxmlformats.org/officeDocument/2006/relationships/tags" Target="../tags/tag160.xml"/><Relationship Id="rId51" Type="http://schemas.openxmlformats.org/officeDocument/2006/relationships/tags" Target="../tags/tag159.xml"/><Relationship Id="rId50" Type="http://schemas.openxmlformats.org/officeDocument/2006/relationships/tags" Target="../tags/tag158.xml"/><Relationship Id="rId5" Type="http://schemas.openxmlformats.org/officeDocument/2006/relationships/tags" Target="../tags/tag113.xml"/><Relationship Id="rId49" Type="http://schemas.openxmlformats.org/officeDocument/2006/relationships/tags" Target="../tags/tag157.xml"/><Relationship Id="rId48" Type="http://schemas.openxmlformats.org/officeDocument/2006/relationships/tags" Target="../tags/tag156.xml"/><Relationship Id="rId47" Type="http://schemas.openxmlformats.org/officeDocument/2006/relationships/tags" Target="../tags/tag155.xml"/><Relationship Id="rId46" Type="http://schemas.openxmlformats.org/officeDocument/2006/relationships/tags" Target="../tags/tag154.xml"/><Relationship Id="rId45" Type="http://schemas.openxmlformats.org/officeDocument/2006/relationships/tags" Target="../tags/tag153.xml"/><Relationship Id="rId44" Type="http://schemas.openxmlformats.org/officeDocument/2006/relationships/tags" Target="../tags/tag152.xml"/><Relationship Id="rId43" Type="http://schemas.openxmlformats.org/officeDocument/2006/relationships/tags" Target="../tags/tag151.xml"/><Relationship Id="rId42" Type="http://schemas.openxmlformats.org/officeDocument/2006/relationships/tags" Target="../tags/tag150.xml"/><Relationship Id="rId41" Type="http://schemas.openxmlformats.org/officeDocument/2006/relationships/tags" Target="../tags/tag149.xml"/><Relationship Id="rId40" Type="http://schemas.openxmlformats.org/officeDocument/2006/relationships/tags" Target="../tags/tag148.xml"/><Relationship Id="rId4" Type="http://schemas.openxmlformats.org/officeDocument/2006/relationships/tags" Target="../tags/tag112.xml"/><Relationship Id="rId39" Type="http://schemas.openxmlformats.org/officeDocument/2006/relationships/tags" Target="../tags/tag147.xml"/><Relationship Id="rId38" Type="http://schemas.openxmlformats.org/officeDocument/2006/relationships/tags" Target="../tags/tag146.xml"/><Relationship Id="rId37" Type="http://schemas.openxmlformats.org/officeDocument/2006/relationships/tags" Target="../tags/tag145.xml"/><Relationship Id="rId36" Type="http://schemas.openxmlformats.org/officeDocument/2006/relationships/tags" Target="../tags/tag144.xml"/><Relationship Id="rId35" Type="http://schemas.openxmlformats.org/officeDocument/2006/relationships/tags" Target="../tags/tag143.xml"/><Relationship Id="rId34" Type="http://schemas.openxmlformats.org/officeDocument/2006/relationships/tags" Target="../tags/tag142.xml"/><Relationship Id="rId33" Type="http://schemas.openxmlformats.org/officeDocument/2006/relationships/tags" Target="../tags/tag141.xml"/><Relationship Id="rId32" Type="http://schemas.openxmlformats.org/officeDocument/2006/relationships/tags" Target="../tags/tag140.xml"/><Relationship Id="rId31" Type="http://schemas.openxmlformats.org/officeDocument/2006/relationships/tags" Target="../tags/tag139.xml"/><Relationship Id="rId30" Type="http://schemas.openxmlformats.org/officeDocument/2006/relationships/tags" Target="../tags/tag138.xml"/><Relationship Id="rId3" Type="http://schemas.openxmlformats.org/officeDocument/2006/relationships/tags" Target="../tags/tag111.xml"/><Relationship Id="rId29" Type="http://schemas.openxmlformats.org/officeDocument/2006/relationships/tags" Target="../tags/tag137.xml"/><Relationship Id="rId28" Type="http://schemas.openxmlformats.org/officeDocument/2006/relationships/tags" Target="../tags/tag136.xml"/><Relationship Id="rId27" Type="http://schemas.openxmlformats.org/officeDocument/2006/relationships/tags" Target="../tags/tag135.xml"/><Relationship Id="rId26" Type="http://schemas.openxmlformats.org/officeDocument/2006/relationships/tags" Target="../tags/tag134.xml"/><Relationship Id="rId25" Type="http://schemas.openxmlformats.org/officeDocument/2006/relationships/tags" Target="../tags/tag133.xml"/><Relationship Id="rId24" Type="http://schemas.openxmlformats.org/officeDocument/2006/relationships/tags" Target="../tags/tag132.xml"/><Relationship Id="rId23" Type="http://schemas.openxmlformats.org/officeDocument/2006/relationships/tags" Target="../tags/tag131.xml"/><Relationship Id="rId22" Type="http://schemas.openxmlformats.org/officeDocument/2006/relationships/tags" Target="../tags/tag130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9" Type="http://schemas.openxmlformats.org/officeDocument/2006/relationships/tags" Target="../tags/tag227.xml"/><Relationship Id="rId118" Type="http://schemas.openxmlformats.org/officeDocument/2006/relationships/tags" Target="../tags/tag226.xml"/><Relationship Id="rId117" Type="http://schemas.openxmlformats.org/officeDocument/2006/relationships/tags" Target="../tags/tag225.xml"/><Relationship Id="rId116" Type="http://schemas.openxmlformats.org/officeDocument/2006/relationships/tags" Target="../tags/tag224.xml"/><Relationship Id="rId115" Type="http://schemas.openxmlformats.org/officeDocument/2006/relationships/tags" Target="../tags/tag223.xml"/><Relationship Id="rId114" Type="http://schemas.openxmlformats.org/officeDocument/2006/relationships/tags" Target="../tags/tag222.xml"/><Relationship Id="rId113" Type="http://schemas.openxmlformats.org/officeDocument/2006/relationships/tags" Target="../tags/tag221.xml"/><Relationship Id="rId112" Type="http://schemas.openxmlformats.org/officeDocument/2006/relationships/tags" Target="../tags/tag220.xml"/><Relationship Id="rId111" Type="http://schemas.openxmlformats.org/officeDocument/2006/relationships/tags" Target="../tags/tag219.xml"/><Relationship Id="rId110" Type="http://schemas.openxmlformats.org/officeDocument/2006/relationships/tags" Target="../tags/tag218.xml"/><Relationship Id="rId11" Type="http://schemas.openxmlformats.org/officeDocument/2006/relationships/tags" Target="../tags/tag119.xml"/><Relationship Id="rId109" Type="http://schemas.openxmlformats.org/officeDocument/2006/relationships/tags" Target="../tags/tag217.xml"/><Relationship Id="rId108" Type="http://schemas.openxmlformats.org/officeDocument/2006/relationships/tags" Target="../tags/tag216.xml"/><Relationship Id="rId107" Type="http://schemas.openxmlformats.org/officeDocument/2006/relationships/tags" Target="../tags/tag215.xml"/><Relationship Id="rId106" Type="http://schemas.openxmlformats.org/officeDocument/2006/relationships/tags" Target="../tags/tag214.xml"/><Relationship Id="rId105" Type="http://schemas.openxmlformats.org/officeDocument/2006/relationships/tags" Target="../tags/tag213.xml"/><Relationship Id="rId104" Type="http://schemas.openxmlformats.org/officeDocument/2006/relationships/tags" Target="../tags/tag212.xml"/><Relationship Id="rId103" Type="http://schemas.openxmlformats.org/officeDocument/2006/relationships/tags" Target="../tags/tag211.xml"/><Relationship Id="rId102" Type="http://schemas.openxmlformats.org/officeDocument/2006/relationships/tags" Target="../tags/tag210.xml"/><Relationship Id="rId101" Type="http://schemas.openxmlformats.org/officeDocument/2006/relationships/tags" Target="../tags/tag209.xml"/><Relationship Id="rId100" Type="http://schemas.openxmlformats.org/officeDocument/2006/relationships/tags" Target="../tags/tag208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tags" Target="../tags/tag23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tags" Target="../tags/tag236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5" Type="http://schemas.openxmlformats.org/officeDocument/2006/relationships/tags" Target="../tags/tag274.xml"/><Relationship Id="rId44" Type="http://schemas.openxmlformats.org/officeDocument/2006/relationships/tags" Target="../tags/tag273.xml"/><Relationship Id="rId43" Type="http://schemas.openxmlformats.org/officeDocument/2006/relationships/tags" Target="../tags/tag272.xml"/><Relationship Id="rId42" Type="http://schemas.openxmlformats.org/officeDocument/2006/relationships/tags" Target="../tags/tag271.xml"/><Relationship Id="rId41" Type="http://schemas.openxmlformats.org/officeDocument/2006/relationships/tags" Target="../tags/tag270.xml"/><Relationship Id="rId40" Type="http://schemas.openxmlformats.org/officeDocument/2006/relationships/tags" Target="../tags/tag269.xml"/><Relationship Id="rId4" Type="http://schemas.openxmlformats.org/officeDocument/2006/relationships/tags" Target="../tags/tag233.xml"/><Relationship Id="rId39" Type="http://schemas.openxmlformats.org/officeDocument/2006/relationships/tags" Target="../tags/tag268.xml"/><Relationship Id="rId38" Type="http://schemas.openxmlformats.org/officeDocument/2006/relationships/tags" Target="../tags/tag267.xml"/><Relationship Id="rId37" Type="http://schemas.openxmlformats.org/officeDocument/2006/relationships/tags" Target="../tags/tag266.xml"/><Relationship Id="rId36" Type="http://schemas.openxmlformats.org/officeDocument/2006/relationships/tags" Target="../tags/tag265.xml"/><Relationship Id="rId35" Type="http://schemas.openxmlformats.org/officeDocument/2006/relationships/tags" Target="../tags/tag264.xml"/><Relationship Id="rId34" Type="http://schemas.openxmlformats.org/officeDocument/2006/relationships/tags" Target="../tags/tag263.xml"/><Relationship Id="rId33" Type="http://schemas.openxmlformats.org/officeDocument/2006/relationships/tags" Target="../tags/tag262.xml"/><Relationship Id="rId32" Type="http://schemas.openxmlformats.org/officeDocument/2006/relationships/tags" Target="../tags/tag261.xml"/><Relationship Id="rId31" Type="http://schemas.openxmlformats.org/officeDocument/2006/relationships/tags" Target="../tags/tag260.xml"/><Relationship Id="rId30" Type="http://schemas.openxmlformats.org/officeDocument/2006/relationships/tags" Target="../tags/tag259.xml"/><Relationship Id="rId3" Type="http://schemas.openxmlformats.org/officeDocument/2006/relationships/tags" Target="../tags/tag232.xml"/><Relationship Id="rId29" Type="http://schemas.openxmlformats.org/officeDocument/2006/relationships/tags" Target="../tags/tag258.xml"/><Relationship Id="rId28" Type="http://schemas.openxmlformats.org/officeDocument/2006/relationships/tags" Target="../tags/tag257.xml"/><Relationship Id="rId27" Type="http://schemas.openxmlformats.org/officeDocument/2006/relationships/tags" Target="../tags/tag256.xml"/><Relationship Id="rId26" Type="http://schemas.openxmlformats.org/officeDocument/2006/relationships/tags" Target="../tags/tag255.xml"/><Relationship Id="rId25" Type="http://schemas.openxmlformats.org/officeDocument/2006/relationships/tags" Target="../tags/tag254.xml"/><Relationship Id="rId24" Type="http://schemas.openxmlformats.org/officeDocument/2006/relationships/tags" Target="../tags/tag253.xml"/><Relationship Id="rId23" Type="http://schemas.openxmlformats.org/officeDocument/2006/relationships/tags" Target="../tags/tag252.xml"/><Relationship Id="rId22" Type="http://schemas.openxmlformats.org/officeDocument/2006/relationships/tags" Target="../tags/tag251.xml"/><Relationship Id="rId21" Type="http://schemas.openxmlformats.org/officeDocument/2006/relationships/tags" Target="../tags/tag250.xml"/><Relationship Id="rId20" Type="http://schemas.openxmlformats.org/officeDocument/2006/relationships/tags" Target="../tags/tag249.xml"/><Relationship Id="rId2" Type="http://schemas.openxmlformats.org/officeDocument/2006/relationships/tags" Target="../tags/tag231.xml"/><Relationship Id="rId19" Type="http://schemas.openxmlformats.org/officeDocument/2006/relationships/tags" Target="../tags/tag248.xml"/><Relationship Id="rId18" Type="http://schemas.openxmlformats.org/officeDocument/2006/relationships/tags" Target="../tags/tag247.xml"/><Relationship Id="rId17" Type="http://schemas.openxmlformats.org/officeDocument/2006/relationships/tags" Target="../tags/tag246.xml"/><Relationship Id="rId16" Type="http://schemas.openxmlformats.org/officeDocument/2006/relationships/tags" Target="../tags/tag245.xml"/><Relationship Id="rId15" Type="http://schemas.openxmlformats.org/officeDocument/2006/relationships/tags" Target="../tags/tag244.xml"/><Relationship Id="rId14" Type="http://schemas.openxmlformats.org/officeDocument/2006/relationships/tags" Target="../tags/tag243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82.xml"/><Relationship Id="rId8" Type="http://schemas.openxmlformats.org/officeDocument/2006/relationships/tags" Target="../tags/tag281.xml"/><Relationship Id="rId7" Type="http://schemas.openxmlformats.org/officeDocument/2006/relationships/tags" Target="../tags/tag280.xml"/><Relationship Id="rId6" Type="http://schemas.openxmlformats.org/officeDocument/2006/relationships/tags" Target="../tags/tag279.xml"/><Relationship Id="rId5" Type="http://schemas.openxmlformats.org/officeDocument/2006/relationships/tags" Target="../tags/tag278.xml"/><Relationship Id="rId44" Type="http://schemas.openxmlformats.org/officeDocument/2006/relationships/tags" Target="../tags/tag317.xml"/><Relationship Id="rId43" Type="http://schemas.openxmlformats.org/officeDocument/2006/relationships/tags" Target="../tags/tag316.xml"/><Relationship Id="rId42" Type="http://schemas.openxmlformats.org/officeDocument/2006/relationships/tags" Target="../tags/tag315.xml"/><Relationship Id="rId41" Type="http://schemas.openxmlformats.org/officeDocument/2006/relationships/tags" Target="../tags/tag314.xml"/><Relationship Id="rId40" Type="http://schemas.openxmlformats.org/officeDocument/2006/relationships/tags" Target="../tags/tag313.xml"/><Relationship Id="rId4" Type="http://schemas.openxmlformats.org/officeDocument/2006/relationships/tags" Target="../tags/tag277.xml"/><Relationship Id="rId39" Type="http://schemas.openxmlformats.org/officeDocument/2006/relationships/tags" Target="../tags/tag312.xml"/><Relationship Id="rId38" Type="http://schemas.openxmlformats.org/officeDocument/2006/relationships/tags" Target="../tags/tag311.xml"/><Relationship Id="rId37" Type="http://schemas.openxmlformats.org/officeDocument/2006/relationships/tags" Target="../tags/tag310.xml"/><Relationship Id="rId36" Type="http://schemas.openxmlformats.org/officeDocument/2006/relationships/tags" Target="../tags/tag309.xml"/><Relationship Id="rId35" Type="http://schemas.openxmlformats.org/officeDocument/2006/relationships/tags" Target="../tags/tag308.xml"/><Relationship Id="rId34" Type="http://schemas.openxmlformats.org/officeDocument/2006/relationships/tags" Target="../tags/tag307.xml"/><Relationship Id="rId33" Type="http://schemas.openxmlformats.org/officeDocument/2006/relationships/tags" Target="../tags/tag306.xml"/><Relationship Id="rId32" Type="http://schemas.openxmlformats.org/officeDocument/2006/relationships/tags" Target="../tags/tag305.xml"/><Relationship Id="rId31" Type="http://schemas.openxmlformats.org/officeDocument/2006/relationships/tags" Target="../tags/tag304.xml"/><Relationship Id="rId30" Type="http://schemas.openxmlformats.org/officeDocument/2006/relationships/tags" Target="../tags/tag303.xml"/><Relationship Id="rId3" Type="http://schemas.openxmlformats.org/officeDocument/2006/relationships/tags" Target="../tags/tag276.xml"/><Relationship Id="rId29" Type="http://schemas.openxmlformats.org/officeDocument/2006/relationships/tags" Target="../tags/tag302.xml"/><Relationship Id="rId28" Type="http://schemas.openxmlformats.org/officeDocument/2006/relationships/tags" Target="../tags/tag301.xml"/><Relationship Id="rId27" Type="http://schemas.openxmlformats.org/officeDocument/2006/relationships/tags" Target="../tags/tag300.xml"/><Relationship Id="rId26" Type="http://schemas.openxmlformats.org/officeDocument/2006/relationships/tags" Target="../tags/tag299.xml"/><Relationship Id="rId25" Type="http://schemas.openxmlformats.org/officeDocument/2006/relationships/tags" Target="../tags/tag298.xml"/><Relationship Id="rId24" Type="http://schemas.openxmlformats.org/officeDocument/2006/relationships/tags" Target="../tags/tag297.xml"/><Relationship Id="rId23" Type="http://schemas.openxmlformats.org/officeDocument/2006/relationships/tags" Target="../tags/tag296.xml"/><Relationship Id="rId22" Type="http://schemas.openxmlformats.org/officeDocument/2006/relationships/tags" Target="../tags/tag295.xml"/><Relationship Id="rId21" Type="http://schemas.openxmlformats.org/officeDocument/2006/relationships/tags" Target="../tags/tag294.xml"/><Relationship Id="rId20" Type="http://schemas.openxmlformats.org/officeDocument/2006/relationships/tags" Target="../tags/tag293.xml"/><Relationship Id="rId2" Type="http://schemas.openxmlformats.org/officeDocument/2006/relationships/tags" Target="../tags/tag275.xml"/><Relationship Id="rId19" Type="http://schemas.openxmlformats.org/officeDocument/2006/relationships/tags" Target="../tags/tag292.xml"/><Relationship Id="rId18" Type="http://schemas.openxmlformats.org/officeDocument/2006/relationships/tags" Target="../tags/tag291.xml"/><Relationship Id="rId17" Type="http://schemas.openxmlformats.org/officeDocument/2006/relationships/tags" Target="../tags/tag290.xml"/><Relationship Id="rId16" Type="http://schemas.openxmlformats.org/officeDocument/2006/relationships/tags" Target="../tags/tag289.xml"/><Relationship Id="rId15" Type="http://schemas.openxmlformats.org/officeDocument/2006/relationships/tags" Target="../tags/tag288.xml"/><Relationship Id="rId14" Type="http://schemas.openxmlformats.org/officeDocument/2006/relationships/tags" Target="../tags/tag287.xml"/><Relationship Id="rId13" Type="http://schemas.openxmlformats.org/officeDocument/2006/relationships/tags" Target="../tags/tag286.xml"/><Relationship Id="rId12" Type="http://schemas.openxmlformats.org/officeDocument/2006/relationships/tags" Target="../tags/tag285.xml"/><Relationship Id="rId11" Type="http://schemas.openxmlformats.org/officeDocument/2006/relationships/tags" Target="../tags/tag284.xml"/><Relationship Id="rId10" Type="http://schemas.openxmlformats.org/officeDocument/2006/relationships/tags" Target="../tags/tag28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566" cy="6858353"/>
            <a:chOff x="0" y="0"/>
            <a:chExt cx="19200" cy="10800"/>
          </a:xfrm>
        </p:grpSpPr>
        <p:sp>
          <p:nvSpPr>
            <p:cNvPr id="5" name="任意多边形: 形状 6"/>
            <p:cNvSpPr/>
            <p:nvPr userDrawn="1">
              <p:custDataLst>
                <p:tags r:id="rId2"/>
              </p:custDataLst>
            </p:nvPr>
          </p:nvSpPr>
          <p:spPr>
            <a:xfrm>
              <a:off x="0" y="0"/>
              <a:ext cx="19201" cy="10800"/>
            </a:xfrm>
            <a:custGeom>
              <a:avLst/>
              <a:gdLst>
                <a:gd name="connsiteX0" fmla="*/ 0 w 12192000"/>
                <a:gd name="connsiteY0" fmla="*/ 0 h 6858000"/>
                <a:gd name="connsiteX1" fmla="*/ 12192000 w 12192000"/>
                <a:gd name="connsiteY1" fmla="*/ 0 h 6858000"/>
                <a:gd name="connsiteX2" fmla="*/ 12192000 w 12192000"/>
                <a:gd name="connsiteY2" fmla="*/ 6858000 h 6858000"/>
                <a:gd name="connsiteX3" fmla="*/ 0 w 1219200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6858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2"/>
            </a:solidFill>
            <a:ln w="162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ea typeface="汉仪正圆 55简" panose="00020600040101010101" charset="-122"/>
              </a:endParaRPr>
            </a:p>
          </p:txBody>
        </p:sp>
        <p:sp>
          <p:nvSpPr>
            <p:cNvPr id="6" name="任意多边形: 形状 7"/>
            <p:cNvSpPr/>
            <p:nvPr userDrawn="1">
              <p:custDataLst>
                <p:tags r:id="rId3"/>
              </p:custDataLst>
            </p:nvPr>
          </p:nvSpPr>
          <p:spPr>
            <a:xfrm>
              <a:off x="0" y="0"/>
              <a:ext cx="19201" cy="10800"/>
            </a:xfrm>
            <a:custGeom>
              <a:avLst/>
              <a:gdLst>
                <a:gd name="connsiteX0" fmla="*/ 0 w 12192000"/>
                <a:gd name="connsiteY0" fmla="*/ 5685282 h 6858000"/>
                <a:gd name="connsiteX1" fmla="*/ 2058010 w 12192000"/>
                <a:gd name="connsiteY1" fmla="*/ 6858000 h 6858000"/>
                <a:gd name="connsiteX2" fmla="*/ 996005 w 12192000"/>
                <a:gd name="connsiteY2" fmla="*/ 6858000 h 6858000"/>
                <a:gd name="connsiteX3" fmla="*/ 0 w 12192000"/>
                <a:gd name="connsiteY3" fmla="*/ 6290432 h 6858000"/>
                <a:gd name="connsiteX4" fmla="*/ 1 w 12192000"/>
                <a:gd name="connsiteY4" fmla="*/ 4475119 h 6858000"/>
                <a:gd name="connsiteX5" fmla="*/ 4182020 w 12192000"/>
                <a:gd name="connsiteY5" fmla="*/ 6858000 h 6858000"/>
                <a:gd name="connsiteX6" fmla="*/ 3120015 w 12192000"/>
                <a:gd name="connsiteY6" fmla="*/ 6858000 h 6858000"/>
                <a:gd name="connsiteX7" fmla="*/ 1 w 12192000"/>
                <a:gd name="connsiteY7" fmla="*/ 5080269 h 6858000"/>
                <a:gd name="connsiteX8" fmla="*/ 0 w 12192000"/>
                <a:gd name="connsiteY8" fmla="*/ 3264956 h 6858000"/>
                <a:gd name="connsiteX9" fmla="*/ 6306028 w 12192000"/>
                <a:gd name="connsiteY9" fmla="*/ 6858000 h 6858000"/>
                <a:gd name="connsiteX10" fmla="*/ 5244023 w 12192000"/>
                <a:gd name="connsiteY10" fmla="*/ 6858000 h 6858000"/>
                <a:gd name="connsiteX11" fmla="*/ 0 w 12192000"/>
                <a:gd name="connsiteY11" fmla="*/ 3869969 h 6858000"/>
                <a:gd name="connsiteX12" fmla="*/ 2 w 12192000"/>
                <a:gd name="connsiteY12" fmla="*/ 2054657 h 6858000"/>
                <a:gd name="connsiteX13" fmla="*/ 8429874 w 12192000"/>
                <a:gd name="connsiteY13" fmla="*/ 6857999 h 6858000"/>
                <a:gd name="connsiteX14" fmla="*/ 7367870 w 12192000"/>
                <a:gd name="connsiteY14" fmla="*/ 6857999 h 6858000"/>
                <a:gd name="connsiteX15" fmla="*/ 2 w 12192000"/>
                <a:gd name="connsiteY15" fmla="*/ 2659807 h 6858000"/>
                <a:gd name="connsiteX16" fmla="*/ 1 w 12192000"/>
                <a:gd name="connsiteY16" fmla="*/ 844494 h 6858000"/>
                <a:gd name="connsiteX17" fmla="*/ 10553883 w 12192000"/>
                <a:gd name="connsiteY17" fmla="*/ 6858000 h 6858000"/>
                <a:gd name="connsiteX18" fmla="*/ 9491879 w 12192000"/>
                <a:gd name="connsiteY18" fmla="*/ 6858000 h 6858000"/>
                <a:gd name="connsiteX19" fmla="*/ 1 w 12192000"/>
                <a:gd name="connsiteY19" fmla="*/ 1449508 h 6858000"/>
                <a:gd name="connsiteX20" fmla="*/ 3827965 w 12192000"/>
                <a:gd name="connsiteY20" fmla="*/ 1 h 6858000"/>
                <a:gd name="connsiteX21" fmla="*/ 4889805 w 12192000"/>
                <a:gd name="connsiteY21" fmla="*/ 1 h 6858000"/>
                <a:gd name="connsiteX22" fmla="*/ 12191999 w 12192000"/>
                <a:gd name="connsiteY22" fmla="*/ 4160749 h 6858000"/>
                <a:gd name="connsiteX23" fmla="*/ 12191999 w 12192000"/>
                <a:gd name="connsiteY23" fmla="*/ 4765761 h 6858000"/>
                <a:gd name="connsiteX24" fmla="*/ 5951809 w 12192000"/>
                <a:gd name="connsiteY24" fmla="*/ 1 h 6858000"/>
                <a:gd name="connsiteX25" fmla="*/ 7013813 w 12192000"/>
                <a:gd name="connsiteY25" fmla="*/ 1 h 6858000"/>
                <a:gd name="connsiteX26" fmla="*/ 12192000 w 12192000"/>
                <a:gd name="connsiteY26" fmla="*/ 2950450 h 6858000"/>
                <a:gd name="connsiteX27" fmla="*/ 12192000 w 12192000"/>
                <a:gd name="connsiteY27" fmla="*/ 3555599 h 6858000"/>
                <a:gd name="connsiteX28" fmla="*/ 1703955 w 12192000"/>
                <a:gd name="connsiteY28" fmla="*/ 1 h 6858000"/>
                <a:gd name="connsiteX29" fmla="*/ 2765958 w 12192000"/>
                <a:gd name="connsiteY29" fmla="*/ 1 h 6858000"/>
                <a:gd name="connsiteX30" fmla="*/ 12191999 w 12192000"/>
                <a:gd name="connsiteY30" fmla="*/ 5370911 h 6858000"/>
                <a:gd name="connsiteX31" fmla="*/ 12191999 w 12192000"/>
                <a:gd name="connsiteY31" fmla="*/ 5976062 h 6858000"/>
                <a:gd name="connsiteX32" fmla="*/ 10199664 w 12192000"/>
                <a:gd name="connsiteY32" fmla="*/ 1 h 6858000"/>
                <a:gd name="connsiteX33" fmla="*/ 11261669 w 12192000"/>
                <a:gd name="connsiteY33" fmla="*/ 1 h 6858000"/>
                <a:gd name="connsiteX34" fmla="*/ 12191999 w 12192000"/>
                <a:gd name="connsiteY34" fmla="*/ 530124 h 6858000"/>
                <a:gd name="connsiteX35" fmla="*/ 12191999 w 12192000"/>
                <a:gd name="connsiteY35" fmla="*/ 1135137 h 6858000"/>
                <a:gd name="connsiteX36" fmla="*/ 8075818 w 12192000"/>
                <a:gd name="connsiteY36" fmla="*/ 1 h 6858000"/>
                <a:gd name="connsiteX37" fmla="*/ 9137822 w 12192000"/>
                <a:gd name="connsiteY37" fmla="*/ 1 h 6858000"/>
                <a:gd name="connsiteX38" fmla="*/ 12192000 w 12192000"/>
                <a:gd name="connsiteY38" fmla="*/ 1740286 h 6858000"/>
                <a:gd name="connsiteX39" fmla="*/ 12192000 w 12192000"/>
                <a:gd name="connsiteY39" fmla="*/ 2345436 h 6858000"/>
                <a:gd name="connsiteX40" fmla="*/ 1 w 12192000"/>
                <a:gd name="connsiteY40" fmla="*/ 0 h 6858000"/>
                <a:gd name="connsiteX41" fmla="*/ 641950 w 12192000"/>
                <a:gd name="connsiteY41" fmla="*/ 0 h 6858000"/>
                <a:gd name="connsiteX42" fmla="*/ 12192000 w 12192000"/>
                <a:gd name="connsiteY42" fmla="*/ 6581211 h 6858000"/>
                <a:gd name="connsiteX43" fmla="*/ 12192000 w 12192000"/>
                <a:gd name="connsiteY43" fmla="*/ 6858000 h 6858000"/>
                <a:gd name="connsiteX44" fmla="*/ 11615887 w 12192000"/>
                <a:gd name="connsiteY44" fmla="*/ 6858000 h 6858000"/>
                <a:gd name="connsiteX45" fmla="*/ 1 w 12192000"/>
                <a:gd name="connsiteY45" fmla="*/ 23934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2192000" h="6858000">
                  <a:moveTo>
                    <a:pt x="0" y="5685282"/>
                  </a:moveTo>
                  <a:lnTo>
                    <a:pt x="2058010" y="6858000"/>
                  </a:lnTo>
                  <a:lnTo>
                    <a:pt x="996005" y="6858000"/>
                  </a:lnTo>
                  <a:lnTo>
                    <a:pt x="0" y="6290432"/>
                  </a:lnTo>
                  <a:close/>
                  <a:moveTo>
                    <a:pt x="1" y="4475119"/>
                  </a:moveTo>
                  <a:lnTo>
                    <a:pt x="4182020" y="6858000"/>
                  </a:lnTo>
                  <a:lnTo>
                    <a:pt x="3120015" y="6858000"/>
                  </a:lnTo>
                  <a:lnTo>
                    <a:pt x="1" y="5080269"/>
                  </a:lnTo>
                  <a:close/>
                  <a:moveTo>
                    <a:pt x="0" y="3264956"/>
                  </a:moveTo>
                  <a:lnTo>
                    <a:pt x="6306028" y="6858000"/>
                  </a:lnTo>
                  <a:lnTo>
                    <a:pt x="5244023" y="6858000"/>
                  </a:lnTo>
                  <a:lnTo>
                    <a:pt x="0" y="3869969"/>
                  </a:lnTo>
                  <a:close/>
                  <a:moveTo>
                    <a:pt x="2" y="2054657"/>
                  </a:moveTo>
                  <a:lnTo>
                    <a:pt x="8429874" y="6857999"/>
                  </a:lnTo>
                  <a:lnTo>
                    <a:pt x="7367870" y="6857999"/>
                  </a:lnTo>
                  <a:lnTo>
                    <a:pt x="2" y="2659807"/>
                  </a:lnTo>
                  <a:close/>
                  <a:moveTo>
                    <a:pt x="1" y="844494"/>
                  </a:moveTo>
                  <a:lnTo>
                    <a:pt x="10553883" y="6858000"/>
                  </a:lnTo>
                  <a:lnTo>
                    <a:pt x="9491879" y="6858000"/>
                  </a:lnTo>
                  <a:lnTo>
                    <a:pt x="1" y="1449508"/>
                  </a:lnTo>
                  <a:close/>
                  <a:moveTo>
                    <a:pt x="3827965" y="1"/>
                  </a:moveTo>
                  <a:lnTo>
                    <a:pt x="4889805" y="1"/>
                  </a:lnTo>
                  <a:lnTo>
                    <a:pt x="12191999" y="4160749"/>
                  </a:lnTo>
                  <a:lnTo>
                    <a:pt x="12191999" y="4765761"/>
                  </a:lnTo>
                  <a:close/>
                  <a:moveTo>
                    <a:pt x="5951809" y="1"/>
                  </a:moveTo>
                  <a:lnTo>
                    <a:pt x="7013813" y="1"/>
                  </a:lnTo>
                  <a:lnTo>
                    <a:pt x="12192000" y="2950450"/>
                  </a:lnTo>
                  <a:lnTo>
                    <a:pt x="12192000" y="3555599"/>
                  </a:lnTo>
                  <a:close/>
                  <a:moveTo>
                    <a:pt x="1703955" y="1"/>
                  </a:moveTo>
                  <a:lnTo>
                    <a:pt x="2765958" y="1"/>
                  </a:lnTo>
                  <a:lnTo>
                    <a:pt x="12191999" y="5370911"/>
                  </a:lnTo>
                  <a:lnTo>
                    <a:pt x="12191999" y="5976062"/>
                  </a:lnTo>
                  <a:close/>
                  <a:moveTo>
                    <a:pt x="10199664" y="1"/>
                  </a:moveTo>
                  <a:lnTo>
                    <a:pt x="11261669" y="1"/>
                  </a:lnTo>
                  <a:lnTo>
                    <a:pt x="12191999" y="530124"/>
                  </a:lnTo>
                  <a:lnTo>
                    <a:pt x="12191999" y="1135137"/>
                  </a:lnTo>
                  <a:close/>
                  <a:moveTo>
                    <a:pt x="8075818" y="1"/>
                  </a:moveTo>
                  <a:lnTo>
                    <a:pt x="9137822" y="1"/>
                  </a:lnTo>
                  <a:lnTo>
                    <a:pt x="12192000" y="1740286"/>
                  </a:lnTo>
                  <a:lnTo>
                    <a:pt x="12192000" y="2345436"/>
                  </a:lnTo>
                  <a:close/>
                  <a:moveTo>
                    <a:pt x="1" y="0"/>
                  </a:moveTo>
                  <a:lnTo>
                    <a:pt x="641950" y="0"/>
                  </a:lnTo>
                  <a:lnTo>
                    <a:pt x="12192000" y="6581211"/>
                  </a:lnTo>
                  <a:lnTo>
                    <a:pt x="12192000" y="6858000"/>
                  </a:lnTo>
                  <a:lnTo>
                    <a:pt x="11615887" y="6858000"/>
                  </a:lnTo>
                  <a:lnTo>
                    <a:pt x="1" y="239344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lumMod val="60000"/>
                    <a:lumOff val="40000"/>
                    <a:alpha val="0"/>
                  </a:schemeClr>
                </a:gs>
                <a:gs pos="100000">
                  <a:schemeClr val="accent1">
                    <a:alpha val="4000"/>
                  </a:schemeClr>
                </a:gs>
              </a:gsLst>
              <a:lin ang="16200000" scaled="1"/>
            </a:gradFill>
            <a:ln w="1625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zh-CN" altLang="en-US" dirty="0">
                <a:ea typeface="汉仪正圆 55简" panose="00020600040101010101" charset="-122"/>
              </a:endParaRPr>
            </a:p>
          </p:txBody>
        </p:sp>
        <p:sp>
          <p:nvSpPr>
            <p:cNvPr id="10" name="矩形 9"/>
            <p:cNvSpPr/>
            <p:nvPr userDrawn="1">
              <p:custDataLst>
                <p:tags r:id="rId4"/>
              </p:custDataLst>
            </p:nvPr>
          </p:nvSpPr>
          <p:spPr>
            <a:xfrm>
              <a:off x="0" y="8319"/>
              <a:ext cx="19201" cy="2481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1" name="矩形: 圆角 10"/>
            <p:cNvSpPr/>
            <p:nvPr userDrawn="1">
              <p:custDataLst>
                <p:tags r:id="rId5"/>
              </p:custDataLst>
            </p:nvPr>
          </p:nvSpPr>
          <p:spPr>
            <a:xfrm>
              <a:off x="690" y="758"/>
              <a:ext cx="17821" cy="9222"/>
            </a:xfrm>
            <a:prstGeom prst="roundRect">
              <a:avLst>
                <a:gd name="adj" fmla="val 6921"/>
              </a:avLst>
            </a:prstGeom>
            <a:solidFill>
              <a:schemeClr val="lt1"/>
            </a:solidFill>
            <a:ln w="22225">
              <a:noFill/>
            </a:ln>
            <a:effectLst>
              <a:outerShdw blurRad="254000" dist="254000" dir="5400000" algn="t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汉仪正圆 55简" panose="00020600040101010101" charset="-122"/>
              </a:endParaRPr>
            </a:p>
          </p:txBody>
        </p:sp>
        <p:pic>
          <p:nvPicPr>
            <p:cNvPr id="12" name="图形 1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2158" b="7889"/>
            <a:stretch>
              <a:fillRect/>
            </a:stretch>
          </p:blipFill>
          <p:spPr>
            <a:xfrm flipH="1">
              <a:off x="10548" y="2644"/>
              <a:ext cx="7980" cy="7351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 userDrawn="1">
              <p:custDataLst>
                <p:tags r:id="rId9"/>
              </p:custDataLst>
            </p:nvPr>
          </p:nvCxnSpPr>
          <p:spPr>
            <a:xfrm>
              <a:off x="2572" y="9163"/>
              <a:ext cx="6448" cy="0"/>
            </a:xfrm>
            <a:prstGeom prst="line">
              <a:avLst/>
            </a:prstGeom>
            <a:ln w="22225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椭圆 22"/>
            <p:cNvSpPr/>
            <p:nvPr userDrawn="1">
              <p:custDataLst>
                <p:tags r:id="rId10"/>
              </p:custDataLst>
            </p:nvPr>
          </p:nvSpPr>
          <p:spPr>
            <a:xfrm>
              <a:off x="1799" y="9100"/>
              <a:ext cx="127" cy="12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5" name="椭圆 24"/>
            <p:cNvSpPr/>
            <p:nvPr userDrawn="1">
              <p:custDataLst>
                <p:tags r:id="rId11"/>
              </p:custDataLst>
            </p:nvPr>
          </p:nvSpPr>
          <p:spPr>
            <a:xfrm>
              <a:off x="1993" y="9100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6" name="椭圆 25"/>
            <p:cNvSpPr/>
            <p:nvPr userDrawn="1">
              <p:custDataLst>
                <p:tags r:id="rId12"/>
              </p:custDataLst>
            </p:nvPr>
          </p:nvSpPr>
          <p:spPr>
            <a:xfrm>
              <a:off x="2187" y="9100"/>
              <a:ext cx="127" cy="12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8" name="任意多边形: 形状 27"/>
            <p:cNvSpPr/>
            <p:nvPr userDrawn="1">
              <p:custDataLst>
                <p:tags r:id="rId13"/>
              </p:custDataLst>
            </p:nvPr>
          </p:nvSpPr>
          <p:spPr>
            <a:xfrm flipH="1">
              <a:off x="14870" y="4292"/>
              <a:ext cx="404" cy="484"/>
            </a:xfrm>
            <a:custGeom>
              <a:avLst/>
              <a:gdLst>
                <a:gd name="connsiteX0" fmla="*/ 128837 w 256252"/>
                <a:gd name="connsiteY0" fmla="*/ 75334 h 307553"/>
                <a:gd name="connsiteX1" fmla="*/ 213514 w 256252"/>
                <a:gd name="connsiteY1" fmla="*/ 182 h 307553"/>
                <a:gd name="connsiteX2" fmla="*/ 221896 w 256252"/>
                <a:gd name="connsiteY2" fmla="*/ 160107 h 307553"/>
                <a:gd name="connsiteX3" fmla="*/ 132742 w 256252"/>
                <a:gd name="connsiteY3" fmla="*/ 307554 h 307553"/>
                <a:gd name="connsiteX4" fmla="*/ 12537 w 256252"/>
                <a:gd name="connsiteY4" fmla="*/ 38663 h 307553"/>
                <a:gd name="connsiteX5" fmla="*/ 128837 w 256252"/>
                <a:gd name="connsiteY5" fmla="*/ 75239 h 30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252" h="307553">
                  <a:moveTo>
                    <a:pt x="128837" y="75334"/>
                  </a:moveTo>
                  <a:cubicBezTo>
                    <a:pt x="128837" y="75334"/>
                    <a:pt x="152459" y="-4295"/>
                    <a:pt x="213514" y="182"/>
                  </a:cubicBezTo>
                  <a:cubicBezTo>
                    <a:pt x="274665" y="4659"/>
                    <a:pt x="263520" y="100290"/>
                    <a:pt x="221896" y="160107"/>
                  </a:cubicBezTo>
                  <a:cubicBezTo>
                    <a:pt x="180272" y="219924"/>
                    <a:pt x="132742" y="307554"/>
                    <a:pt x="132742" y="307554"/>
                  </a:cubicBezTo>
                  <a:cubicBezTo>
                    <a:pt x="132742" y="307554"/>
                    <a:pt x="-48423" y="129436"/>
                    <a:pt x="12537" y="38663"/>
                  </a:cubicBezTo>
                  <a:cubicBezTo>
                    <a:pt x="62448" y="-35632"/>
                    <a:pt x="128837" y="75239"/>
                    <a:pt x="128837" y="7523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9" name="任意多边形: 形状 28"/>
            <p:cNvSpPr/>
            <p:nvPr userDrawn="1">
              <p:custDataLst>
                <p:tags r:id="rId14"/>
              </p:custDataLst>
            </p:nvPr>
          </p:nvSpPr>
          <p:spPr>
            <a:xfrm flipH="1">
              <a:off x="14254" y="5398"/>
              <a:ext cx="264" cy="315"/>
            </a:xfrm>
            <a:custGeom>
              <a:avLst/>
              <a:gdLst>
                <a:gd name="connsiteX0" fmla="*/ 83289 w 167349"/>
                <a:gd name="connsiteY0" fmla="*/ 61486 h 200170"/>
                <a:gd name="connsiteX1" fmla="*/ 45474 w 167349"/>
                <a:gd name="connsiteY1" fmla="*/ 812 h 200170"/>
                <a:gd name="connsiteX2" fmla="*/ 5088 w 167349"/>
                <a:gd name="connsiteY2" fmla="*/ 95681 h 200170"/>
                <a:gd name="connsiteX3" fmla="*/ 10232 w 167349"/>
                <a:gd name="connsiteY3" fmla="*/ 200170 h 200170"/>
                <a:gd name="connsiteX4" fmla="*/ 165870 w 167349"/>
                <a:gd name="connsiteY4" fmla="*/ 60534 h 200170"/>
                <a:gd name="connsiteX5" fmla="*/ 83384 w 167349"/>
                <a:gd name="connsiteY5" fmla="*/ 61486 h 200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7349" h="200170">
                  <a:moveTo>
                    <a:pt x="83289" y="61486"/>
                  </a:moveTo>
                  <a:cubicBezTo>
                    <a:pt x="83289" y="61486"/>
                    <a:pt x="85575" y="9289"/>
                    <a:pt x="45474" y="812"/>
                  </a:cubicBezTo>
                  <a:cubicBezTo>
                    <a:pt x="5279" y="-7665"/>
                    <a:pt x="-8532" y="52056"/>
                    <a:pt x="5088" y="95681"/>
                  </a:cubicBezTo>
                  <a:cubicBezTo>
                    <a:pt x="18614" y="139305"/>
                    <a:pt x="10232" y="200170"/>
                    <a:pt x="10232" y="200170"/>
                  </a:cubicBezTo>
                  <a:cubicBezTo>
                    <a:pt x="10232" y="200170"/>
                    <a:pt x="185111" y="126351"/>
                    <a:pt x="165870" y="60534"/>
                  </a:cubicBezTo>
                  <a:cubicBezTo>
                    <a:pt x="150154" y="6717"/>
                    <a:pt x="83384" y="61486"/>
                    <a:pt x="83384" y="61486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4" name="任意多边形: 形状 73"/>
            <p:cNvSpPr/>
            <p:nvPr userDrawn="1">
              <p:custDataLst>
                <p:tags r:id="rId15"/>
              </p:custDataLst>
            </p:nvPr>
          </p:nvSpPr>
          <p:spPr>
            <a:xfrm>
              <a:off x="11740" y="7536"/>
              <a:ext cx="1542" cy="1132"/>
            </a:xfrm>
            <a:custGeom>
              <a:avLst/>
              <a:gdLst>
                <a:gd name="connsiteX0" fmla="*/ 415464 w 1191889"/>
                <a:gd name="connsiteY0" fmla="*/ 845657 h 874742"/>
                <a:gd name="connsiteX1" fmla="*/ 8926 w 1191889"/>
                <a:gd name="connsiteY1" fmla="*/ 492857 h 874742"/>
                <a:gd name="connsiteX2" fmla="*/ 347660 w 1191889"/>
                <a:gd name="connsiteY2" fmla="*/ 628604 h 874742"/>
                <a:gd name="connsiteX3" fmla="*/ 247925 w 1191889"/>
                <a:gd name="connsiteY3" fmla="*/ 153983 h 874742"/>
                <a:gd name="connsiteX4" fmla="*/ 530532 w 1191889"/>
                <a:gd name="connsiteY4" fmla="*/ 515505 h 874742"/>
                <a:gd name="connsiteX5" fmla="*/ 576250 w 1191889"/>
                <a:gd name="connsiteY5" fmla="*/ 512 h 874742"/>
                <a:gd name="connsiteX6" fmla="*/ 718186 w 1191889"/>
                <a:gd name="connsiteY6" fmla="*/ 496655 h 874742"/>
                <a:gd name="connsiteX7" fmla="*/ 915547 w 1191889"/>
                <a:gd name="connsiteY7" fmla="*/ 93777 h 874742"/>
                <a:gd name="connsiteX8" fmla="*/ 850838 w 1191889"/>
                <a:gd name="connsiteY8" fmla="*/ 523101 h 874742"/>
                <a:gd name="connsiteX9" fmla="*/ 1170582 w 1191889"/>
                <a:gd name="connsiteY9" fmla="*/ 334603 h 874742"/>
                <a:gd name="connsiteX10" fmla="*/ 782332 w 1191889"/>
                <a:gd name="connsiteY10" fmla="*/ 820759 h 874742"/>
                <a:gd name="connsiteX11" fmla="*/ 415464 w 1191889"/>
                <a:gd name="connsiteY11" fmla="*/ 845517 h 874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91889" h="874742">
                  <a:moveTo>
                    <a:pt x="415464" y="845657"/>
                  </a:moveTo>
                  <a:cubicBezTo>
                    <a:pt x="326138" y="803597"/>
                    <a:pt x="-63519" y="611020"/>
                    <a:pt x="8926" y="492857"/>
                  </a:cubicBezTo>
                  <a:cubicBezTo>
                    <a:pt x="81372" y="374554"/>
                    <a:pt x="347660" y="628604"/>
                    <a:pt x="347660" y="628604"/>
                  </a:cubicBezTo>
                  <a:cubicBezTo>
                    <a:pt x="347660" y="628604"/>
                    <a:pt x="146221" y="231633"/>
                    <a:pt x="247925" y="153983"/>
                  </a:cubicBezTo>
                  <a:cubicBezTo>
                    <a:pt x="349630" y="76334"/>
                    <a:pt x="530532" y="515505"/>
                    <a:pt x="530532" y="515505"/>
                  </a:cubicBezTo>
                  <a:cubicBezTo>
                    <a:pt x="530532" y="515505"/>
                    <a:pt x="441488" y="23020"/>
                    <a:pt x="576250" y="512"/>
                  </a:cubicBezTo>
                  <a:cubicBezTo>
                    <a:pt x="690615" y="-18478"/>
                    <a:pt x="718186" y="496655"/>
                    <a:pt x="718186" y="496655"/>
                  </a:cubicBezTo>
                  <a:cubicBezTo>
                    <a:pt x="718186" y="496655"/>
                    <a:pt x="787818" y="113892"/>
                    <a:pt x="915547" y="93777"/>
                  </a:cubicBezTo>
                  <a:cubicBezTo>
                    <a:pt x="1043275" y="73520"/>
                    <a:pt x="850838" y="523101"/>
                    <a:pt x="850838" y="523101"/>
                  </a:cubicBezTo>
                  <a:cubicBezTo>
                    <a:pt x="850838" y="523101"/>
                    <a:pt x="1059593" y="276507"/>
                    <a:pt x="1170582" y="334603"/>
                  </a:cubicBezTo>
                  <a:cubicBezTo>
                    <a:pt x="1281571" y="392700"/>
                    <a:pt x="930036" y="753378"/>
                    <a:pt x="782332" y="820759"/>
                  </a:cubicBezTo>
                  <a:cubicBezTo>
                    <a:pt x="634628" y="888140"/>
                    <a:pt x="504789" y="887718"/>
                    <a:pt x="415464" y="845517"/>
                  </a:cubicBezTo>
                  <a:close/>
                </a:path>
              </a:pathLst>
            </a:custGeom>
            <a:solidFill>
              <a:schemeClr val="accent6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5" name="任意多边形: 形状 74"/>
            <p:cNvSpPr/>
            <p:nvPr userDrawn="1">
              <p:custDataLst>
                <p:tags r:id="rId16"/>
              </p:custDataLst>
            </p:nvPr>
          </p:nvSpPr>
          <p:spPr>
            <a:xfrm>
              <a:off x="12588" y="8706"/>
              <a:ext cx="584" cy="1314"/>
            </a:xfrm>
            <a:custGeom>
              <a:avLst/>
              <a:gdLst>
                <a:gd name="connsiteX0" fmla="*/ 0 w 451551"/>
                <a:gd name="connsiteY0" fmla="*/ 0 h 1015495"/>
                <a:gd name="connsiteX1" fmla="*/ 451552 w 451551"/>
                <a:gd name="connsiteY1" fmla="*/ 1015496 h 1015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51551" h="1015495">
                  <a:moveTo>
                    <a:pt x="0" y="0"/>
                  </a:moveTo>
                  <a:cubicBezTo>
                    <a:pt x="0" y="0"/>
                    <a:pt x="89326" y="756804"/>
                    <a:pt x="451552" y="1015496"/>
                  </a:cubicBezTo>
                </a:path>
              </a:pathLst>
            </a:custGeom>
            <a:noFill/>
            <a:ln w="41211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6" name="任意多边形: 形状 75"/>
            <p:cNvSpPr/>
            <p:nvPr userDrawn="1">
              <p:custDataLst>
                <p:tags r:id="rId17"/>
              </p:custDataLst>
            </p:nvPr>
          </p:nvSpPr>
          <p:spPr>
            <a:xfrm>
              <a:off x="11763" y="8433"/>
              <a:ext cx="1701" cy="1474"/>
            </a:xfrm>
            <a:custGeom>
              <a:avLst/>
              <a:gdLst>
                <a:gd name="connsiteX0" fmla="*/ 88623 w 1314741"/>
                <a:gd name="connsiteY0" fmla="*/ 341756 h 1139777"/>
                <a:gd name="connsiteX1" fmla="*/ 175170 w 1314741"/>
                <a:gd name="connsiteY1" fmla="*/ 360818 h 1139777"/>
                <a:gd name="connsiteX2" fmla="*/ 837868 w 1314741"/>
                <a:gd name="connsiteY2" fmla="*/ 898459 h 1139777"/>
                <a:gd name="connsiteX3" fmla="*/ 230313 w 1314741"/>
                <a:gd name="connsiteY3" fmla="*/ 656647 h 1139777"/>
                <a:gd name="connsiteX4" fmla="*/ 88623 w 1314741"/>
                <a:gd name="connsiteY4" fmla="*/ 341756 h 1139777"/>
                <a:gd name="connsiteX5" fmla="*/ 1241725 w 1314741"/>
                <a:gd name="connsiteY5" fmla="*/ 300379 h 1139777"/>
                <a:gd name="connsiteX6" fmla="*/ 1301235 w 1314741"/>
                <a:gd name="connsiteY6" fmla="*/ 316789 h 1139777"/>
                <a:gd name="connsiteX7" fmla="*/ 1191090 w 1314741"/>
                <a:gd name="connsiteY7" fmla="*/ 594050 h 1139777"/>
                <a:gd name="connsiteX8" fmla="*/ 1017925 w 1314741"/>
                <a:gd name="connsiteY8" fmla="*/ 1137176 h 1139777"/>
                <a:gd name="connsiteX9" fmla="*/ 1017925 w 1314741"/>
                <a:gd name="connsiteY9" fmla="*/ 1137317 h 1139777"/>
                <a:gd name="connsiteX10" fmla="*/ 956452 w 1314741"/>
                <a:gd name="connsiteY10" fmla="*/ 587016 h 1139777"/>
                <a:gd name="connsiteX11" fmla="*/ 1241725 w 1314741"/>
                <a:gd name="connsiteY11" fmla="*/ 300379 h 1139777"/>
                <a:gd name="connsiteX12" fmla="*/ 617088 w 1314741"/>
                <a:gd name="connsiteY12" fmla="*/ 34 h 1139777"/>
                <a:gd name="connsiteX13" fmla="*/ 708028 w 1314741"/>
                <a:gd name="connsiteY13" fmla="*/ 66256 h 1139777"/>
                <a:gd name="connsiteX14" fmla="*/ 849402 w 1314741"/>
                <a:gd name="connsiteY14" fmla="*/ 31932 h 1139777"/>
                <a:gd name="connsiteX15" fmla="*/ 750230 w 1314741"/>
                <a:gd name="connsiteY15" fmla="*/ 194547 h 1139777"/>
                <a:gd name="connsiteX16" fmla="*/ 500399 w 1314741"/>
                <a:gd name="connsiteY16" fmla="*/ 239139 h 1139777"/>
                <a:gd name="connsiteX17" fmla="*/ 500540 w 1314741"/>
                <a:gd name="connsiteY17" fmla="*/ 239139 h 1139777"/>
                <a:gd name="connsiteX18" fmla="*/ 356353 w 1314741"/>
                <a:gd name="connsiteY18" fmla="*/ 124915 h 1139777"/>
                <a:gd name="connsiteX19" fmla="*/ 503775 w 1314741"/>
                <a:gd name="connsiteY19" fmla="*/ 115772 h 1139777"/>
                <a:gd name="connsiteX20" fmla="*/ 592960 w 1314741"/>
                <a:gd name="connsiteY20" fmla="*/ 3517 h 1139777"/>
                <a:gd name="connsiteX21" fmla="*/ 617088 w 1314741"/>
                <a:gd name="connsiteY21" fmla="*/ 34 h 1139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14741" h="1139777">
                  <a:moveTo>
                    <a:pt x="88623" y="341756"/>
                  </a:moveTo>
                  <a:cubicBezTo>
                    <a:pt x="112372" y="343074"/>
                    <a:pt x="141128" y="349090"/>
                    <a:pt x="175170" y="360818"/>
                  </a:cubicBezTo>
                  <a:cubicBezTo>
                    <a:pt x="447507" y="454645"/>
                    <a:pt x="856436" y="883266"/>
                    <a:pt x="837868" y="898459"/>
                  </a:cubicBezTo>
                  <a:cubicBezTo>
                    <a:pt x="819440" y="913651"/>
                    <a:pt x="418529" y="741471"/>
                    <a:pt x="230313" y="656647"/>
                  </a:cubicBezTo>
                  <a:cubicBezTo>
                    <a:pt x="1494" y="553501"/>
                    <a:pt x="-77619" y="332530"/>
                    <a:pt x="88623" y="341756"/>
                  </a:cubicBezTo>
                  <a:close/>
                  <a:moveTo>
                    <a:pt x="1241725" y="300379"/>
                  </a:moveTo>
                  <a:cubicBezTo>
                    <a:pt x="1267791" y="298889"/>
                    <a:pt x="1288715" y="305149"/>
                    <a:pt x="1301235" y="316789"/>
                  </a:cubicBezTo>
                  <a:cubicBezTo>
                    <a:pt x="1351314" y="363210"/>
                    <a:pt x="1250312" y="477997"/>
                    <a:pt x="1191090" y="594050"/>
                  </a:cubicBezTo>
                  <a:cubicBezTo>
                    <a:pt x="1067160" y="837409"/>
                    <a:pt x="1056891" y="1069092"/>
                    <a:pt x="1017925" y="1137176"/>
                  </a:cubicBezTo>
                  <a:lnTo>
                    <a:pt x="1017925" y="1137317"/>
                  </a:lnTo>
                  <a:cubicBezTo>
                    <a:pt x="996262" y="1175016"/>
                    <a:pt x="883866" y="769887"/>
                    <a:pt x="956452" y="587016"/>
                  </a:cubicBezTo>
                  <a:cubicBezTo>
                    <a:pt x="1039061" y="379071"/>
                    <a:pt x="1163527" y="304850"/>
                    <a:pt x="1241725" y="300379"/>
                  </a:cubicBezTo>
                  <a:close/>
                  <a:moveTo>
                    <a:pt x="617088" y="34"/>
                  </a:moveTo>
                  <a:cubicBezTo>
                    <a:pt x="671086" y="1744"/>
                    <a:pt x="708028" y="66256"/>
                    <a:pt x="708028" y="66256"/>
                  </a:cubicBezTo>
                  <a:cubicBezTo>
                    <a:pt x="708028" y="66256"/>
                    <a:pt x="799323" y="-14489"/>
                    <a:pt x="849402" y="31932"/>
                  </a:cubicBezTo>
                  <a:cubicBezTo>
                    <a:pt x="899481" y="78494"/>
                    <a:pt x="826754" y="144046"/>
                    <a:pt x="750230" y="194547"/>
                  </a:cubicBezTo>
                  <a:cubicBezTo>
                    <a:pt x="673705" y="245047"/>
                    <a:pt x="595211" y="264178"/>
                    <a:pt x="500399" y="239139"/>
                  </a:cubicBezTo>
                  <a:lnTo>
                    <a:pt x="500540" y="239139"/>
                  </a:lnTo>
                  <a:cubicBezTo>
                    <a:pt x="441740" y="223665"/>
                    <a:pt x="336377" y="156425"/>
                    <a:pt x="356353" y="124915"/>
                  </a:cubicBezTo>
                  <a:cubicBezTo>
                    <a:pt x="376468" y="93405"/>
                    <a:pt x="503775" y="115772"/>
                    <a:pt x="503775" y="115772"/>
                  </a:cubicBezTo>
                  <a:cubicBezTo>
                    <a:pt x="503775" y="115772"/>
                    <a:pt x="526142" y="25040"/>
                    <a:pt x="592960" y="3517"/>
                  </a:cubicBezTo>
                  <a:cubicBezTo>
                    <a:pt x="601312" y="827"/>
                    <a:pt x="609374" y="-211"/>
                    <a:pt x="617088" y="34"/>
                  </a:cubicBezTo>
                  <a:close/>
                </a:path>
              </a:pathLst>
            </a:custGeom>
            <a:solidFill>
              <a:schemeClr val="accent1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00" name="任意多边形: 形状 99"/>
            <p:cNvSpPr/>
            <p:nvPr userDrawn="1">
              <p:custDataLst>
                <p:tags r:id="rId18"/>
              </p:custDataLst>
            </p:nvPr>
          </p:nvSpPr>
          <p:spPr>
            <a:xfrm>
              <a:off x="14023" y="4751"/>
              <a:ext cx="4508" cy="5244"/>
            </a:xfrm>
            <a:custGeom>
              <a:avLst/>
              <a:gdLst>
                <a:gd name="connsiteX0" fmla="*/ 1681170 w 2862368"/>
                <a:gd name="connsiteY0" fmla="*/ 258 h 3330033"/>
                <a:gd name="connsiteX1" fmla="*/ 2103708 w 2862368"/>
                <a:gd name="connsiteY1" fmla="*/ 158749 h 3330033"/>
                <a:gd name="connsiteX2" fmla="*/ 2758950 w 2862368"/>
                <a:gd name="connsiteY2" fmla="*/ 1001784 h 3330033"/>
                <a:gd name="connsiteX3" fmla="*/ 2861031 w 2862368"/>
                <a:gd name="connsiteY3" fmla="*/ 1235303 h 3330033"/>
                <a:gd name="connsiteX4" fmla="*/ 2862368 w 2862368"/>
                <a:gd name="connsiteY4" fmla="*/ 1238887 h 3330033"/>
                <a:gd name="connsiteX5" fmla="*/ 2862368 w 2862368"/>
                <a:gd name="connsiteY5" fmla="*/ 2924747 h 3330033"/>
                <a:gd name="connsiteX6" fmla="*/ 2457082 w 2862368"/>
                <a:gd name="connsiteY6" fmla="*/ 3330033 h 3330033"/>
                <a:gd name="connsiteX7" fmla="*/ 701486 w 2862368"/>
                <a:gd name="connsiteY7" fmla="*/ 3330033 h 3330033"/>
                <a:gd name="connsiteX8" fmla="*/ 702347 w 2862368"/>
                <a:gd name="connsiteY8" fmla="*/ 3327400 h 3330033"/>
                <a:gd name="connsiteX9" fmla="*/ 698965 w 2862368"/>
                <a:gd name="connsiteY9" fmla="*/ 3330033 h 3330033"/>
                <a:gd name="connsiteX10" fmla="*/ 49825 w 2862368"/>
                <a:gd name="connsiteY10" fmla="*/ 3330033 h 3330033"/>
                <a:gd name="connsiteX11" fmla="*/ 40054 w 2862368"/>
                <a:gd name="connsiteY11" fmla="*/ 3319925 h 3330033"/>
                <a:gd name="connsiteX12" fmla="*/ 7157 w 2862368"/>
                <a:gd name="connsiteY12" fmla="*/ 3134762 h 3330033"/>
                <a:gd name="connsiteX13" fmla="*/ 287654 w 2862368"/>
                <a:gd name="connsiteY13" fmla="*/ 2890981 h 3330033"/>
                <a:gd name="connsiteX14" fmla="*/ 287654 w 2862368"/>
                <a:gd name="connsiteY14" fmla="*/ 2890840 h 3330033"/>
                <a:gd name="connsiteX15" fmla="*/ 753732 w 2862368"/>
                <a:gd name="connsiteY15" fmla="*/ 2983893 h 3330033"/>
                <a:gd name="connsiteX16" fmla="*/ 764179 w 2862368"/>
                <a:gd name="connsiteY16" fmla="*/ 2996495 h 3330033"/>
                <a:gd name="connsiteX17" fmla="*/ 784800 w 2862368"/>
                <a:gd name="connsiteY17" fmla="*/ 2840887 h 3330033"/>
                <a:gd name="connsiteX18" fmla="*/ 820689 w 2862368"/>
                <a:gd name="connsiteY18" fmla="*/ 2709569 h 3330033"/>
                <a:gd name="connsiteX19" fmla="*/ 825047 w 2862368"/>
                <a:gd name="connsiteY19" fmla="*/ 2697616 h 3330033"/>
                <a:gd name="connsiteX20" fmla="*/ 743722 w 2862368"/>
                <a:gd name="connsiteY20" fmla="*/ 2702482 h 3330033"/>
                <a:gd name="connsiteX21" fmla="*/ 429449 w 2862368"/>
                <a:gd name="connsiteY21" fmla="*/ 2631023 h 3330033"/>
                <a:gd name="connsiteX22" fmla="*/ 290889 w 2862368"/>
                <a:gd name="connsiteY22" fmla="*/ 2146134 h 3330033"/>
                <a:gd name="connsiteX23" fmla="*/ 425088 w 2862368"/>
                <a:gd name="connsiteY23" fmla="*/ 1669966 h 3330033"/>
                <a:gd name="connsiteX24" fmla="*/ 810666 w 2862368"/>
                <a:gd name="connsiteY24" fmla="*/ 1228825 h 3330033"/>
                <a:gd name="connsiteX25" fmla="*/ 1763566 w 2862368"/>
                <a:gd name="connsiteY25" fmla="*/ 1054113 h 3330033"/>
                <a:gd name="connsiteX26" fmla="*/ 2049492 w 2862368"/>
                <a:gd name="connsiteY26" fmla="*/ 1219634 h 3330033"/>
                <a:gd name="connsiteX27" fmla="*/ 2076857 w 2862368"/>
                <a:gd name="connsiteY27" fmla="*/ 1241006 h 3330033"/>
                <a:gd name="connsiteX28" fmla="*/ 2058324 w 2862368"/>
                <a:gd name="connsiteY28" fmla="*/ 1187873 h 3330033"/>
                <a:gd name="connsiteX29" fmla="*/ 1859082 w 2862368"/>
                <a:gd name="connsiteY29" fmla="*/ 757018 h 3330033"/>
                <a:gd name="connsiteX30" fmla="*/ 1763004 w 2862368"/>
                <a:gd name="connsiteY30" fmla="*/ 634776 h 3330033"/>
                <a:gd name="connsiteX31" fmla="*/ 1605735 w 2862368"/>
                <a:gd name="connsiteY31" fmla="*/ 586667 h 3330033"/>
                <a:gd name="connsiteX32" fmla="*/ 1269392 w 2862368"/>
                <a:gd name="connsiteY32" fmla="*/ 272129 h 3330033"/>
                <a:gd name="connsiteX33" fmla="*/ 1566488 w 2862368"/>
                <a:gd name="connsiteY33" fmla="*/ 14422 h 3330033"/>
                <a:gd name="connsiteX34" fmla="*/ 1566488 w 2862368"/>
                <a:gd name="connsiteY34" fmla="*/ 14562 h 3330033"/>
                <a:gd name="connsiteX35" fmla="*/ 1681170 w 2862368"/>
                <a:gd name="connsiteY35" fmla="*/ 258 h 3330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862368" h="3330033">
                  <a:moveTo>
                    <a:pt x="1681170" y="258"/>
                  </a:moveTo>
                  <a:cubicBezTo>
                    <a:pt x="1799940" y="-3408"/>
                    <a:pt x="1933427" y="30986"/>
                    <a:pt x="2103708" y="158749"/>
                  </a:cubicBezTo>
                  <a:cubicBezTo>
                    <a:pt x="2330890" y="329100"/>
                    <a:pt x="2680315" y="822711"/>
                    <a:pt x="2758950" y="1001784"/>
                  </a:cubicBezTo>
                  <a:cubicBezTo>
                    <a:pt x="2784753" y="1060543"/>
                    <a:pt x="2823716" y="1141882"/>
                    <a:pt x="2861031" y="1235303"/>
                  </a:cubicBezTo>
                  <a:lnTo>
                    <a:pt x="2862368" y="1238887"/>
                  </a:lnTo>
                  <a:lnTo>
                    <a:pt x="2862368" y="2924747"/>
                  </a:lnTo>
                  <a:cubicBezTo>
                    <a:pt x="2862368" y="3148580"/>
                    <a:pt x="2680915" y="3330033"/>
                    <a:pt x="2457082" y="3330033"/>
                  </a:cubicBezTo>
                  <a:lnTo>
                    <a:pt x="701486" y="3330033"/>
                  </a:lnTo>
                  <a:lnTo>
                    <a:pt x="702347" y="3327400"/>
                  </a:lnTo>
                  <a:lnTo>
                    <a:pt x="698965" y="3330033"/>
                  </a:lnTo>
                  <a:lnTo>
                    <a:pt x="49825" y="3330033"/>
                  </a:lnTo>
                  <a:lnTo>
                    <a:pt x="40054" y="3319925"/>
                  </a:lnTo>
                  <a:cubicBezTo>
                    <a:pt x="4057" y="3269447"/>
                    <a:pt x="-9724" y="3202877"/>
                    <a:pt x="7157" y="3134762"/>
                  </a:cubicBezTo>
                  <a:cubicBezTo>
                    <a:pt x="50765" y="2958502"/>
                    <a:pt x="287654" y="2890981"/>
                    <a:pt x="287654" y="2890981"/>
                  </a:cubicBezTo>
                  <a:lnTo>
                    <a:pt x="287654" y="2890840"/>
                  </a:lnTo>
                  <a:cubicBezTo>
                    <a:pt x="482517" y="2838616"/>
                    <a:pt x="668519" y="2903896"/>
                    <a:pt x="753732" y="2983893"/>
                  </a:cubicBezTo>
                  <a:lnTo>
                    <a:pt x="764179" y="2996495"/>
                  </a:lnTo>
                  <a:lnTo>
                    <a:pt x="784800" y="2840887"/>
                  </a:lnTo>
                  <a:cubicBezTo>
                    <a:pt x="795307" y="2790925"/>
                    <a:pt x="808134" y="2746697"/>
                    <a:pt x="820689" y="2709569"/>
                  </a:cubicBezTo>
                  <a:lnTo>
                    <a:pt x="825047" y="2697616"/>
                  </a:lnTo>
                  <a:lnTo>
                    <a:pt x="743722" y="2702482"/>
                  </a:lnTo>
                  <a:cubicBezTo>
                    <a:pt x="609232" y="2703187"/>
                    <a:pt x="496285" y="2680398"/>
                    <a:pt x="429449" y="2631023"/>
                  </a:cubicBezTo>
                  <a:cubicBezTo>
                    <a:pt x="251220" y="2499356"/>
                    <a:pt x="247703" y="2237850"/>
                    <a:pt x="290889" y="2146134"/>
                  </a:cubicBezTo>
                  <a:cubicBezTo>
                    <a:pt x="334075" y="2054417"/>
                    <a:pt x="329855" y="1883925"/>
                    <a:pt x="425088" y="1669966"/>
                  </a:cubicBezTo>
                  <a:cubicBezTo>
                    <a:pt x="520463" y="1456007"/>
                    <a:pt x="810666" y="1228825"/>
                    <a:pt x="810666" y="1228825"/>
                  </a:cubicBezTo>
                  <a:cubicBezTo>
                    <a:pt x="998179" y="1081262"/>
                    <a:pt x="1529632" y="931871"/>
                    <a:pt x="1763566" y="1054113"/>
                  </a:cubicBezTo>
                  <a:cubicBezTo>
                    <a:pt x="1851239" y="1100007"/>
                    <a:pt x="1954777" y="1153259"/>
                    <a:pt x="2049492" y="1219634"/>
                  </a:cubicBezTo>
                  <a:lnTo>
                    <a:pt x="2076857" y="1241006"/>
                  </a:lnTo>
                  <a:lnTo>
                    <a:pt x="2058324" y="1187873"/>
                  </a:lnTo>
                  <a:cubicBezTo>
                    <a:pt x="1991172" y="1001678"/>
                    <a:pt x="1915843" y="820390"/>
                    <a:pt x="1859082" y="757018"/>
                  </a:cubicBezTo>
                  <a:cubicBezTo>
                    <a:pt x="1819976" y="713411"/>
                    <a:pt x="1763004" y="634776"/>
                    <a:pt x="1763004" y="634776"/>
                  </a:cubicBezTo>
                  <a:cubicBezTo>
                    <a:pt x="1763004" y="634776"/>
                    <a:pt x="1665942" y="601015"/>
                    <a:pt x="1605735" y="586667"/>
                  </a:cubicBezTo>
                  <a:cubicBezTo>
                    <a:pt x="1514018" y="564863"/>
                    <a:pt x="1234506" y="433759"/>
                    <a:pt x="1269392" y="272129"/>
                  </a:cubicBezTo>
                  <a:cubicBezTo>
                    <a:pt x="1304278" y="110499"/>
                    <a:pt x="1441854" y="40024"/>
                    <a:pt x="1566488" y="14422"/>
                  </a:cubicBezTo>
                  <a:lnTo>
                    <a:pt x="1566488" y="14562"/>
                  </a:lnTo>
                  <a:cubicBezTo>
                    <a:pt x="1603625" y="6931"/>
                    <a:pt x="1641580" y="1480"/>
                    <a:pt x="1681170" y="258"/>
                  </a:cubicBezTo>
                  <a:close/>
                </a:path>
              </a:pathLst>
            </a:custGeom>
            <a:solidFill>
              <a:schemeClr val="tx2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5" name="任意多边形: 形状 44"/>
            <p:cNvSpPr/>
            <p:nvPr userDrawn="1">
              <p:custDataLst>
                <p:tags r:id="rId19"/>
              </p:custDataLst>
            </p:nvPr>
          </p:nvSpPr>
          <p:spPr>
            <a:xfrm>
              <a:off x="16120" y="8370"/>
              <a:ext cx="1583" cy="1293"/>
            </a:xfrm>
            <a:custGeom>
              <a:avLst/>
              <a:gdLst>
                <a:gd name="connsiteX0" fmla="*/ 788028 w 1005201"/>
                <a:gd name="connsiteY0" fmla="*/ 455191 h 821152"/>
                <a:gd name="connsiteX1" fmla="*/ 796908 w 1005201"/>
                <a:gd name="connsiteY1" fmla="*/ 458795 h 821152"/>
                <a:gd name="connsiteX2" fmla="*/ 796908 w 1005201"/>
                <a:gd name="connsiteY2" fmla="*/ 458936 h 821152"/>
                <a:gd name="connsiteX3" fmla="*/ 813929 w 1005201"/>
                <a:gd name="connsiteY3" fmla="*/ 622394 h 821152"/>
                <a:gd name="connsiteX4" fmla="*/ 731637 w 1005201"/>
                <a:gd name="connsiteY4" fmla="*/ 650950 h 821152"/>
                <a:gd name="connsiteX5" fmla="*/ 633449 w 1005201"/>
                <a:gd name="connsiteY5" fmla="*/ 654607 h 821152"/>
                <a:gd name="connsiteX6" fmla="*/ 566208 w 1005201"/>
                <a:gd name="connsiteY6" fmla="*/ 748153 h 821152"/>
                <a:gd name="connsiteX7" fmla="*/ 364628 w 1005201"/>
                <a:gd name="connsiteY7" fmla="*/ 673317 h 821152"/>
                <a:gd name="connsiteX8" fmla="*/ 320176 w 1005201"/>
                <a:gd name="connsiteY8" fmla="*/ 666986 h 821152"/>
                <a:gd name="connsiteX9" fmla="*/ 318910 w 1005201"/>
                <a:gd name="connsiteY9" fmla="*/ 706796 h 821152"/>
                <a:gd name="connsiteX10" fmla="*/ 308078 w 1005201"/>
                <a:gd name="connsiteY10" fmla="*/ 776006 h 821152"/>
                <a:gd name="connsiteX11" fmla="*/ 189775 w 1005201"/>
                <a:gd name="connsiteY11" fmla="*/ 814127 h 821152"/>
                <a:gd name="connsiteX12" fmla="*/ 19704 w 1005201"/>
                <a:gd name="connsiteY12" fmla="*/ 472721 h 821152"/>
                <a:gd name="connsiteX13" fmla="*/ 31380 w 1005201"/>
                <a:gd name="connsiteY13" fmla="*/ 479473 h 821152"/>
                <a:gd name="connsiteX14" fmla="*/ 115219 w 1005201"/>
                <a:gd name="connsiteY14" fmla="*/ 726068 h 821152"/>
                <a:gd name="connsiteX15" fmla="*/ 250263 w 1005201"/>
                <a:gd name="connsiteY15" fmla="*/ 784305 h 821152"/>
                <a:gd name="connsiteX16" fmla="*/ 285290 w 1005201"/>
                <a:gd name="connsiteY16" fmla="*/ 706796 h 821152"/>
                <a:gd name="connsiteX17" fmla="*/ 357032 w 1005201"/>
                <a:gd name="connsiteY17" fmla="*/ 631819 h 821152"/>
                <a:gd name="connsiteX18" fmla="*/ 511910 w 1005201"/>
                <a:gd name="connsiteY18" fmla="*/ 707359 h 821152"/>
                <a:gd name="connsiteX19" fmla="*/ 592092 w 1005201"/>
                <a:gd name="connsiteY19" fmla="*/ 635054 h 821152"/>
                <a:gd name="connsiteX20" fmla="*/ 598984 w 1005201"/>
                <a:gd name="connsiteY20" fmla="*/ 610296 h 821152"/>
                <a:gd name="connsiteX21" fmla="*/ 696469 w 1005201"/>
                <a:gd name="connsiteY21" fmla="*/ 610859 h 821152"/>
                <a:gd name="connsiteX22" fmla="*/ 796064 w 1005201"/>
                <a:gd name="connsiteY22" fmla="*/ 537148 h 821152"/>
                <a:gd name="connsiteX23" fmla="*/ 781997 w 1005201"/>
                <a:gd name="connsiteY23" fmla="*/ 462874 h 821152"/>
                <a:gd name="connsiteX24" fmla="*/ 788028 w 1005201"/>
                <a:gd name="connsiteY24" fmla="*/ 455191 h 821152"/>
                <a:gd name="connsiteX25" fmla="*/ 875451 w 1005201"/>
                <a:gd name="connsiteY25" fmla="*/ 163888 h 821152"/>
                <a:gd name="connsiteX26" fmla="*/ 882575 w 1005201"/>
                <a:gd name="connsiteY26" fmla="*/ 169015 h 821152"/>
                <a:gd name="connsiteX27" fmla="*/ 882575 w 1005201"/>
                <a:gd name="connsiteY27" fmla="*/ 168874 h 821152"/>
                <a:gd name="connsiteX28" fmla="*/ 928012 w 1005201"/>
                <a:gd name="connsiteY28" fmla="*/ 396901 h 821152"/>
                <a:gd name="connsiteX29" fmla="*/ 913382 w 1005201"/>
                <a:gd name="connsiteY29" fmla="*/ 395072 h 821152"/>
                <a:gd name="connsiteX30" fmla="*/ 863444 w 1005201"/>
                <a:gd name="connsiteY30" fmla="*/ 180128 h 821152"/>
                <a:gd name="connsiteX31" fmla="*/ 875451 w 1005201"/>
                <a:gd name="connsiteY31" fmla="*/ 163888 h 821152"/>
                <a:gd name="connsiteX32" fmla="*/ 921119 w 1005201"/>
                <a:gd name="connsiteY32" fmla="*/ 1055 h 821152"/>
                <a:gd name="connsiteX33" fmla="*/ 968525 w 1005201"/>
                <a:gd name="connsiteY33" fmla="*/ 67452 h 821152"/>
                <a:gd name="connsiteX34" fmla="*/ 1004958 w 1005201"/>
                <a:gd name="connsiteY34" fmla="*/ 164373 h 821152"/>
                <a:gd name="connsiteX35" fmla="*/ 1005099 w 1005201"/>
                <a:gd name="connsiteY35" fmla="*/ 164373 h 821152"/>
                <a:gd name="connsiteX36" fmla="*/ 995815 w 1005201"/>
                <a:gd name="connsiteY36" fmla="*/ 169719 h 821152"/>
                <a:gd name="connsiteX37" fmla="*/ 948971 w 1005201"/>
                <a:gd name="connsiteY37" fmla="*/ 89677 h 821152"/>
                <a:gd name="connsiteX38" fmla="*/ 914929 w 1005201"/>
                <a:gd name="connsiteY38" fmla="*/ 20608 h 821152"/>
                <a:gd name="connsiteX39" fmla="*/ 909021 w 1005201"/>
                <a:gd name="connsiteY39" fmla="*/ 15122 h 821152"/>
                <a:gd name="connsiteX40" fmla="*/ 908177 w 1005201"/>
                <a:gd name="connsiteY40" fmla="*/ 11043 h 821152"/>
                <a:gd name="connsiteX41" fmla="*/ 921119 w 1005201"/>
                <a:gd name="connsiteY41" fmla="*/ 1055 h 821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05201" h="821152">
                  <a:moveTo>
                    <a:pt x="788028" y="455191"/>
                  </a:moveTo>
                  <a:cubicBezTo>
                    <a:pt x="791422" y="454223"/>
                    <a:pt x="795290" y="455138"/>
                    <a:pt x="796908" y="458795"/>
                  </a:cubicBezTo>
                  <a:lnTo>
                    <a:pt x="796908" y="458936"/>
                  </a:lnTo>
                  <a:cubicBezTo>
                    <a:pt x="816039" y="501981"/>
                    <a:pt x="860491" y="579631"/>
                    <a:pt x="813929" y="622394"/>
                  </a:cubicBezTo>
                  <a:cubicBezTo>
                    <a:pt x="790578" y="643776"/>
                    <a:pt x="763006" y="650669"/>
                    <a:pt x="731637" y="650950"/>
                  </a:cubicBezTo>
                  <a:cubicBezTo>
                    <a:pt x="708567" y="651231"/>
                    <a:pt x="625431" y="622254"/>
                    <a:pt x="633449" y="654607"/>
                  </a:cubicBezTo>
                  <a:cubicBezTo>
                    <a:pt x="644562" y="699481"/>
                    <a:pt x="613474" y="746043"/>
                    <a:pt x="566208" y="748153"/>
                  </a:cubicBezTo>
                  <a:cubicBezTo>
                    <a:pt x="489543" y="751670"/>
                    <a:pt x="428774" y="709047"/>
                    <a:pt x="364628" y="673317"/>
                  </a:cubicBezTo>
                  <a:cubicBezTo>
                    <a:pt x="354922" y="667830"/>
                    <a:pt x="321723" y="637727"/>
                    <a:pt x="320176" y="666986"/>
                  </a:cubicBezTo>
                  <a:cubicBezTo>
                    <a:pt x="319473" y="680209"/>
                    <a:pt x="319332" y="693573"/>
                    <a:pt x="318910" y="706796"/>
                  </a:cubicBezTo>
                  <a:cubicBezTo>
                    <a:pt x="318066" y="730851"/>
                    <a:pt x="316378" y="753358"/>
                    <a:pt x="308078" y="776006"/>
                  </a:cubicBezTo>
                  <a:cubicBezTo>
                    <a:pt x="290635" y="823834"/>
                    <a:pt x="231694" y="828194"/>
                    <a:pt x="189775" y="814127"/>
                  </a:cubicBezTo>
                  <a:cubicBezTo>
                    <a:pt x="81177" y="777834"/>
                    <a:pt x="-50490" y="585117"/>
                    <a:pt x="19704" y="472721"/>
                  </a:cubicBezTo>
                  <a:cubicBezTo>
                    <a:pt x="24347" y="465125"/>
                    <a:pt x="35178" y="471737"/>
                    <a:pt x="31380" y="479473"/>
                  </a:cubicBezTo>
                  <a:cubicBezTo>
                    <a:pt x="-4913" y="554591"/>
                    <a:pt x="65422" y="671347"/>
                    <a:pt x="115219" y="726068"/>
                  </a:cubicBezTo>
                  <a:cubicBezTo>
                    <a:pt x="143916" y="757437"/>
                    <a:pt x="201450" y="801889"/>
                    <a:pt x="250263" y="784305"/>
                  </a:cubicBezTo>
                  <a:cubicBezTo>
                    <a:pt x="284446" y="772207"/>
                    <a:pt x="284305" y="734930"/>
                    <a:pt x="285290" y="706796"/>
                  </a:cubicBezTo>
                  <a:cubicBezTo>
                    <a:pt x="287119" y="654045"/>
                    <a:pt x="294293" y="594823"/>
                    <a:pt x="357032" y="631819"/>
                  </a:cubicBezTo>
                  <a:cubicBezTo>
                    <a:pt x="404156" y="659531"/>
                    <a:pt x="457892" y="696105"/>
                    <a:pt x="511910" y="707359"/>
                  </a:cubicBezTo>
                  <a:cubicBezTo>
                    <a:pt x="565786" y="718472"/>
                    <a:pt x="586043" y="682741"/>
                    <a:pt x="592092" y="635054"/>
                  </a:cubicBezTo>
                  <a:cubicBezTo>
                    <a:pt x="593358" y="625489"/>
                    <a:pt x="592936" y="617893"/>
                    <a:pt x="598984" y="610296"/>
                  </a:cubicBezTo>
                  <a:cubicBezTo>
                    <a:pt x="625009" y="577380"/>
                    <a:pt x="664256" y="602138"/>
                    <a:pt x="696469" y="610859"/>
                  </a:cubicBezTo>
                  <a:cubicBezTo>
                    <a:pt x="752315" y="625770"/>
                    <a:pt x="802816" y="596933"/>
                    <a:pt x="796064" y="537148"/>
                  </a:cubicBezTo>
                  <a:cubicBezTo>
                    <a:pt x="793110" y="511124"/>
                    <a:pt x="783825" y="488758"/>
                    <a:pt x="781997" y="462874"/>
                  </a:cubicBezTo>
                  <a:cubicBezTo>
                    <a:pt x="781715" y="459006"/>
                    <a:pt x="784634" y="456158"/>
                    <a:pt x="788028" y="455191"/>
                  </a:cubicBezTo>
                  <a:close/>
                  <a:moveTo>
                    <a:pt x="875451" y="163888"/>
                  </a:moveTo>
                  <a:cubicBezTo>
                    <a:pt x="878117" y="164391"/>
                    <a:pt x="880676" y="165991"/>
                    <a:pt x="882575" y="169015"/>
                  </a:cubicBezTo>
                  <a:lnTo>
                    <a:pt x="882575" y="168874"/>
                  </a:lnTo>
                  <a:cubicBezTo>
                    <a:pt x="922807" y="232739"/>
                    <a:pt x="962898" y="323049"/>
                    <a:pt x="928012" y="396901"/>
                  </a:cubicBezTo>
                  <a:cubicBezTo>
                    <a:pt x="925198" y="402949"/>
                    <a:pt x="914367" y="401824"/>
                    <a:pt x="913382" y="395072"/>
                  </a:cubicBezTo>
                  <a:cubicBezTo>
                    <a:pt x="901847" y="318407"/>
                    <a:pt x="900581" y="251026"/>
                    <a:pt x="863444" y="180128"/>
                  </a:cubicBezTo>
                  <a:cubicBezTo>
                    <a:pt x="858485" y="170739"/>
                    <a:pt x="867453" y="162378"/>
                    <a:pt x="875451" y="163888"/>
                  </a:cubicBezTo>
                  <a:close/>
                  <a:moveTo>
                    <a:pt x="921119" y="1055"/>
                  </a:moveTo>
                  <a:cubicBezTo>
                    <a:pt x="944892" y="12731"/>
                    <a:pt x="958396" y="44522"/>
                    <a:pt x="968525" y="67452"/>
                  </a:cubicBezTo>
                  <a:cubicBezTo>
                    <a:pt x="983014" y="100087"/>
                    <a:pt x="997925" y="128643"/>
                    <a:pt x="1004958" y="164373"/>
                  </a:cubicBezTo>
                  <a:lnTo>
                    <a:pt x="1005099" y="164373"/>
                  </a:lnTo>
                  <a:cubicBezTo>
                    <a:pt x="1006083" y="169296"/>
                    <a:pt x="999754" y="174361"/>
                    <a:pt x="995815" y="169719"/>
                  </a:cubicBezTo>
                  <a:cubicBezTo>
                    <a:pt x="975980" y="146367"/>
                    <a:pt x="961350" y="117530"/>
                    <a:pt x="948971" y="89677"/>
                  </a:cubicBezTo>
                  <a:cubicBezTo>
                    <a:pt x="939406" y="68014"/>
                    <a:pt x="929700" y="40584"/>
                    <a:pt x="914929" y="20608"/>
                  </a:cubicBezTo>
                  <a:cubicBezTo>
                    <a:pt x="912116" y="20046"/>
                    <a:pt x="909584" y="18217"/>
                    <a:pt x="909021" y="15122"/>
                  </a:cubicBezTo>
                  <a:cubicBezTo>
                    <a:pt x="908740" y="13856"/>
                    <a:pt x="908458" y="12450"/>
                    <a:pt x="908177" y="11043"/>
                  </a:cubicBezTo>
                  <a:cubicBezTo>
                    <a:pt x="906630" y="3306"/>
                    <a:pt x="913945" y="-2461"/>
                    <a:pt x="921119" y="1055"/>
                  </a:cubicBezTo>
                  <a:close/>
                </a:path>
              </a:pathLst>
            </a:custGeom>
            <a:solidFill>
              <a:schemeClr val="accent4">
                <a:alpha val="50000"/>
              </a:schemeClr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6" name="任意多边形: 形状 45"/>
            <p:cNvSpPr/>
            <p:nvPr userDrawn="1">
              <p:custDataLst>
                <p:tags r:id="rId20"/>
              </p:custDataLst>
            </p:nvPr>
          </p:nvSpPr>
          <p:spPr>
            <a:xfrm>
              <a:off x="16105" y="4978"/>
              <a:ext cx="173" cy="385"/>
            </a:xfrm>
            <a:custGeom>
              <a:avLst/>
              <a:gdLst>
                <a:gd name="connsiteX0" fmla="*/ 407 w 109566"/>
                <a:gd name="connsiteY0" fmla="*/ 244625 h 244624"/>
                <a:gd name="connsiteX1" fmla="*/ 109567 w 109566"/>
                <a:gd name="connsiteY1" fmla="*/ 0 h 24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566" h="244624">
                  <a:moveTo>
                    <a:pt x="407" y="244625"/>
                  </a:moveTo>
                  <a:cubicBezTo>
                    <a:pt x="407" y="244625"/>
                    <a:pt x="-12676" y="56831"/>
                    <a:pt x="109567" y="0"/>
                  </a:cubicBezTo>
                </a:path>
              </a:pathLst>
            </a:custGeom>
            <a:noFill/>
            <a:ln w="28575" cap="rnd">
              <a:solidFill>
                <a:schemeClr val="accent4"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7" name="任意多边形: 形状 46"/>
            <p:cNvSpPr/>
            <p:nvPr userDrawn="1">
              <p:custDataLst>
                <p:tags r:id="rId21"/>
              </p:custDataLst>
            </p:nvPr>
          </p:nvSpPr>
          <p:spPr>
            <a:xfrm>
              <a:off x="16339" y="5122"/>
              <a:ext cx="172" cy="372"/>
            </a:xfrm>
            <a:custGeom>
              <a:avLst/>
              <a:gdLst>
                <a:gd name="connsiteX0" fmla="*/ 0 w 109159"/>
                <a:gd name="connsiteY0" fmla="*/ 235903 h 235903"/>
                <a:gd name="connsiteX1" fmla="*/ 109160 w 109159"/>
                <a:gd name="connsiteY1" fmla="*/ 0 h 23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9159" h="235903">
                  <a:moveTo>
                    <a:pt x="0" y="235903"/>
                  </a:moveTo>
                  <a:cubicBezTo>
                    <a:pt x="0" y="235903"/>
                    <a:pt x="21804" y="48109"/>
                    <a:pt x="109160" y="0"/>
                  </a:cubicBezTo>
                </a:path>
              </a:pathLst>
            </a:custGeom>
            <a:noFill/>
            <a:ln w="28575" cap="rnd">
              <a:solidFill>
                <a:schemeClr val="accent4"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8" name="任意多边形: 形状 47"/>
            <p:cNvSpPr/>
            <p:nvPr userDrawn="1">
              <p:custDataLst>
                <p:tags r:id="rId22"/>
              </p:custDataLst>
            </p:nvPr>
          </p:nvSpPr>
          <p:spPr>
            <a:xfrm>
              <a:off x="16692" y="5542"/>
              <a:ext cx="426" cy="100"/>
            </a:xfrm>
            <a:custGeom>
              <a:avLst/>
              <a:gdLst>
                <a:gd name="connsiteX0" fmla="*/ 0 w 270227"/>
                <a:gd name="connsiteY0" fmla="*/ 56268 h 63370"/>
                <a:gd name="connsiteX1" fmla="*/ 270228 w 270227"/>
                <a:gd name="connsiteY1" fmla="*/ 0 h 63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227" h="63370">
                  <a:moveTo>
                    <a:pt x="0" y="56268"/>
                  </a:moveTo>
                  <a:cubicBezTo>
                    <a:pt x="0" y="56268"/>
                    <a:pt x="163178" y="92842"/>
                    <a:pt x="270228" y="0"/>
                  </a:cubicBezTo>
                </a:path>
              </a:pathLst>
            </a:custGeom>
            <a:noFill/>
            <a:ln w="28575" cap="rnd">
              <a:solidFill>
                <a:schemeClr val="accent4"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9" name="任意多边形: 形状 48"/>
            <p:cNvSpPr/>
            <p:nvPr userDrawn="1">
              <p:custDataLst>
                <p:tags r:id="rId23"/>
              </p:custDataLst>
            </p:nvPr>
          </p:nvSpPr>
          <p:spPr>
            <a:xfrm>
              <a:off x="14166" y="9545"/>
              <a:ext cx="130" cy="413"/>
            </a:xfrm>
            <a:custGeom>
              <a:avLst/>
              <a:gdLst>
                <a:gd name="connsiteX0" fmla="*/ 16437 w 95071"/>
                <a:gd name="connsiteY0" fmla="*/ 0 h 301455"/>
                <a:gd name="connsiteX1" fmla="*/ 95072 w 95071"/>
                <a:gd name="connsiteY1" fmla="*/ 301456 h 30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071" h="301455">
                  <a:moveTo>
                    <a:pt x="16437" y="0"/>
                  </a:moveTo>
                  <a:cubicBezTo>
                    <a:pt x="16437" y="0"/>
                    <a:pt x="-53476" y="192155"/>
                    <a:pt x="95072" y="301456"/>
                  </a:cubicBezTo>
                </a:path>
              </a:pathLst>
            </a:custGeom>
            <a:noFill/>
            <a:ln w="28575" cap="rnd">
              <a:solidFill>
                <a:schemeClr val="accent4"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0" name="任意多边形: 形状 49"/>
            <p:cNvSpPr/>
            <p:nvPr userDrawn="1">
              <p:custDataLst>
                <p:tags r:id="rId24"/>
              </p:custDataLst>
            </p:nvPr>
          </p:nvSpPr>
          <p:spPr>
            <a:xfrm>
              <a:off x="14687" y="9545"/>
              <a:ext cx="27" cy="413"/>
            </a:xfrm>
            <a:custGeom>
              <a:avLst/>
              <a:gdLst>
                <a:gd name="connsiteX0" fmla="*/ 0 w 17443"/>
                <a:gd name="connsiteY0" fmla="*/ 0 h 262068"/>
                <a:gd name="connsiteX1" fmla="*/ 0 w 17443"/>
                <a:gd name="connsiteY1" fmla="*/ 262068 h 26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43" h="262068">
                  <a:moveTo>
                    <a:pt x="0" y="0"/>
                  </a:moveTo>
                  <a:cubicBezTo>
                    <a:pt x="0" y="0"/>
                    <a:pt x="39247" y="179073"/>
                    <a:pt x="0" y="262068"/>
                  </a:cubicBezTo>
                </a:path>
              </a:pathLst>
            </a:custGeom>
            <a:noFill/>
            <a:ln w="28575" cap="rnd">
              <a:solidFill>
                <a:schemeClr val="accent4"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1" name="任意多边形: 形状 50"/>
            <p:cNvSpPr/>
            <p:nvPr userDrawn="1">
              <p:custDataLst>
                <p:tags r:id="rId25"/>
              </p:custDataLst>
            </p:nvPr>
          </p:nvSpPr>
          <p:spPr>
            <a:xfrm>
              <a:off x="15045" y="9394"/>
              <a:ext cx="64" cy="406"/>
            </a:xfrm>
            <a:custGeom>
              <a:avLst/>
              <a:gdLst>
                <a:gd name="connsiteX0" fmla="*/ 0 w 40763"/>
                <a:gd name="connsiteY0" fmla="*/ 0 h 257707"/>
                <a:gd name="connsiteX1" fmla="*/ 0 w 40763"/>
                <a:gd name="connsiteY1" fmla="*/ 257707 h 257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0763" h="257707">
                  <a:moveTo>
                    <a:pt x="0" y="0"/>
                  </a:moveTo>
                  <a:cubicBezTo>
                    <a:pt x="0" y="0"/>
                    <a:pt x="91717" y="91717"/>
                    <a:pt x="0" y="257707"/>
                  </a:cubicBezTo>
                </a:path>
              </a:pathLst>
            </a:custGeom>
            <a:noFill/>
            <a:ln w="28575" cap="rnd">
              <a:solidFill>
                <a:schemeClr val="accent4">
                  <a:alpha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2" name="任意多边形: 形状 51"/>
            <p:cNvSpPr/>
            <p:nvPr userDrawn="1">
              <p:custDataLst>
                <p:tags r:id="rId26"/>
              </p:custDataLst>
            </p:nvPr>
          </p:nvSpPr>
          <p:spPr>
            <a:xfrm>
              <a:off x="13921" y="6834"/>
              <a:ext cx="1174" cy="1082"/>
            </a:xfrm>
            <a:custGeom>
              <a:avLst/>
              <a:gdLst>
                <a:gd name="connsiteX0" fmla="*/ 10684 w 745264"/>
                <a:gd name="connsiteY0" fmla="*/ 72976 h 687000"/>
                <a:gd name="connsiteX1" fmla="*/ 211140 w 745264"/>
                <a:gd name="connsiteY1" fmla="*/ 497096 h 687000"/>
                <a:gd name="connsiteX2" fmla="*/ 429460 w 745264"/>
                <a:gd name="connsiteY2" fmla="*/ 687000 h 687000"/>
                <a:gd name="connsiteX3" fmla="*/ 745265 w 745264"/>
                <a:gd name="connsiteY3" fmla="*/ 66787 h 687000"/>
                <a:gd name="connsiteX4" fmla="*/ 10684 w 745264"/>
                <a:gd name="connsiteY4" fmla="*/ 72976 h 68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264" h="687000">
                  <a:moveTo>
                    <a:pt x="10684" y="72976"/>
                  </a:moveTo>
                  <a:cubicBezTo>
                    <a:pt x="-38972" y="233480"/>
                    <a:pt x="94102" y="362053"/>
                    <a:pt x="211140" y="497096"/>
                  </a:cubicBezTo>
                  <a:cubicBezTo>
                    <a:pt x="295964" y="594862"/>
                    <a:pt x="429460" y="687000"/>
                    <a:pt x="429460" y="687000"/>
                  </a:cubicBezTo>
                  <a:lnTo>
                    <a:pt x="745265" y="66787"/>
                  </a:lnTo>
                  <a:cubicBezTo>
                    <a:pt x="745265" y="66787"/>
                    <a:pt x="60482" y="-87528"/>
                    <a:pt x="10684" y="72976"/>
                  </a:cubicBezTo>
                  <a:close/>
                </a:path>
              </a:pathLst>
            </a:custGeom>
            <a:solidFill>
              <a:schemeClr val="tx2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3" name="任意多边形: 形状 52"/>
            <p:cNvSpPr/>
            <p:nvPr userDrawn="1">
              <p:custDataLst>
                <p:tags r:id="rId27"/>
              </p:custDataLst>
            </p:nvPr>
          </p:nvSpPr>
          <p:spPr>
            <a:xfrm>
              <a:off x="14134" y="7112"/>
              <a:ext cx="600" cy="566"/>
            </a:xfrm>
            <a:custGeom>
              <a:avLst/>
              <a:gdLst>
                <a:gd name="connsiteX0" fmla="*/ 278325 w 380733"/>
                <a:gd name="connsiteY0" fmla="*/ 359126 h 359125"/>
                <a:gd name="connsiteX1" fmla="*/ 3174 w 380733"/>
                <a:gd name="connsiteY1" fmla="*/ 15750 h 359125"/>
                <a:gd name="connsiteX2" fmla="*/ 380733 w 380733"/>
                <a:gd name="connsiteY2" fmla="*/ 87351 h 359125"/>
                <a:gd name="connsiteX3" fmla="*/ 278325 w 380733"/>
                <a:gd name="connsiteY3" fmla="*/ 358985 h 35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733" h="359125">
                  <a:moveTo>
                    <a:pt x="278325" y="359126"/>
                  </a:moveTo>
                  <a:cubicBezTo>
                    <a:pt x="278325" y="359126"/>
                    <a:pt x="-34666" y="75957"/>
                    <a:pt x="3174" y="15750"/>
                  </a:cubicBezTo>
                  <a:cubicBezTo>
                    <a:pt x="41155" y="-44456"/>
                    <a:pt x="380733" y="87351"/>
                    <a:pt x="380733" y="87351"/>
                  </a:cubicBezTo>
                  <a:cubicBezTo>
                    <a:pt x="380733" y="87351"/>
                    <a:pt x="273683" y="249825"/>
                    <a:pt x="278325" y="358985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4" name="任意多边形: 形状 53"/>
            <p:cNvSpPr/>
            <p:nvPr userDrawn="1">
              <p:custDataLst>
                <p:tags r:id="rId28"/>
              </p:custDataLst>
            </p:nvPr>
          </p:nvSpPr>
          <p:spPr>
            <a:xfrm>
              <a:off x="15723" y="5540"/>
              <a:ext cx="1132" cy="1006"/>
            </a:xfrm>
            <a:custGeom>
              <a:avLst/>
              <a:gdLst>
                <a:gd name="connsiteX0" fmla="*/ 356599 w 718544"/>
                <a:gd name="connsiteY0" fmla="*/ 2191 h 639003"/>
                <a:gd name="connsiteX1" fmla="*/ 625983 w 718544"/>
                <a:gd name="connsiteY1" fmla="*/ 303787 h 639003"/>
                <a:gd name="connsiteX2" fmla="*/ 718544 w 718544"/>
                <a:gd name="connsiteY2" fmla="*/ 551647 h 639003"/>
                <a:gd name="connsiteX3" fmla="*/ 0 w 718544"/>
                <a:gd name="connsiteY3" fmla="*/ 639003 h 639003"/>
                <a:gd name="connsiteX4" fmla="*/ 356459 w 718544"/>
                <a:gd name="connsiteY4" fmla="*/ 2191 h 639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8544" h="639003">
                  <a:moveTo>
                    <a:pt x="356599" y="2191"/>
                  </a:moveTo>
                  <a:cubicBezTo>
                    <a:pt x="499098" y="-22145"/>
                    <a:pt x="558321" y="161288"/>
                    <a:pt x="625983" y="303787"/>
                  </a:cubicBezTo>
                  <a:cubicBezTo>
                    <a:pt x="674936" y="407039"/>
                    <a:pt x="718544" y="551647"/>
                    <a:pt x="718544" y="551647"/>
                  </a:cubicBezTo>
                  <a:lnTo>
                    <a:pt x="0" y="639003"/>
                  </a:lnTo>
                  <a:cubicBezTo>
                    <a:pt x="0" y="639003"/>
                    <a:pt x="213959" y="26527"/>
                    <a:pt x="356459" y="2191"/>
                  </a:cubicBezTo>
                  <a:close/>
                </a:path>
              </a:pathLst>
            </a:custGeom>
            <a:solidFill>
              <a:schemeClr val="tx2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5" name="任意多边形: 形状 54"/>
            <p:cNvSpPr/>
            <p:nvPr userDrawn="1">
              <p:custDataLst>
                <p:tags r:id="rId29"/>
              </p:custDataLst>
            </p:nvPr>
          </p:nvSpPr>
          <p:spPr>
            <a:xfrm>
              <a:off x="16180" y="5775"/>
              <a:ext cx="469" cy="552"/>
            </a:xfrm>
            <a:custGeom>
              <a:avLst/>
              <a:gdLst>
                <a:gd name="connsiteX0" fmla="*/ 297518 w 297517"/>
                <a:gd name="connsiteY0" fmla="*/ 343266 h 350299"/>
                <a:gd name="connsiteX1" fmla="*/ 114787 w 297517"/>
                <a:gd name="connsiteY1" fmla="*/ 454 h 350299"/>
                <a:gd name="connsiteX2" fmla="*/ 0 w 297517"/>
                <a:gd name="connsiteY2" fmla="*/ 350300 h 350299"/>
                <a:gd name="connsiteX3" fmla="*/ 297518 w 297517"/>
                <a:gd name="connsiteY3" fmla="*/ 343266 h 350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517" h="350299">
                  <a:moveTo>
                    <a:pt x="297518" y="343266"/>
                  </a:moveTo>
                  <a:cubicBezTo>
                    <a:pt x="297518" y="343266"/>
                    <a:pt x="187935" y="-14458"/>
                    <a:pt x="114787" y="454"/>
                  </a:cubicBezTo>
                  <a:cubicBezTo>
                    <a:pt x="41497" y="15224"/>
                    <a:pt x="0" y="350300"/>
                    <a:pt x="0" y="350300"/>
                  </a:cubicBezTo>
                  <a:cubicBezTo>
                    <a:pt x="0" y="350300"/>
                    <a:pt x="199752" y="306270"/>
                    <a:pt x="297518" y="343266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6" name="任意多边形: 形状 55"/>
            <p:cNvSpPr/>
            <p:nvPr userDrawn="1">
              <p:custDataLst>
                <p:tags r:id="rId30"/>
              </p:custDataLst>
            </p:nvPr>
          </p:nvSpPr>
          <p:spPr>
            <a:xfrm>
              <a:off x="14503" y="6132"/>
              <a:ext cx="1928" cy="1296"/>
            </a:xfrm>
            <a:custGeom>
              <a:avLst/>
              <a:gdLst>
                <a:gd name="connsiteX0" fmla="*/ 194099 w 1224361"/>
                <a:gd name="connsiteY0" fmla="*/ 664670 h 823005"/>
                <a:gd name="connsiteX1" fmla="*/ 195287 w 1224361"/>
                <a:gd name="connsiteY1" fmla="*/ 694066 h 823005"/>
                <a:gd name="connsiteX2" fmla="*/ 98083 w 1224361"/>
                <a:gd name="connsiteY2" fmla="*/ 778468 h 823005"/>
                <a:gd name="connsiteX3" fmla="*/ 39283 w 1224361"/>
                <a:gd name="connsiteY3" fmla="*/ 819543 h 823005"/>
                <a:gd name="connsiteX4" fmla="*/ 22262 w 1224361"/>
                <a:gd name="connsiteY4" fmla="*/ 808571 h 823005"/>
                <a:gd name="connsiteX5" fmla="*/ 72481 w 1224361"/>
                <a:gd name="connsiteY5" fmla="*/ 739080 h 823005"/>
                <a:gd name="connsiteX6" fmla="*/ 182063 w 1224361"/>
                <a:gd name="connsiteY6" fmla="*/ 666072 h 823005"/>
                <a:gd name="connsiteX7" fmla="*/ 182063 w 1224361"/>
                <a:gd name="connsiteY7" fmla="*/ 665932 h 823005"/>
                <a:gd name="connsiteX8" fmla="*/ 194099 w 1224361"/>
                <a:gd name="connsiteY8" fmla="*/ 664670 h 823005"/>
                <a:gd name="connsiteX9" fmla="*/ 163134 w 1224361"/>
                <a:gd name="connsiteY9" fmla="*/ 636501 h 823005"/>
                <a:gd name="connsiteX10" fmla="*/ 164480 w 1224361"/>
                <a:gd name="connsiteY10" fmla="*/ 673809 h 823005"/>
                <a:gd name="connsiteX11" fmla="*/ 17479 w 1224361"/>
                <a:gd name="connsiteY11" fmla="*/ 742033 h 823005"/>
                <a:gd name="connsiteX12" fmla="*/ 2005 w 1224361"/>
                <a:gd name="connsiteY12" fmla="*/ 718260 h 823005"/>
                <a:gd name="connsiteX13" fmla="*/ 62494 w 1224361"/>
                <a:gd name="connsiteY13" fmla="*/ 675215 h 823005"/>
                <a:gd name="connsiteX14" fmla="*/ 147318 w 1224361"/>
                <a:gd name="connsiteY14" fmla="*/ 637094 h 823005"/>
                <a:gd name="connsiteX15" fmla="*/ 163134 w 1224361"/>
                <a:gd name="connsiteY15" fmla="*/ 636501 h 823005"/>
                <a:gd name="connsiteX16" fmla="*/ 1214865 w 1224361"/>
                <a:gd name="connsiteY16" fmla="*/ 44874 h 823005"/>
                <a:gd name="connsiteX17" fmla="*/ 1216835 w 1224361"/>
                <a:gd name="connsiteY17" fmla="*/ 63020 h 823005"/>
                <a:gd name="connsiteX18" fmla="*/ 1151141 w 1224361"/>
                <a:gd name="connsiteY18" fmla="*/ 101704 h 823005"/>
                <a:gd name="connsiteX19" fmla="*/ 1027492 w 1224361"/>
                <a:gd name="connsiteY19" fmla="*/ 160786 h 823005"/>
                <a:gd name="connsiteX20" fmla="*/ 1008080 w 1224361"/>
                <a:gd name="connsiteY20" fmla="*/ 140811 h 823005"/>
                <a:gd name="connsiteX21" fmla="*/ 1127228 w 1224361"/>
                <a:gd name="connsiteY21" fmla="*/ 67522 h 823005"/>
                <a:gd name="connsiteX22" fmla="*/ 1214865 w 1224361"/>
                <a:gd name="connsiteY22" fmla="*/ 44874 h 823005"/>
                <a:gd name="connsiteX23" fmla="*/ 1141998 w 1224361"/>
                <a:gd name="connsiteY23" fmla="*/ 141 h 823005"/>
                <a:gd name="connsiteX24" fmla="*/ 1156347 w 1224361"/>
                <a:gd name="connsiteY24" fmla="*/ 20819 h 823005"/>
                <a:gd name="connsiteX25" fmla="*/ 1023695 w 1224361"/>
                <a:gd name="connsiteY25" fmla="*/ 128010 h 823005"/>
                <a:gd name="connsiteX26" fmla="*/ 998233 w 1224361"/>
                <a:gd name="connsiteY26" fmla="*/ 101986 h 823005"/>
                <a:gd name="connsiteX27" fmla="*/ 1073632 w 1224361"/>
                <a:gd name="connsiteY27" fmla="*/ 39810 h 823005"/>
                <a:gd name="connsiteX28" fmla="*/ 1141998 w 1224361"/>
                <a:gd name="connsiteY28" fmla="*/ 141 h 82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24361" h="823005">
                  <a:moveTo>
                    <a:pt x="194099" y="664670"/>
                  </a:moveTo>
                  <a:cubicBezTo>
                    <a:pt x="204228" y="668534"/>
                    <a:pt x="207630" y="685415"/>
                    <a:pt x="195287" y="694066"/>
                  </a:cubicBezTo>
                  <a:cubicBezTo>
                    <a:pt x="159416" y="719246"/>
                    <a:pt x="130016" y="748364"/>
                    <a:pt x="98083" y="778468"/>
                  </a:cubicBezTo>
                  <a:cubicBezTo>
                    <a:pt x="80078" y="795348"/>
                    <a:pt x="56445" y="802100"/>
                    <a:pt x="39283" y="819543"/>
                  </a:cubicBezTo>
                  <a:cubicBezTo>
                    <a:pt x="30843" y="828265"/>
                    <a:pt x="20293" y="818981"/>
                    <a:pt x="22262" y="808571"/>
                  </a:cubicBezTo>
                  <a:cubicBezTo>
                    <a:pt x="27889" y="780296"/>
                    <a:pt x="50818" y="755257"/>
                    <a:pt x="72481" y="739080"/>
                  </a:cubicBezTo>
                  <a:cubicBezTo>
                    <a:pt x="108352" y="712071"/>
                    <a:pt x="142535" y="687032"/>
                    <a:pt x="182063" y="666072"/>
                  </a:cubicBezTo>
                  <a:lnTo>
                    <a:pt x="182063" y="665932"/>
                  </a:lnTo>
                  <a:cubicBezTo>
                    <a:pt x="186600" y="663541"/>
                    <a:pt x="190723" y="663382"/>
                    <a:pt x="194099" y="664670"/>
                  </a:cubicBezTo>
                  <a:close/>
                  <a:moveTo>
                    <a:pt x="163134" y="636501"/>
                  </a:moveTo>
                  <a:cubicBezTo>
                    <a:pt x="176718" y="642290"/>
                    <a:pt x="181993" y="664103"/>
                    <a:pt x="164480" y="673809"/>
                  </a:cubicBezTo>
                  <a:cubicBezTo>
                    <a:pt x="116370" y="699973"/>
                    <a:pt x="69387" y="727685"/>
                    <a:pt x="17479" y="742033"/>
                  </a:cubicBezTo>
                  <a:cubicBezTo>
                    <a:pt x="3834" y="745831"/>
                    <a:pt x="-3903" y="730217"/>
                    <a:pt x="2005" y="718260"/>
                  </a:cubicBezTo>
                  <a:cubicBezTo>
                    <a:pt x="15791" y="690408"/>
                    <a:pt x="36048" y="684922"/>
                    <a:pt x="62494" y="675215"/>
                  </a:cubicBezTo>
                  <a:cubicBezTo>
                    <a:pt x="91331" y="664665"/>
                    <a:pt x="119184" y="650035"/>
                    <a:pt x="147318" y="637094"/>
                  </a:cubicBezTo>
                  <a:cubicBezTo>
                    <a:pt x="153156" y="634421"/>
                    <a:pt x="158607" y="634571"/>
                    <a:pt x="163134" y="636501"/>
                  </a:cubicBezTo>
                  <a:close/>
                  <a:moveTo>
                    <a:pt x="1214865" y="44874"/>
                  </a:moveTo>
                  <a:cubicBezTo>
                    <a:pt x="1225274" y="46280"/>
                    <a:pt x="1228791" y="58237"/>
                    <a:pt x="1216835" y="63020"/>
                  </a:cubicBezTo>
                  <a:cubicBezTo>
                    <a:pt x="1192639" y="72726"/>
                    <a:pt x="1175196" y="91154"/>
                    <a:pt x="1151141" y="101704"/>
                  </a:cubicBezTo>
                  <a:cubicBezTo>
                    <a:pt x="1108377" y="120413"/>
                    <a:pt x="1067724" y="137153"/>
                    <a:pt x="1027492" y="160786"/>
                  </a:cubicBezTo>
                  <a:cubicBezTo>
                    <a:pt x="1009064" y="171617"/>
                    <a:pt x="990636" y="153611"/>
                    <a:pt x="1008080" y="140811"/>
                  </a:cubicBezTo>
                  <a:cubicBezTo>
                    <a:pt x="1046061" y="112817"/>
                    <a:pt x="1085448" y="90591"/>
                    <a:pt x="1127228" y="67522"/>
                  </a:cubicBezTo>
                  <a:cubicBezTo>
                    <a:pt x="1152407" y="53595"/>
                    <a:pt x="1186309" y="41076"/>
                    <a:pt x="1214865" y="44874"/>
                  </a:cubicBezTo>
                  <a:close/>
                  <a:moveTo>
                    <a:pt x="1141998" y="141"/>
                  </a:moveTo>
                  <a:cubicBezTo>
                    <a:pt x="1155784" y="-1407"/>
                    <a:pt x="1166335" y="9988"/>
                    <a:pt x="1156347" y="20819"/>
                  </a:cubicBezTo>
                  <a:cubicBezTo>
                    <a:pt x="1118366" y="61613"/>
                    <a:pt x="1070679" y="94108"/>
                    <a:pt x="1023695" y="128010"/>
                  </a:cubicBezTo>
                  <a:cubicBezTo>
                    <a:pt x="1000765" y="144468"/>
                    <a:pt x="977414" y="119148"/>
                    <a:pt x="998233" y="101986"/>
                  </a:cubicBezTo>
                  <a:cubicBezTo>
                    <a:pt x="1023554" y="81448"/>
                    <a:pt x="1050141" y="61613"/>
                    <a:pt x="1073632" y="39810"/>
                  </a:cubicBezTo>
                  <a:cubicBezTo>
                    <a:pt x="1095155" y="19835"/>
                    <a:pt x="1109785" y="3798"/>
                    <a:pt x="1141998" y="141"/>
                  </a:cubicBezTo>
                  <a:close/>
                </a:path>
              </a:pathLst>
            </a:custGeom>
            <a:solidFill>
              <a:schemeClr val="tx2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7" name="任意多边形: 形状 56"/>
            <p:cNvSpPr/>
            <p:nvPr userDrawn="1">
              <p:custDataLst>
                <p:tags r:id="rId31"/>
              </p:custDataLst>
            </p:nvPr>
          </p:nvSpPr>
          <p:spPr>
            <a:xfrm>
              <a:off x="15390" y="7716"/>
              <a:ext cx="2174" cy="1211"/>
            </a:xfrm>
            <a:custGeom>
              <a:avLst/>
              <a:gdLst>
                <a:gd name="connsiteX0" fmla="*/ 0 w 1380256"/>
                <a:gd name="connsiteY0" fmla="*/ 768761 h 768760"/>
                <a:gd name="connsiteX1" fmla="*/ 698850 w 1380256"/>
                <a:gd name="connsiteY1" fmla="*/ 567884 h 768760"/>
                <a:gd name="connsiteX2" fmla="*/ 1380257 w 1380256"/>
                <a:gd name="connsiteY2" fmla="*/ 0 h 76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0256" h="768760">
                  <a:moveTo>
                    <a:pt x="0" y="768761"/>
                  </a:moveTo>
                  <a:cubicBezTo>
                    <a:pt x="0" y="768761"/>
                    <a:pt x="397534" y="720652"/>
                    <a:pt x="698850" y="567884"/>
                  </a:cubicBezTo>
                  <a:cubicBezTo>
                    <a:pt x="1000306" y="414976"/>
                    <a:pt x="1305983" y="179073"/>
                    <a:pt x="1380257" y="0"/>
                  </a:cubicBezTo>
                </a:path>
              </a:pathLst>
            </a:custGeom>
            <a:noFill/>
            <a:ln w="41211" cap="rnd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8" name="任意多边形: 形状 57"/>
            <p:cNvSpPr/>
            <p:nvPr userDrawn="1">
              <p:custDataLst>
                <p:tags r:id="rId32"/>
              </p:custDataLst>
            </p:nvPr>
          </p:nvSpPr>
          <p:spPr>
            <a:xfrm>
              <a:off x="15368" y="7036"/>
              <a:ext cx="1171" cy="1316"/>
            </a:xfrm>
            <a:custGeom>
              <a:avLst/>
              <a:gdLst>
                <a:gd name="connsiteX0" fmla="*/ 145361 w 743814"/>
                <a:gd name="connsiteY0" fmla="*/ 7701 h 835896"/>
                <a:gd name="connsiteX1" fmla="*/ 5535 w 743814"/>
                <a:gd name="connsiteY1" fmla="*/ 217440 h 835896"/>
                <a:gd name="connsiteX2" fmla="*/ 14256 w 743814"/>
                <a:gd name="connsiteY2" fmla="*/ 536338 h 835896"/>
                <a:gd name="connsiteX3" fmla="*/ 232717 w 743814"/>
                <a:gd name="connsiteY3" fmla="*/ 833433 h 835896"/>
                <a:gd name="connsiteX4" fmla="*/ 743772 w 743814"/>
                <a:gd name="connsiteY4" fmla="*/ 497092 h 835896"/>
                <a:gd name="connsiteX5" fmla="*/ 337516 w 743814"/>
                <a:gd name="connsiteY5" fmla="*/ 25285 h 835896"/>
                <a:gd name="connsiteX6" fmla="*/ 145361 w 743814"/>
                <a:gd name="connsiteY6" fmla="*/ 7842 h 83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814" h="835896">
                  <a:moveTo>
                    <a:pt x="145361" y="7701"/>
                  </a:moveTo>
                  <a:cubicBezTo>
                    <a:pt x="145361" y="7701"/>
                    <a:pt x="18758" y="55810"/>
                    <a:pt x="5535" y="217440"/>
                  </a:cubicBezTo>
                  <a:cubicBezTo>
                    <a:pt x="-7548" y="379070"/>
                    <a:pt x="5535" y="470786"/>
                    <a:pt x="14256" y="536338"/>
                  </a:cubicBezTo>
                  <a:cubicBezTo>
                    <a:pt x="22978" y="601891"/>
                    <a:pt x="79808" y="863959"/>
                    <a:pt x="232717" y="833433"/>
                  </a:cubicBezTo>
                  <a:cubicBezTo>
                    <a:pt x="385626" y="802908"/>
                    <a:pt x="739412" y="645639"/>
                    <a:pt x="743772" y="497092"/>
                  </a:cubicBezTo>
                  <a:cubicBezTo>
                    <a:pt x="748133" y="348544"/>
                    <a:pt x="416151" y="69033"/>
                    <a:pt x="337516" y="25285"/>
                  </a:cubicBezTo>
                  <a:cubicBezTo>
                    <a:pt x="258882" y="-18464"/>
                    <a:pt x="145361" y="7842"/>
                    <a:pt x="145361" y="7842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2" name="任意多边形: 形状 71"/>
            <p:cNvSpPr/>
            <p:nvPr userDrawn="1">
              <p:custDataLst>
                <p:tags r:id="rId33"/>
              </p:custDataLst>
            </p:nvPr>
          </p:nvSpPr>
          <p:spPr>
            <a:xfrm>
              <a:off x="15645" y="7303"/>
              <a:ext cx="268" cy="530"/>
            </a:xfrm>
            <a:custGeom>
              <a:avLst/>
              <a:gdLst>
                <a:gd name="connsiteX0" fmla="*/ 0 w 170351"/>
                <a:gd name="connsiteY0" fmla="*/ 0 h 336341"/>
                <a:gd name="connsiteX1" fmla="*/ 170352 w 170351"/>
                <a:gd name="connsiteY1" fmla="*/ 336342 h 336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0351" h="336341">
                  <a:moveTo>
                    <a:pt x="0" y="0"/>
                  </a:moveTo>
                  <a:cubicBezTo>
                    <a:pt x="0" y="0"/>
                    <a:pt x="74274" y="244625"/>
                    <a:pt x="170352" y="336342"/>
                  </a:cubicBezTo>
                </a:path>
              </a:pathLst>
            </a:custGeom>
            <a:noFill/>
            <a:ln w="41211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3" name="任意多边形: 形状 72"/>
            <p:cNvSpPr/>
            <p:nvPr userDrawn="1">
              <p:custDataLst>
                <p:tags r:id="rId34"/>
              </p:custDataLst>
            </p:nvPr>
          </p:nvSpPr>
          <p:spPr>
            <a:xfrm>
              <a:off x="15528" y="7420"/>
              <a:ext cx="504" cy="447"/>
            </a:xfrm>
            <a:custGeom>
              <a:avLst/>
              <a:gdLst>
                <a:gd name="connsiteX0" fmla="*/ 0 w 320222"/>
                <a:gd name="connsiteY0" fmla="*/ 157269 h 283898"/>
                <a:gd name="connsiteX1" fmla="*/ 244626 w 320222"/>
                <a:gd name="connsiteY1" fmla="*/ 275150 h 283898"/>
                <a:gd name="connsiteX2" fmla="*/ 305817 w 320222"/>
                <a:gd name="connsiteY2" fmla="*/ 0 h 28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0222" h="283898">
                  <a:moveTo>
                    <a:pt x="0" y="157269"/>
                  </a:moveTo>
                  <a:cubicBezTo>
                    <a:pt x="0" y="157269"/>
                    <a:pt x="152909" y="323259"/>
                    <a:pt x="244626" y="275150"/>
                  </a:cubicBezTo>
                  <a:cubicBezTo>
                    <a:pt x="336343" y="227041"/>
                    <a:pt x="327621" y="74274"/>
                    <a:pt x="305817" y="0"/>
                  </a:cubicBezTo>
                </a:path>
              </a:pathLst>
            </a:custGeom>
            <a:noFill/>
            <a:ln w="41211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1" name="任意多边形: 形状 70"/>
            <p:cNvSpPr/>
            <p:nvPr userDrawn="1">
              <p:custDataLst>
                <p:tags r:id="rId35"/>
              </p:custDataLst>
            </p:nvPr>
          </p:nvSpPr>
          <p:spPr>
            <a:xfrm>
              <a:off x="15520" y="7193"/>
              <a:ext cx="218" cy="166"/>
            </a:xfrm>
            <a:custGeom>
              <a:avLst/>
              <a:gdLst>
                <a:gd name="connsiteX0" fmla="*/ 693 w 138508"/>
                <a:gd name="connsiteY0" fmla="*/ 60767 h 105237"/>
                <a:gd name="connsiteX1" fmla="*/ 112245 w 138508"/>
                <a:gd name="connsiteY1" fmla="*/ 139 h 105237"/>
                <a:gd name="connsiteX2" fmla="*/ 92410 w 138508"/>
                <a:gd name="connsiteY2" fmla="*/ 100718 h 105237"/>
                <a:gd name="connsiteX3" fmla="*/ 693 w 138508"/>
                <a:gd name="connsiteY3" fmla="*/ 60767 h 105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508" h="105237">
                  <a:moveTo>
                    <a:pt x="693" y="60767"/>
                  </a:moveTo>
                  <a:cubicBezTo>
                    <a:pt x="8571" y="28554"/>
                    <a:pt x="64417" y="4359"/>
                    <a:pt x="112245" y="139"/>
                  </a:cubicBezTo>
                  <a:cubicBezTo>
                    <a:pt x="160073" y="-3941"/>
                    <a:pt x="136018" y="83275"/>
                    <a:pt x="92410" y="100718"/>
                  </a:cubicBezTo>
                  <a:cubicBezTo>
                    <a:pt x="56117" y="115207"/>
                    <a:pt x="-7325" y="92981"/>
                    <a:pt x="693" y="60767"/>
                  </a:cubicBezTo>
                  <a:close/>
                </a:path>
              </a:pathLst>
            </a:custGeom>
            <a:solidFill>
              <a:schemeClr val="accent6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0" name="任意多边形: 形状 59"/>
            <p:cNvSpPr/>
            <p:nvPr userDrawn="1">
              <p:custDataLst>
                <p:tags r:id="rId36"/>
              </p:custDataLst>
            </p:nvPr>
          </p:nvSpPr>
          <p:spPr>
            <a:xfrm>
              <a:off x="16125" y="6567"/>
              <a:ext cx="733" cy="615"/>
            </a:xfrm>
            <a:custGeom>
              <a:avLst/>
              <a:gdLst>
                <a:gd name="connsiteX0" fmla="*/ 10632 w 465669"/>
                <a:gd name="connsiteY0" fmla="*/ 307287 h 390212"/>
                <a:gd name="connsiteX1" fmla="*/ 195754 w 465669"/>
                <a:gd name="connsiteY1" fmla="*/ 10333 h 390212"/>
                <a:gd name="connsiteX2" fmla="*/ 462746 w 465669"/>
                <a:gd name="connsiteY2" fmla="*/ 122025 h 390212"/>
                <a:gd name="connsiteX3" fmla="*/ 260181 w 465669"/>
                <a:gd name="connsiteY3" fmla="*/ 378748 h 390212"/>
                <a:gd name="connsiteX4" fmla="*/ 10632 w 465669"/>
                <a:gd name="connsiteY4" fmla="*/ 307287 h 39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5669" h="390212">
                  <a:moveTo>
                    <a:pt x="10632" y="307287"/>
                  </a:moveTo>
                  <a:cubicBezTo>
                    <a:pt x="-26505" y="240047"/>
                    <a:pt x="33280" y="48173"/>
                    <a:pt x="195754" y="10333"/>
                  </a:cubicBezTo>
                  <a:cubicBezTo>
                    <a:pt x="343599" y="-24131"/>
                    <a:pt x="441224" y="31293"/>
                    <a:pt x="462746" y="122025"/>
                  </a:cubicBezTo>
                  <a:cubicBezTo>
                    <a:pt x="484269" y="212757"/>
                    <a:pt x="383971" y="347660"/>
                    <a:pt x="260181" y="378748"/>
                  </a:cubicBezTo>
                  <a:cubicBezTo>
                    <a:pt x="136391" y="409976"/>
                    <a:pt x="47628" y="374527"/>
                    <a:pt x="10632" y="307287"/>
                  </a:cubicBezTo>
                  <a:close/>
                </a:path>
              </a:pathLst>
            </a:custGeom>
            <a:solidFill>
              <a:schemeClr val="accent3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1" name="任意多边形: 形状 60"/>
            <p:cNvSpPr/>
            <p:nvPr userDrawn="1">
              <p:custDataLst>
                <p:tags r:id="rId37"/>
              </p:custDataLst>
            </p:nvPr>
          </p:nvSpPr>
          <p:spPr>
            <a:xfrm>
              <a:off x="16222" y="6593"/>
              <a:ext cx="455" cy="495"/>
            </a:xfrm>
            <a:custGeom>
              <a:avLst/>
              <a:gdLst>
                <a:gd name="connsiteX0" fmla="*/ 271539 w 289219"/>
                <a:gd name="connsiteY0" fmla="*/ 96095 h 314097"/>
                <a:gd name="connsiteX1" fmla="*/ 214708 w 289219"/>
                <a:gd name="connsiteY1" fmla="*/ 300066 h 314097"/>
                <a:gd name="connsiteX2" fmla="*/ 20161 w 289219"/>
                <a:gd name="connsiteY2" fmla="*/ 224104 h 314097"/>
                <a:gd name="connsiteX3" fmla="*/ 76851 w 289219"/>
                <a:gd name="connsiteY3" fmla="*/ 20133 h 314097"/>
                <a:gd name="connsiteX4" fmla="*/ 271398 w 289219"/>
                <a:gd name="connsiteY4" fmla="*/ 96095 h 3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219" h="314097">
                  <a:moveTo>
                    <a:pt x="271539" y="96095"/>
                  </a:moveTo>
                  <a:cubicBezTo>
                    <a:pt x="309661" y="173323"/>
                    <a:pt x="284059" y="264758"/>
                    <a:pt x="214708" y="300066"/>
                  </a:cubicBezTo>
                  <a:cubicBezTo>
                    <a:pt x="145357" y="335515"/>
                    <a:pt x="58282" y="301473"/>
                    <a:pt x="20161" y="224104"/>
                  </a:cubicBezTo>
                  <a:cubicBezTo>
                    <a:pt x="-17961" y="146877"/>
                    <a:pt x="-3612" y="69649"/>
                    <a:pt x="76851" y="20133"/>
                  </a:cubicBezTo>
                  <a:cubicBezTo>
                    <a:pt x="157315" y="-29383"/>
                    <a:pt x="233417" y="18726"/>
                    <a:pt x="271398" y="96095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2" name="任意多边形: 形状 61"/>
            <p:cNvSpPr/>
            <p:nvPr userDrawn="1">
              <p:custDataLst>
                <p:tags r:id="rId38"/>
              </p:custDataLst>
            </p:nvPr>
          </p:nvSpPr>
          <p:spPr>
            <a:xfrm>
              <a:off x="14646" y="7381"/>
              <a:ext cx="678" cy="576"/>
            </a:xfrm>
            <a:custGeom>
              <a:avLst/>
              <a:gdLst>
                <a:gd name="connsiteX0" fmla="*/ 9508 w 430267"/>
                <a:gd name="connsiteY0" fmla="*/ 284305 h 365908"/>
                <a:gd name="connsiteX1" fmla="*/ 180704 w 430267"/>
                <a:gd name="connsiteY1" fmla="*/ 9577 h 365908"/>
                <a:gd name="connsiteX2" fmla="*/ 427580 w 430267"/>
                <a:gd name="connsiteY2" fmla="*/ 112828 h 365908"/>
                <a:gd name="connsiteX3" fmla="*/ 240348 w 430267"/>
                <a:gd name="connsiteY3" fmla="*/ 350279 h 365908"/>
                <a:gd name="connsiteX4" fmla="*/ 9508 w 430267"/>
                <a:gd name="connsiteY4" fmla="*/ 284305 h 36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0267" h="365908">
                  <a:moveTo>
                    <a:pt x="9508" y="284305"/>
                  </a:moveTo>
                  <a:cubicBezTo>
                    <a:pt x="-23972" y="221566"/>
                    <a:pt x="30468" y="44744"/>
                    <a:pt x="180704" y="9577"/>
                  </a:cubicBezTo>
                  <a:cubicBezTo>
                    <a:pt x="317435" y="-22355"/>
                    <a:pt x="407746" y="28989"/>
                    <a:pt x="427580" y="112828"/>
                  </a:cubicBezTo>
                  <a:cubicBezTo>
                    <a:pt x="447415" y="196668"/>
                    <a:pt x="354713" y="321442"/>
                    <a:pt x="240348" y="350279"/>
                  </a:cubicBezTo>
                  <a:cubicBezTo>
                    <a:pt x="125842" y="379117"/>
                    <a:pt x="57336" y="373912"/>
                    <a:pt x="9508" y="284305"/>
                  </a:cubicBezTo>
                  <a:close/>
                </a:path>
              </a:pathLst>
            </a:custGeom>
            <a:solidFill>
              <a:schemeClr val="accent3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3" name="任意多边形: 形状 62"/>
            <p:cNvSpPr/>
            <p:nvPr userDrawn="1">
              <p:custDataLst>
                <p:tags r:id="rId39"/>
              </p:custDataLst>
            </p:nvPr>
          </p:nvSpPr>
          <p:spPr>
            <a:xfrm>
              <a:off x="14736" y="7405"/>
              <a:ext cx="421" cy="457"/>
            </a:xfrm>
            <a:custGeom>
              <a:avLst/>
              <a:gdLst>
                <a:gd name="connsiteX0" fmla="*/ 250982 w 267316"/>
                <a:gd name="connsiteY0" fmla="*/ 88776 h 290383"/>
                <a:gd name="connsiteX1" fmla="*/ 198512 w 267316"/>
                <a:gd name="connsiteY1" fmla="*/ 277414 h 290383"/>
                <a:gd name="connsiteX2" fmla="*/ 18595 w 267316"/>
                <a:gd name="connsiteY2" fmla="*/ 207220 h 290383"/>
                <a:gd name="connsiteX3" fmla="*/ 71065 w 267316"/>
                <a:gd name="connsiteY3" fmla="*/ 18582 h 290383"/>
                <a:gd name="connsiteX4" fmla="*/ 250982 w 267316"/>
                <a:gd name="connsiteY4" fmla="*/ 88776 h 290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316" h="290383">
                  <a:moveTo>
                    <a:pt x="250982" y="88776"/>
                  </a:moveTo>
                  <a:cubicBezTo>
                    <a:pt x="286150" y="160237"/>
                    <a:pt x="262658" y="244779"/>
                    <a:pt x="198512" y="277414"/>
                  </a:cubicBezTo>
                  <a:cubicBezTo>
                    <a:pt x="134366" y="310191"/>
                    <a:pt x="53762" y="278681"/>
                    <a:pt x="18595" y="207220"/>
                  </a:cubicBezTo>
                  <a:cubicBezTo>
                    <a:pt x="-16573" y="135760"/>
                    <a:pt x="-3350" y="64300"/>
                    <a:pt x="71065" y="18582"/>
                  </a:cubicBezTo>
                  <a:cubicBezTo>
                    <a:pt x="145479" y="-27136"/>
                    <a:pt x="215814" y="17316"/>
                    <a:pt x="250982" y="8877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8" name="任意多边形: 形状 67"/>
            <p:cNvSpPr/>
            <p:nvPr userDrawn="1">
              <p:custDataLst>
                <p:tags r:id="rId40"/>
              </p:custDataLst>
            </p:nvPr>
          </p:nvSpPr>
          <p:spPr>
            <a:xfrm>
              <a:off x="13893" y="8110"/>
              <a:ext cx="901" cy="224"/>
            </a:xfrm>
            <a:custGeom>
              <a:avLst/>
              <a:gdLst>
                <a:gd name="connsiteX0" fmla="*/ 561740 w 572096"/>
                <a:gd name="connsiteY0" fmla="*/ 20606 h 142081"/>
                <a:gd name="connsiteX1" fmla="*/ 250999 w 572096"/>
                <a:gd name="connsiteY1" fmla="*/ 10197 h 142081"/>
                <a:gd name="connsiteX2" fmla="*/ 2998 w 572096"/>
                <a:gd name="connsiteY2" fmla="*/ 119357 h 142081"/>
                <a:gd name="connsiteX3" fmla="*/ 14814 w 572096"/>
                <a:gd name="connsiteY3" fmla="*/ 141160 h 142081"/>
                <a:gd name="connsiteX4" fmla="*/ 132414 w 572096"/>
                <a:gd name="connsiteY4" fmla="*/ 104727 h 142081"/>
                <a:gd name="connsiteX5" fmla="*/ 283494 w 572096"/>
                <a:gd name="connsiteY5" fmla="*/ 68715 h 142081"/>
                <a:gd name="connsiteX6" fmla="*/ 561599 w 572096"/>
                <a:gd name="connsiteY6" fmla="*/ 50850 h 142081"/>
                <a:gd name="connsiteX7" fmla="*/ 561599 w 572096"/>
                <a:gd name="connsiteY7" fmla="*/ 20606 h 142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096" h="142081">
                  <a:moveTo>
                    <a:pt x="561740" y="20606"/>
                  </a:moveTo>
                  <a:cubicBezTo>
                    <a:pt x="459613" y="631"/>
                    <a:pt x="354392" y="-8513"/>
                    <a:pt x="250999" y="10197"/>
                  </a:cubicBezTo>
                  <a:cubicBezTo>
                    <a:pt x="163080" y="26092"/>
                    <a:pt x="64752" y="44801"/>
                    <a:pt x="2998" y="119357"/>
                  </a:cubicBezTo>
                  <a:cubicBezTo>
                    <a:pt x="-4317" y="128219"/>
                    <a:pt x="2576" y="146365"/>
                    <a:pt x="14814" y="141160"/>
                  </a:cubicBezTo>
                  <a:cubicBezTo>
                    <a:pt x="52514" y="125124"/>
                    <a:pt x="93589" y="118231"/>
                    <a:pt x="132414" y="104727"/>
                  </a:cubicBezTo>
                  <a:cubicBezTo>
                    <a:pt x="181508" y="87706"/>
                    <a:pt x="232290" y="74905"/>
                    <a:pt x="283494" y="68715"/>
                  </a:cubicBezTo>
                  <a:cubicBezTo>
                    <a:pt x="376758" y="57462"/>
                    <a:pt x="468476" y="67731"/>
                    <a:pt x="561599" y="50850"/>
                  </a:cubicBezTo>
                  <a:cubicBezTo>
                    <a:pt x="575666" y="48318"/>
                    <a:pt x="575526" y="23420"/>
                    <a:pt x="561599" y="20606"/>
                  </a:cubicBezTo>
                  <a:close/>
                </a:path>
              </a:pathLst>
            </a:custGeom>
            <a:solidFill>
              <a:schemeClr val="accent4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9" name="任意多边形: 形状 68"/>
            <p:cNvSpPr/>
            <p:nvPr userDrawn="1">
              <p:custDataLst>
                <p:tags r:id="rId41"/>
              </p:custDataLst>
            </p:nvPr>
          </p:nvSpPr>
          <p:spPr>
            <a:xfrm>
              <a:off x="14042" y="8372"/>
              <a:ext cx="720" cy="328"/>
            </a:xfrm>
            <a:custGeom>
              <a:avLst/>
              <a:gdLst>
                <a:gd name="connsiteX0" fmla="*/ 445505 w 457274"/>
                <a:gd name="connsiteY0" fmla="*/ 227 h 208221"/>
                <a:gd name="connsiteX1" fmla="*/ 216213 w 457274"/>
                <a:gd name="connsiteY1" fmla="*/ 55651 h 208221"/>
                <a:gd name="connsiteX2" fmla="*/ 7739 w 457274"/>
                <a:gd name="connsiteY2" fmla="*/ 173673 h 208221"/>
                <a:gd name="connsiteX3" fmla="*/ 20962 w 457274"/>
                <a:gd name="connsiteY3" fmla="*/ 207012 h 208221"/>
                <a:gd name="connsiteX4" fmla="*/ 232671 w 457274"/>
                <a:gd name="connsiteY4" fmla="*/ 119094 h 208221"/>
                <a:gd name="connsiteX5" fmla="*/ 451695 w 457274"/>
                <a:gd name="connsiteY5" fmla="*/ 24423 h 208221"/>
                <a:gd name="connsiteX6" fmla="*/ 445505 w 457274"/>
                <a:gd name="connsiteY6" fmla="*/ 87 h 20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7274" h="208221">
                  <a:moveTo>
                    <a:pt x="445505" y="227"/>
                  </a:moveTo>
                  <a:cubicBezTo>
                    <a:pt x="365886" y="10215"/>
                    <a:pt x="293441" y="32300"/>
                    <a:pt x="216213" y="55651"/>
                  </a:cubicBezTo>
                  <a:cubicBezTo>
                    <a:pt x="139266" y="79003"/>
                    <a:pt x="74136" y="127956"/>
                    <a:pt x="7739" y="173673"/>
                  </a:cubicBezTo>
                  <a:cubicBezTo>
                    <a:pt x="-7875" y="184365"/>
                    <a:pt x="1972" y="214608"/>
                    <a:pt x="20962" y="207012"/>
                  </a:cubicBezTo>
                  <a:cubicBezTo>
                    <a:pt x="91860" y="178456"/>
                    <a:pt x="161914" y="147931"/>
                    <a:pt x="232671" y="119094"/>
                  </a:cubicBezTo>
                  <a:cubicBezTo>
                    <a:pt x="309477" y="87865"/>
                    <a:pt x="381079" y="71125"/>
                    <a:pt x="451695" y="24423"/>
                  </a:cubicBezTo>
                  <a:cubicBezTo>
                    <a:pt x="461120" y="18093"/>
                    <a:pt x="458306" y="-1460"/>
                    <a:pt x="445505" y="87"/>
                  </a:cubicBezTo>
                  <a:close/>
                </a:path>
              </a:pathLst>
            </a:custGeom>
            <a:solidFill>
              <a:schemeClr val="accent4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6" name="任意多边形: 形状 65"/>
            <p:cNvSpPr/>
            <p:nvPr userDrawn="1">
              <p:custDataLst>
                <p:tags r:id="rId42"/>
              </p:custDataLst>
            </p:nvPr>
          </p:nvSpPr>
          <p:spPr>
            <a:xfrm>
              <a:off x="17052" y="6257"/>
              <a:ext cx="545" cy="589"/>
            </a:xfrm>
            <a:custGeom>
              <a:avLst/>
              <a:gdLst>
                <a:gd name="connsiteX0" fmla="*/ 324874 w 346268"/>
                <a:gd name="connsiteY0" fmla="*/ 1026 h 374252"/>
                <a:gd name="connsiteX1" fmla="*/ 2317 w 346268"/>
                <a:gd name="connsiteY1" fmla="*/ 343980 h 374252"/>
                <a:gd name="connsiteX2" fmla="*/ 29185 w 346268"/>
                <a:gd name="connsiteY2" fmla="*/ 370847 h 374252"/>
                <a:gd name="connsiteX3" fmla="*/ 173372 w 346268"/>
                <a:gd name="connsiteY3" fmla="*/ 210484 h 374252"/>
                <a:gd name="connsiteX4" fmla="*/ 258759 w 346268"/>
                <a:gd name="connsiteY4" fmla="*/ 121440 h 374252"/>
                <a:gd name="connsiteX5" fmla="*/ 341613 w 346268"/>
                <a:gd name="connsiteY5" fmla="*/ 29723 h 374252"/>
                <a:gd name="connsiteX6" fmla="*/ 324874 w 346268"/>
                <a:gd name="connsiteY6" fmla="*/ 1026 h 37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6268" h="374252">
                  <a:moveTo>
                    <a:pt x="324874" y="1026"/>
                  </a:moveTo>
                  <a:cubicBezTo>
                    <a:pt x="167463" y="59404"/>
                    <a:pt x="79966" y="204998"/>
                    <a:pt x="2317" y="343980"/>
                  </a:cubicBezTo>
                  <a:cubicBezTo>
                    <a:pt x="-6687" y="360157"/>
                    <a:pt x="12304" y="382945"/>
                    <a:pt x="29185" y="370847"/>
                  </a:cubicBezTo>
                  <a:cubicBezTo>
                    <a:pt x="90095" y="327381"/>
                    <a:pt x="129061" y="269565"/>
                    <a:pt x="173372" y="210484"/>
                  </a:cubicBezTo>
                  <a:cubicBezTo>
                    <a:pt x="198411" y="177004"/>
                    <a:pt x="225982" y="147323"/>
                    <a:pt x="258759" y="121440"/>
                  </a:cubicBezTo>
                  <a:cubicBezTo>
                    <a:pt x="291535" y="95697"/>
                    <a:pt x="312213" y="58842"/>
                    <a:pt x="341613" y="29723"/>
                  </a:cubicBezTo>
                  <a:cubicBezTo>
                    <a:pt x="353148" y="18188"/>
                    <a:pt x="341613" y="-5163"/>
                    <a:pt x="324874" y="1026"/>
                  </a:cubicBezTo>
                  <a:close/>
                </a:path>
              </a:pathLst>
            </a:custGeom>
            <a:solidFill>
              <a:schemeClr val="accent4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7" name="任意多边形: 形状 66"/>
            <p:cNvSpPr/>
            <p:nvPr userDrawn="1">
              <p:custDataLst>
                <p:tags r:id="rId43"/>
              </p:custDataLst>
            </p:nvPr>
          </p:nvSpPr>
          <p:spPr>
            <a:xfrm>
              <a:off x="17200" y="6613"/>
              <a:ext cx="786" cy="394"/>
            </a:xfrm>
            <a:custGeom>
              <a:avLst/>
              <a:gdLst>
                <a:gd name="connsiteX0" fmla="*/ 489195 w 498899"/>
                <a:gd name="connsiteY0" fmla="*/ 11 h 250172"/>
                <a:gd name="connsiteX1" fmla="*/ 10634 w 498899"/>
                <a:gd name="connsiteY1" fmla="*/ 209187 h 250172"/>
                <a:gd name="connsiteX2" fmla="*/ 33001 w 498899"/>
                <a:gd name="connsiteY2" fmla="*/ 247309 h 250172"/>
                <a:gd name="connsiteX3" fmla="*/ 294789 w 498899"/>
                <a:gd name="connsiteY3" fmla="*/ 114517 h 250172"/>
                <a:gd name="connsiteX4" fmla="*/ 496088 w 498899"/>
                <a:gd name="connsiteY4" fmla="*/ 16751 h 250172"/>
                <a:gd name="connsiteX5" fmla="*/ 489195 w 498899"/>
                <a:gd name="connsiteY5" fmla="*/ 11 h 250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8899" h="250172">
                  <a:moveTo>
                    <a:pt x="489195" y="11"/>
                  </a:moveTo>
                  <a:cubicBezTo>
                    <a:pt x="314482" y="7185"/>
                    <a:pt x="153555" y="118737"/>
                    <a:pt x="10634" y="209187"/>
                  </a:cubicBezTo>
                  <a:cubicBezTo>
                    <a:pt x="-13561" y="224521"/>
                    <a:pt x="7680" y="260532"/>
                    <a:pt x="33001" y="247309"/>
                  </a:cubicBezTo>
                  <a:cubicBezTo>
                    <a:pt x="119795" y="202013"/>
                    <a:pt x="208839" y="161219"/>
                    <a:pt x="294789" y="114517"/>
                  </a:cubicBezTo>
                  <a:cubicBezTo>
                    <a:pt x="360341" y="78927"/>
                    <a:pt x="442070" y="69080"/>
                    <a:pt x="496088" y="16751"/>
                  </a:cubicBezTo>
                  <a:cubicBezTo>
                    <a:pt x="502136" y="10984"/>
                    <a:pt x="497776" y="-411"/>
                    <a:pt x="489195" y="11"/>
                  </a:cubicBezTo>
                  <a:close/>
                </a:path>
              </a:pathLst>
            </a:custGeom>
            <a:solidFill>
              <a:schemeClr val="accent4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8" name="任意多边形: 形状 77"/>
            <p:cNvSpPr/>
            <p:nvPr userDrawn="1">
              <p:custDataLst>
                <p:tags r:id="rId44"/>
              </p:custDataLst>
            </p:nvPr>
          </p:nvSpPr>
          <p:spPr>
            <a:xfrm>
              <a:off x="12729" y="3200"/>
              <a:ext cx="735" cy="556"/>
            </a:xfrm>
            <a:custGeom>
              <a:avLst/>
              <a:gdLst>
                <a:gd name="connsiteX0" fmla="*/ 105839 w 466476"/>
                <a:gd name="connsiteY0" fmla="*/ 298932 h 353068"/>
                <a:gd name="connsiteX1" fmla="*/ 2336 w 466476"/>
                <a:gd name="connsiteY1" fmla="*/ 105531 h 353068"/>
                <a:gd name="connsiteX2" fmla="*/ 193243 w 466476"/>
                <a:gd name="connsiteY2" fmla="*/ 7810 h 353068"/>
                <a:gd name="connsiteX3" fmla="*/ 301960 w 466476"/>
                <a:gd name="connsiteY3" fmla="*/ 134893 h 353068"/>
                <a:gd name="connsiteX4" fmla="*/ 248338 w 466476"/>
                <a:gd name="connsiteY4" fmla="*/ 279546 h 353068"/>
                <a:gd name="connsiteX5" fmla="*/ 441286 w 466476"/>
                <a:gd name="connsiteY5" fmla="*/ 180465 h 353068"/>
                <a:gd name="connsiteX6" fmla="*/ 311710 w 466476"/>
                <a:gd name="connsiteY6" fmla="*/ 352894 h 353068"/>
                <a:gd name="connsiteX7" fmla="*/ 105725 w 466476"/>
                <a:gd name="connsiteY7" fmla="*/ 299045 h 353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6476" h="353068">
                  <a:moveTo>
                    <a:pt x="105839" y="298932"/>
                  </a:moveTo>
                  <a:cubicBezTo>
                    <a:pt x="105839" y="298932"/>
                    <a:pt x="-18410" y="199397"/>
                    <a:pt x="2336" y="105531"/>
                  </a:cubicBezTo>
                  <a:cubicBezTo>
                    <a:pt x="23195" y="11665"/>
                    <a:pt x="117515" y="-15316"/>
                    <a:pt x="193243" y="7810"/>
                  </a:cubicBezTo>
                  <a:cubicBezTo>
                    <a:pt x="268858" y="30937"/>
                    <a:pt x="318058" y="59505"/>
                    <a:pt x="301960" y="134893"/>
                  </a:cubicBezTo>
                  <a:cubicBezTo>
                    <a:pt x="285862" y="210167"/>
                    <a:pt x="248338" y="279546"/>
                    <a:pt x="248338" y="279546"/>
                  </a:cubicBezTo>
                  <a:cubicBezTo>
                    <a:pt x="248338" y="279546"/>
                    <a:pt x="380749" y="113013"/>
                    <a:pt x="441286" y="180465"/>
                  </a:cubicBezTo>
                  <a:cubicBezTo>
                    <a:pt x="496381" y="241796"/>
                    <a:pt x="464526" y="347565"/>
                    <a:pt x="311710" y="352894"/>
                  </a:cubicBezTo>
                  <a:cubicBezTo>
                    <a:pt x="202312" y="356635"/>
                    <a:pt x="105725" y="299045"/>
                    <a:pt x="105725" y="299045"/>
                  </a:cubicBezTo>
                  <a:close/>
                </a:path>
              </a:pathLst>
            </a:custGeom>
            <a:solidFill>
              <a:schemeClr val="accent3"/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91" name="任意多边形: 形状 90"/>
            <p:cNvSpPr/>
            <p:nvPr userDrawn="1">
              <p:custDataLst>
                <p:tags r:id="rId45"/>
              </p:custDataLst>
            </p:nvPr>
          </p:nvSpPr>
          <p:spPr>
            <a:xfrm>
              <a:off x="12851" y="3322"/>
              <a:ext cx="208" cy="214"/>
            </a:xfrm>
            <a:custGeom>
              <a:avLst/>
              <a:gdLst>
                <a:gd name="connsiteX0" fmla="*/ 14959 w 131902"/>
                <a:gd name="connsiteY0" fmla="*/ 19865 h 135599"/>
                <a:gd name="connsiteX1" fmla="*/ 47835 w 131902"/>
                <a:gd name="connsiteY1" fmla="*/ 129829 h 135599"/>
                <a:gd name="connsiteX2" fmla="*/ 125943 w 131902"/>
                <a:gd name="connsiteY2" fmla="*/ 41404 h 135599"/>
                <a:gd name="connsiteX3" fmla="*/ 15072 w 131902"/>
                <a:gd name="connsiteY3" fmla="*/ 19751 h 135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902" h="135599">
                  <a:moveTo>
                    <a:pt x="14959" y="19865"/>
                  </a:moveTo>
                  <a:cubicBezTo>
                    <a:pt x="-7147" y="51834"/>
                    <a:pt x="-11115" y="103982"/>
                    <a:pt x="47835" y="129829"/>
                  </a:cubicBezTo>
                  <a:cubicBezTo>
                    <a:pt x="106671" y="155789"/>
                    <a:pt x="147823" y="88450"/>
                    <a:pt x="125943" y="41404"/>
                  </a:cubicBezTo>
                  <a:cubicBezTo>
                    <a:pt x="104064" y="-5643"/>
                    <a:pt x="37065" y="-12218"/>
                    <a:pt x="15072" y="19751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92" name="任意多边形: 形状 91"/>
            <p:cNvSpPr/>
            <p:nvPr userDrawn="1">
              <p:custDataLst>
                <p:tags r:id="rId46"/>
              </p:custDataLst>
            </p:nvPr>
          </p:nvSpPr>
          <p:spPr>
            <a:xfrm>
              <a:off x="13268" y="3548"/>
              <a:ext cx="118" cy="117"/>
            </a:xfrm>
            <a:custGeom>
              <a:avLst/>
              <a:gdLst>
                <a:gd name="connsiteX0" fmla="*/ 12945 w 74981"/>
                <a:gd name="connsiteY0" fmla="*/ 10687 h 74200"/>
                <a:gd name="connsiteX1" fmla="*/ 21674 w 74981"/>
                <a:gd name="connsiteY1" fmla="*/ 70997 h 74200"/>
                <a:gd name="connsiteX2" fmla="*/ 73596 w 74981"/>
                <a:gd name="connsiteY2" fmla="*/ 22817 h 74200"/>
                <a:gd name="connsiteX3" fmla="*/ 13059 w 74981"/>
                <a:gd name="connsiteY3" fmla="*/ 10687 h 7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981" h="74200">
                  <a:moveTo>
                    <a:pt x="12945" y="10687"/>
                  </a:moveTo>
                  <a:cubicBezTo>
                    <a:pt x="-2359" y="28145"/>
                    <a:pt x="-9161" y="56600"/>
                    <a:pt x="21674" y="70997"/>
                  </a:cubicBezTo>
                  <a:cubicBezTo>
                    <a:pt x="52510" y="85281"/>
                    <a:pt x="81758" y="48664"/>
                    <a:pt x="73596" y="22817"/>
                  </a:cubicBezTo>
                  <a:cubicBezTo>
                    <a:pt x="65433" y="-2917"/>
                    <a:pt x="28250" y="-6771"/>
                    <a:pt x="13059" y="10687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0" name="任意多边形: 形状 79"/>
            <p:cNvSpPr/>
            <p:nvPr userDrawn="1">
              <p:custDataLst>
                <p:tags r:id="rId47"/>
              </p:custDataLst>
            </p:nvPr>
          </p:nvSpPr>
          <p:spPr>
            <a:xfrm>
              <a:off x="12550" y="3764"/>
              <a:ext cx="739" cy="468"/>
            </a:xfrm>
            <a:custGeom>
              <a:avLst/>
              <a:gdLst>
                <a:gd name="connsiteX0" fmla="*/ 195679 w 468950"/>
                <a:gd name="connsiteY0" fmla="*/ 753 h 297089"/>
                <a:gd name="connsiteX1" fmla="*/ 11 w 468950"/>
                <a:gd name="connsiteY1" fmla="*/ 162752 h 297089"/>
                <a:gd name="connsiteX2" fmla="*/ 197039 w 468950"/>
                <a:gd name="connsiteY2" fmla="*/ 282012 h 297089"/>
                <a:gd name="connsiteX3" fmla="*/ 276508 w 468950"/>
                <a:gd name="connsiteY3" fmla="*/ 109924 h 297089"/>
                <a:gd name="connsiteX4" fmla="*/ 369694 w 468950"/>
                <a:gd name="connsiteY4" fmla="*/ 293916 h 297089"/>
                <a:gd name="connsiteX5" fmla="*/ 453584 w 468950"/>
                <a:gd name="connsiteY5" fmla="*/ 127382 h 297089"/>
                <a:gd name="connsiteX6" fmla="*/ 338632 w 468950"/>
                <a:gd name="connsiteY6" fmla="*/ 22179 h 297089"/>
                <a:gd name="connsiteX7" fmla="*/ 195679 w 468950"/>
                <a:gd name="connsiteY7" fmla="*/ 753 h 297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950" h="297089">
                  <a:moveTo>
                    <a:pt x="195679" y="753"/>
                  </a:moveTo>
                  <a:cubicBezTo>
                    <a:pt x="153734" y="6308"/>
                    <a:pt x="1484" y="51768"/>
                    <a:pt x="11" y="162752"/>
                  </a:cubicBezTo>
                  <a:cubicBezTo>
                    <a:pt x="-1350" y="266595"/>
                    <a:pt x="129247" y="327018"/>
                    <a:pt x="197039" y="282012"/>
                  </a:cubicBezTo>
                  <a:cubicBezTo>
                    <a:pt x="264831" y="237006"/>
                    <a:pt x="276508" y="109924"/>
                    <a:pt x="276508" y="109924"/>
                  </a:cubicBezTo>
                  <a:cubicBezTo>
                    <a:pt x="276508" y="109924"/>
                    <a:pt x="260637" y="285073"/>
                    <a:pt x="369694" y="293916"/>
                  </a:cubicBezTo>
                  <a:cubicBezTo>
                    <a:pt x="458686" y="301171"/>
                    <a:pt x="491108" y="194948"/>
                    <a:pt x="453584" y="127382"/>
                  </a:cubicBezTo>
                  <a:cubicBezTo>
                    <a:pt x="416060" y="59817"/>
                    <a:pt x="338632" y="22179"/>
                    <a:pt x="338632" y="22179"/>
                  </a:cubicBezTo>
                  <a:cubicBezTo>
                    <a:pt x="338632" y="22179"/>
                    <a:pt x="237624" y="-4801"/>
                    <a:pt x="195679" y="753"/>
                  </a:cubicBezTo>
                  <a:close/>
                </a:path>
              </a:pathLst>
            </a:custGeom>
            <a:solidFill>
              <a:schemeClr val="accent3"/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9" name="任意多边形: 形状 88"/>
            <p:cNvSpPr/>
            <p:nvPr userDrawn="1">
              <p:custDataLst>
                <p:tags r:id="rId48"/>
              </p:custDataLst>
            </p:nvPr>
          </p:nvSpPr>
          <p:spPr>
            <a:xfrm>
              <a:off x="12663" y="3908"/>
              <a:ext cx="209" cy="217"/>
            </a:xfrm>
            <a:custGeom>
              <a:avLst/>
              <a:gdLst>
                <a:gd name="connsiteX0" fmla="*/ 95794 w 132643"/>
                <a:gd name="connsiteY0" fmla="*/ 2976 h 137992"/>
                <a:gd name="connsiteX1" fmla="*/ 340 w 132643"/>
                <a:gd name="connsiteY1" fmla="*/ 73262 h 137992"/>
                <a:gd name="connsiteX2" fmla="*/ 110418 w 132643"/>
                <a:gd name="connsiteY2" fmla="*/ 118155 h 137992"/>
                <a:gd name="connsiteX3" fmla="*/ 95680 w 132643"/>
                <a:gd name="connsiteY3" fmla="*/ 3089 h 137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643" h="137992">
                  <a:moveTo>
                    <a:pt x="95794" y="2976"/>
                  </a:moveTo>
                  <a:cubicBezTo>
                    <a:pt x="57930" y="-7227"/>
                    <a:pt x="6462" y="7057"/>
                    <a:pt x="340" y="73262"/>
                  </a:cubicBezTo>
                  <a:cubicBezTo>
                    <a:pt x="-5781" y="139354"/>
                    <a:pt x="72214" y="155792"/>
                    <a:pt x="110418" y="118155"/>
                  </a:cubicBezTo>
                  <a:cubicBezTo>
                    <a:pt x="148622" y="80517"/>
                    <a:pt x="133544" y="13292"/>
                    <a:pt x="95680" y="3089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90" name="任意多边形: 形状 89"/>
            <p:cNvSpPr/>
            <p:nvPr userDrawn="1">
              <p:custDataLst>
                <p:tags r:id="rId49"/>
              </p:custDataLst>
            </p:nvPr>
          </p:nvSpPr>
          <p:spPr>
            <a:xfrm>
              <a:off x="13084" y="3985"/>
              <a:ext cx="115" cy="144"/>
            </a:xfrm>
            <a:custGeom>
              <a:avLst/>
              <a:gdLst>
                <a:gd name="connsiteX0" fmla="*/ 2301 w 73015"/>
                <a:gd name="connsiteY0" fmla="*/ 56237 h 91173"/>
                <a:gd name="connsiteX1" fmla="*/ 60797 w 73015"/>
                <a:gd name="connsiteY1" fmla="*/ 81291 h 91173"/>
                <a:gd name="connsiteX2" fmla="*/ 39598 w 73015"/>
                <a:gd name="connsiteY2" fmla="*/ 688 h 91173"/>
                <a:gd name="connsiteX3" fmla="*/ 2301 w 73015"/>
                <a:gd name="connsiteY3" fmla="*/ 56237 h 91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015" h="91173">
                  <a:moveTo>
                    <a:pt x="2301" y="56237"/>
                  </a:moveTo>
                  <a:cubicBezTo>
                    <a:pt x="11483" y="81858"/>
                    <a:pt x="34383" y="104984"/>
                    <a:pt x="60797" y="81291"/>
                  </a:cubicBezTo>
                  <a:cubicBezTo>
                    <a:pt x="87211" y="57597"/>
                    <a:pt x="66465" y="6810"/>
                    <a:pt x="39598" y="688"/>
                  </a:cubicBezTo>
                  <a:cubicBezTo>
                    <a:pt x="12617" y="-5434"/>
                    <a:pt x="-6882" y="30616"/>
                    <a:pt x="2301" y="56237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2" name="任意多边形: 形状 81"/>
            <p:cNvSpPr/>
            <p:nvPr userDrawn="1">
              <p:custDataLst>
                <p:tags r:id="rId50"/>
              </p:custDataLst>
            </p:nvPr>
          </p:nvSpPr>
          <p:spPr>
            <a:xfrm>
              <a:off x="12450" y="3721"/>
              <a:ext cx="286" cy="179"/>
            </a:xfrm>
            <a:custGeom>
              <a:avLst/>
              <a:gdLst>
                <a:gd name="connsiteX0" fmla="*/ 178165 w 181365"/>
                <a:gd name="connsiteY0" fmla="*/ 7 h 113366"/>
                <a:gd name="connsiteX1" fmla="*/ 70355 w 181365"/>
                <a:gd name="connsiteY1" fmla="*/ 35717 h 113366"/>
                <a:gd name="connsiteX2" fmla="*/ 68 w 181365"/>
                <a:gd name="connsiteY2" fmla="*/ 106117 h 113366"/>
                <a:gd name="connsiteX3" fmla="*/ 13559 w 181365"/>
                <a:gd name="connsiteY3" fmla="*/ 110198 h 113366"/>
                <a:gd name="connsiteX4" fmla="*/ 84525 w 181365"/>
                <a:gd name="connsiteY4" fmla="*/ 55783 h 113366"/>
                <a:gd name="connsiteX5" fmla="*/ 179639 w 181365"/>
                <a:gd name="connsiteY5" fmla="*/ 6242 h 113366"/>
                <a:gd name="connsiteX6" fmla="*/ 178278 w 181365"/>
                <a:gd name="connsiteY6" fmla="*/ 7 h 113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365" h="113366">
                  <a:moveTo>
                    <a:pt x="178165" y="7"/>
                  </a:moveTo>
                  <a:cubicBezTo>
                    <a:pt x="139167" y="2615"/>
                    <a:pt x="102777" y="12818"/>
                    <a:pt x="70355" y="35717"/>
                  </a:cubicBezTo>
                  <a:cubicBezTo>
                    <a:pt x="47682" y="51815"/>
                    <a:pt x="4036" y="74942"/>
                    <a:pt x="68" y="106117"/>
                  </a:cubicBezTo>
                  <a:cubicBezTo>
                    <a:pt x="-952" y="113939"/>
                    <a:pt x="9705" y="115640"/>
                    <a:pt x="13559" y="110198"/>
                  </a:cubicBezTo>
                  <a:cubicBezTo>
                    <a:pt x="27049" y="87185"/>
                    <a:pt x="63780" y="68593"/>
                    <a:pt x="84525" y="55783"/>
                  </a:cubicBezTo>
                  <a:cubicBezTo>
                    <a:pt x="114794" y="36964"/>
                    <a:pt x="147556" y="21660"/>
                    <a:pt x="179639" y="6242"/>
                  </a:cubicBezTo>
                  <a:cubicBezTo>
                    <a:pt x="182473" y="4882"/>
                    <a:pt x="181679" y="-219"/>
                    <a:pt x="178278" y="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3" name="任意多边形: 形状 82"/>
            <p:cNvSpPr/>
            <p:nvPr userDrawn="1">
              <p:custDataLst>
                <p:tags r:id="rId51"/>
              </p:custDataLst>
            </p:nvPr>
          </p:nvSpPr>
          <p:spPr>
            <a:xfrm>
              <a:off x="12410" y="3614"/>
              <a:ext cx="328" cy="78"/>
            </a:xfrm>
            <a:custGeom>
              <a:avLst/>
              <a:gdLst>
                <a:gd name="connsiteX0" fmla="*/ 207252 w 208581"/>
                <a:gd name="connsiteY0" fmla="*/ 43721 h 49459"/>
                <a:gd name="connsiteX1" fmla="*/ 101029 w 208581"/>
                <a:gd name="connsiteY1" fmla="*/ 3589 h 49459"/>
                <a:gd name="connsiteX2" fmla="*/ 2061 w 208581"/>
                <a:gd name="connsiteY2" fmla="*/ 14019 h 49459"/>
                <a:gd name="connsiteX3" fmla="*/ 9997 w 208581"/>
                <a:gd name="connsiteY3" fmla="*/ 25696 h 49459"/>
                <a:gd name="connsiteX4" fmla="*/ 99442 w 208581"/>
                <a:gd name="connsiteY4" fmla="*/ 28076 h 49459"/>
                <a:gd name="connsiteX5" fmla="*/ 204531 w 208581"/>
                <a:gd name="connsiteY5" fmla="*/ 49389 h 49459"/>
                <a:gd name="connsiteX6" fmla="*/ 207365 w 208581"/>
                <a:gd name="connsiteY6" fmla="*/ 43607 h 49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8581" h="49459">
                  <a:moveTo>
                    <a:pt x="207252" y="43721"/>
                  </a:moveTo>
                  <a:cubicBezTo>
                    <a:pt x="175283" y="21161"/>
                    <a:pt x="140593" y="6197"/>
                    <a:pt x="101029" y="3589"/>
                  </a:cubicBezTo>
                  <a:cubicBezTo>
                    <a:pt x="73254" y="1776"/>
                    <a:pt x="24847" y="-7634"/>
                    <a:pt x="2061" y="14019"/>
                  </a:cubicBezTo>
                  <a:cubicBezTo>
                    <a:pt x="-3607" y="19460"/>
                    <a:pt x="3535" y="27509"/>
                    <a:pt x="9997" y="25696"/>
                  </a:cubicBezTo>
                  <a:cubicBezTo>
                    <a:pt x="35050" y="16286"/>
                    <a:pt x="75181" y="25015"/>
                    <a:pt x="99442" y="28076"/>
                  </a:cubicBezTo>
                  <a:cubicBezTo>
                    <a:pt x="134811" y="32497"/>
                    <a:pt x="169841" y="41227"/>
                    <a:pt x="204531" y="49389"/>
                  </a:cubicBezTo>
                  <a:cubicBezTo>
                    <a:pt x="207592" y="50069"/>
                    <a:pt x="210199" y="45648"/>
                    <a:pt x="207365" y="43607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4" name="任意多边形: 形状 83"/>
            <p:cNvSpPr/>
            <p:nvPr userDrawn="1">
              <p:custDataLst>
                <p:tags r:id="rId52"/>
              </p:custDataLst>
            </p:nvPr>
          </p:nvSpPr>
          <p:spPr>
            <a:xfrm>
              <a:off x="12707" y="3623"/>
              <a:ext cx="612" cy="269"/>
            </a:xfrm>
            <a:custGeom>
              <a:avLst/>
              <a:gdLst>
                <a:gd name="connsiteX0" fmla="*/ 1763 w 388616"/>
                <a:gd name="connsiteY0" fmla="*/ 36365 h 171092"/>
                <a:gd name="connsiteX1" fmla="*/ 91888 w 388616"/>
                <a:gd name="connsiteY1" fmla="*/ 108919 h 171092"/>
                <a:gd name="connsiteX2" fmla="*/ 297192 w 388616"/>
                <a:gd name="connsiteY2" fmla="*/ 161974 h 171092"/>
                <a:gd name="connsiteX3" fmla="*/ 387998 w 388616"/>
                <a:gd name="connsiteY3" fmla="*/ 155852 h 171092"/>
                <a:gd name="connsiteX4" fmla="*/ 319865 w 388616"/>
                <a:gd name="connsiteY4" fmla="*/ 67427 h 171092"/>
                <a:gd name="connsiteX5" fmla="*/ 119663 w 388616"/>
                <a:gd name="connsiteY5" fmla="*/ 4963 h 171092"/>
                <a:gd name="connsiteX6" fmla="*/ 1763 w 388616"/>
                <a:gd name="connsiteY6" fmla="*/ 36252 h 171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8616" h="171092">
                  <a:moveTo>
                    <a:pt x="1763" y="36365"/>
                  </a:moveTo>
                  <a:cubicBezTo>
                    <a:pt x="-9574" y="83638"/>
                    <a:pt x="35319" y="92481"/>
                    <a:pt x="91888" y="108919"/>
                  </a:cubicBezTo>
                  <a:cubicBezTo>
                    <a:pt x="148457" y="125357"/>
                    <a:pt x="256948" y="153358"/>
                    <a:pt x="297192" y="161974"/>
                  </a:cubicBezTo>
                  <a:cubicBezTo>
                    <a:pt x="337324" y="170703"/>
                    <a:pt x="382329" y="179545"/>
                    <a:pt x="387998" y="155852"/>
                  </a:cubicBezTo>
                  <a:cubicBezTo>
                    <a:pt x="393666" y="132272"/>
                    <a:pt x="359543" y="90440"/>
                    <a:pt x="319865" y="67427"/>
                  </a:cubicBezTo>
                  <a:cubicBezTo>
                    <a:pt x="280187" y="44527"/>
                    <a:pt x="171810" y="11765"/>
                    <a:pt x="119663" y="4963"/>
                  </a:cubicBezTo>
                  <a:cubicBezTo>
                    <a:pt x="77831" y="-479"/>
                    <a:pt x="12986" y="-11021"/>
                    <a:pt x="1763" y="3625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5" name="任意多边形: 形状 84"/>
            <p:cNvSpPr/>
            <p:nvPr userDrawn="1">
              <p:custDataLst>
                <p:tags r:id="rId53"/>
              </p:custDataLst>
            </p:nvPr>
          </p:nvSpPr>
          <p:spPr>
            <a:xfrm>
              <a:off x="12753" y="3623"/>
              <a:ext cx="144" cy="171"/>
            </a:xfrm>
            <a:custGeom>
              <a:avLst/>
              <a:gdLst>
                <a:gd name="connsiteX0" fmla="*/ 91599 w 91599"/>
                <a:gd name="connsiteY0" fmla="*/ 4895 h 108397"/>
                <a:gd name="connsiteX1" fmla="*/ 90919 w 91599"/>
                <a:gd name="connsiteY1" fmla="*/ 4895 h 108397"/>
                <a:gd name="connsiteX2" fmla="*/ 18252 w 91599"/>
                <a:gd name="connsiteY2" fmla="*/ 1154 h 108397"/>
                <a:gd name="connsiteX3" fmla="*/ 6462 w 91599"/>
                <a:gd name="connsiteY3" fmla="*/ 40945 h 108397"/>
                <a:gd name="connsiteX4" fmla="*/ 0 w 91599"/>
                <a:gd name="connsiteY4" fmla="*/ 87992 h 108397"/>
                <a:gd name="connsiteX5" fmla="*/ 61897 w 91599"/>
                <a:gd name="connsiteY5" fmla="*/ 108397 h 108397"/>
                <a:gd name="connsiteX6" fmla="*/ 71647 w 91599"/>
                <a:gd name="connsiteY6" fmla="*/ 61804 h 108397"/>
                <a:gd name="connsiteX7" fmla="*/ 91599 w 91599"/>
                <a:gd name="connsiteY7" fmla="*/ 5122 h 108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599" h="108397">
                  <a:moveTo>
                    <a:pt x="91599" y="4895"/>
                  </a:moveTo>
                  <a:cubicBezTo>
                    <a:pt x="91599" y="4895"/>
                    <a:pt x="91146" y="4895"/>
                    <a:pt x="90919" y="4895"/>
                  </a:cubicBezTo>
                  <a:cubicBezTo>
                    <a:pt x="69266" y="2061"/>
                    <a:pt x="41605" y="-2020"/>
                    <a:pt x="18252" y="1154"/>
                  </a:cubicBezTo>
                  <a:cubicBezTo>
                    <a:pt x="13604" y="13738"/>
                    <a:pt x="9749" y="27001"/>
                    <a:pt x="6462" y="40945"/>
                  </a:cubicBezTo>
                  <a:cubicBezTo>
                    <a:pt x="2834" y="56363"/>
                    <a:pt x="1360" y="72121"/>
                    <a:pt x="0" y="87992"/>
                  </a:cubicBezTo>
                  <a:cubicBezTo>
                    <a:pt x="16211" y="95814"/>
                    <a:pt x="37977" y="101482"/>
                    <a:pt x="61897" y="108397"/>
                  </a:cubicBezTo>
                  <a:cubicBezTo>
                    <a:pt x="65185" y="92866"/>
                    <a:pt x="66659" y="76995"/>
                    <a:pt x="71647" y="61804"/>
                  </a:cubicBezTo>
                  <a:cubicBezTo>
                    <a:pt x="77882" y="42646"/>
                    <a:pt x="84684" y="23827"/>
                    <a:pt x="91599" y="5122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6" name="任意多边形: 形状 85"/>
            <p:cNvSpPr/>
            <p:nvPr userDrawn="1">
              <p:custDataLst>
                <p:tags r:id="rId54"/>
              </p:custDataLst>
            </p:nvPr>
          </p:nvSpPr>
          <p:spPr>
            <a:xfrm>
              <a:off x="12929" y="3646"/>
              <a:ext cx="150" cy="196"/>
            </a:xfrm>
            <a:custGeom>
              <a:avLst/>
              <a:gdLst>
                <a:gd name="connsiteX0" fmla="*/ 95000 w 94999"/>
                <a:gd name="connsiteY0" fmla="*/ 19272 h 124248"/>
                <a:gd name="connsiteX1" fmla="*/ 26868 w 94999"/>
                <a:gd name="connsiteY1" fmla="*/ 0 h 124248"/>
                <a:gd name="connsiteX2" fmla="*/ 25054 w 94999"/>
                <a:gd name="connsiteY2" fmla="*/ 3854 h 124248"/>
                <a:gd name="connsiteX3" fmla="*/ 0 w 94999"/>
                <a:gd name="connsiteY3" fmla="*/ 108037 h 124248"/>
                <a:gd name="connsiteX4" fmla="*/ 61331 w 94999"/>
                <a:gd name="connsiteY4" fmla="*/ 124248 h 124248"/>
                <a:gd name="connsiteX5" fmla="*/ 86838 w 94999"/>
                <a:gd name="connsiteY5" fmla="*/ 41265 h 124248"/>
                <a:gd name="connsiteX6" fmla="*/ 94887 w 94999"/>
                <a:gd name="connsiteY6" fmla="*/ 19385 h 12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999" h="124248">
                  <a:moveTo>
                    <a:pt x="95000" y="19272"/>
                  </a:moveTo>
                  <a:cubicBezTo>
                    <a:pt x="72327" y="12017"/>
                    <a:pt x="48520" y="5215"/>
                    <a:pt x="26868" y="0"/>
                  </a:cubicBezTo>
                  <a:cubicBezTo>
                    <a:pt x="26301" y="1247"/>
                    <a:pt x="25621" y="2607"/>
                    <a:pt x="25054" y="3854"/>
                  </a:cubicBezTo>
                  <a:cubicBezTo>
                    <a:pt x="12243" y="32422"/>
                    <a:pt x="1247" y="71080"/>
                    <a:pt x="0" y="108037"/>
                  </a:cubicBezTo>
                  <a:cubicBezTo>
                    <a:pt x="19612" y="113365"/>
                    <a:pt x="40811" y="118920"/>
                    <a:pt x="61331" y="124248"/>
                  </a:cubicBezTo>
                  <a:cubicBezTo>
                    <a:pt x="66885" y="95567"/>
                    <a:pt x="80829" y="62691"/>
                    <a:pt x="86838" y="41265"/>
                  </a:cubicBezTo>
                  <a:cubicBezTo>
                    <a:pt x="88992" y="33669"/>
                    <a:pt x="91826" y="26414"/>
                    <a:pt x="94887" y="19385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7" name="任意多边形: 形状 86"/>
            <p:cNvSpPr/>
            <p:nvPr userDrawn="1">
              <p:custDataLst>
                <p:tags r:id="rId55"/>
              </p:custDataLst>
            </p:nvPr>
          </p:nvSpPr>
          <p:spPr>
            <a:xfrm>
              <a:off x="13108" y="3702"/>
              <a:ext cx="147" cy="184"/>
            </a:xfrm>
            <a:custGeom>
              <a:avLst/>
              <a:gdLst>
                <a:gd name="connsiteX0" fmla="*/ 27774 w 93526"/>
                <a:gd name="connsiteY0" fmla="*/ 0 h 116766"/>
                <a:gd name="connsiteX1" fmla="*/ 21879 w 93526"/>
                <a:gd name="connsiteY1" fmla="*/ 12017 h 116766"/>
                <a:gd name="connsiteX2" fmla="*/ 0 w 93526"/>
                <a:gd name="connsiteY2" fmla="*/ 101689 h 116766"/>
                <a:gd name="connsiteX3" fmla="*/ 42739 w 93526"/>
                <a:gd name="connsiteY3" fmla="*/ 111778 h 116766"/>
                <a:gd name="connsiteX4" fmla="*/ 67452 w 93526"/>
                <a:gd name="connsiteY4" fmla="*/ 116766 h 116766"/>
                <a:gd name="connsiteX5" fmla="*/ 74141 w 93526"/>
                <a:gd name="connsiteY5" fmla="*/ 99648 h 116766"/>
                <a:gd name="connsiteX6" fmla="*/ 93526 w 93526"/>
                <a:gd name="connsiteY6" fmla="*/ 37524 h 116766"/>
                <a:gd name="connsiteX7" fmla="*/ 65412 w 93526"/>
                <a:gd name="connsiteY7" fmla="*/ 17345 h 116766"/>
                <a:gd name="connsiteX8" fmla="*/ 27774 w 93526"/>
                <a:gd name="connsiteY8" fmla="*/ 113 h 116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526" h="116766">
                  <a:moveTo>
                    <a:pt x="27774" y="0"/>
                  </a:moveTo>
                  <a:cubicBezTo>
                    <a:pt x="25734" y="4195"/>
                    <a:pt x="23807" y="8276"/>
                    <a:pt x="21879" y="12017"/>
                  </a:cubicBezTo>
                  <a:cubicBezTo>
                    <a:pt x="9183" y="37297"/>
                    <a:pt x="340" y="69946"/>
                    <a:pt x="0" y="101689"/>
                  </a:cubicBezTo>
                  <a:cubicBezTo>
                    <a:pt x="17345" y="105996"/>
                    <a:pt x="32309" y="109511"/>
                    <a:pt x="42739" y="111778"/>
                  </a:cubicBezTo>
                  <a:cubicBezTo>
                    <a:pt x="50901" y="113592"/>
                    <a:pt x="59290" y="115292"/>
                    <a:pt x="67452" y="116766"/>
                  </a:cubicBezTo>
                  <a:cubicBezTo>
                    <a:pt x="69720" y="110531"/>
                    <a:pt x="72214" y="104636"/>
                    <a:pt x="74141" y="99648"/>
                  </a:cubicBezTo>
                  <a:cubicBezTo>
                    <a:pt x="82303" y="78675"/>
                    <a:pt x="84570" y="58043"/>
                    <a:pt x="93526" y="37524"/>
                  </a:cubicBezTo>
                  <a:cubicBezTo>
                    <a:pt x="84910" y="30042"/>
                    <a:pt x="75274" y="23126"/>
                    <a:pt x="65412" y="17345"/>
                  </a:cubicBezTo>
                  <a:cubicBezTo>
                    <a:pt x="56116" y="12017"/>
                    <a:pt x="42965" y="6008"/>
                    <a:pt x="27774" y="113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12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88" name="任意多边形: 形状 87"/>
            <p:cNvSpPr/>
            <p:nvPr userDrawn="1">
              <p:custDataLst>
                <p:tags r:id="rId56"/>
              </p:custDataLst>
            </p:nvPr>
          </p:nvSpPr>
          <p:spPr>
            <a:xfrm>
              <a:off x="13464" y="3883"/>
              <a:ext cx="1561" cy="1945"/>
            </a:xfrm>
            <a:custGeom>
              <a:avLst/>
              <a:gdLst>
                <a:gd name="connsiteX0" fmla="*/ 0 w 991131"/>
                <a:gd name="connsiteY0" fmla="*/ 0 h 1234999"/>
                <a:gd name="connsiteX1" fmla="*/ 513657 w 991131"/>
                <a:gd name="connsiteY1" fmla="*/ 541999 h 1234999"/>
                <a:gd name="connsiteX2" fmla="*/ 301098 w 991131"/>
                <a:gd name="connsiteY2" fmla="*/ 551861 h 1234999"/>
                <a:gd name="connsiteX3" fmla="*/ 811127 w 991131"/>
                <a:gd name="connsiteY3" fmla="*/ 624642 h 1234999"/>
                <a:gd name="connsiteX4" fmla="*/ 990698 w 991131"/>
                <a:gd name="connsiteY4" fmla="*/ 1234999 h 123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1131" h="1234999">
                  <a:moveTo>
                    <a:pt x="0" y="0"/>
                  </a:moveTo>
                  <a:cubicBezTo>
                    <a:pt x="0" y="0"/>
                    <a:pt x="516945" y="86951"/>
                    <a:pt x="513657" y="541999"/>
                  </a:cubicBezTo>
                  <a:cubicBezTo>
                    <a:pt x="512184" y="740614"/>
                    <a:pt x="219248" y="693228"/>
                    <a:pt x="301098" y="551861"/>
                  </a:cubicBezTo>
                  <a:cubicBezTo>
                    <a:pt x="382947" y="410495"/>
                    <a:pt x="661372" y="464003"/>
                    <a:pt x="811127" y="624642"/>
                  </a:cubicBezTo>
                  <a:cubicBezTo>
                    <a:pt x="960883" y="785280"/>
                    <a:pt x="995572" y="1098621"/>
                    <a:pt x="990698" y="1234999"/>
                  </a:cubicBezTo>
                </a:path>
              </a:pathLst>
            </a:custGeom>
            <a:noFill/>
            <a:ln w="22549" cap="flat">
              <a:solidFill>
                <a:schemeClr val="tx1">
                  <a:lumMod val="40000"/>
                  <a:lumOff val="60000"/>
                </a:schemeClr>
              </a:solidFill>
              <a:custDash>
                <a:ds d="0" sp="0"/>
                <a:ds d="375000" sp="300000"/>
              </a:custDash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</p:grp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7"/>
            </p:custDataLst>
          </p:nvPr>
        </p:nvSpPr>
        <p:spPr>
          <a:xfrm>
            <a:off x="1223067" y="1213548"/>
            <a:ext cx="5475859" cy="658529"/>
          </a:xfrm>
        </p:spPr>
        <p:txBody>
          <a:bodyPr wrap="square" anchor="t">
            <a:noAutofit/>
          </a:bodyPr>
          <a:lstStyle>
            <a:lvl1pPr marL="0" indent="0">
              <a:buNone/>
              <a:defRPr sz="3200" b="0">
                <a:solidFill>
                  <a:schemeClr val="tx2"/>
                </a:solidFill>
                <a:latin typeface="汉仪粗圆简" panose="02010600000101010101" charset="-122"/>
                <a:ea typeface="汉仪粗圆简" panose="02010600000101010101" charset="-122"/>
                <a:sym typeface="汉仪正圆 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r>
              <a:rPr lang="zh-CN" altLang="en-US" dirty="0">
                <a:sym typeface="+mn-ea"/>
              </a:rPr>
              <a:t>语文</a:t>
            </a:r>
            <a:r>
              <a:rPr lang="en-US" altLang="zh-CN" dirty="0">
                <a:sym typeface="+mn-ea"/>
              </a:rPr>
              <a:t>·</a:t>
            </a:r>
            <a:r>
              <a:rPr lang="zh-CN" altLang="en-US" dirty="0"/>
              <a:t>×年级</a:t>
            </a:r>
            <a:r>
              <a:rPr lang="zh-CN" altLang="en-US" dirty="0">
                <a:sym typeface="+mn-ea"/>
              </a:rPr>
              <a:t>×</a:t>
            </a:r>
            <a:r>
              <a:rPr lang="zh-CN" altLang="en-US" dirty="0"/>
              <a:t>册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58"/>
            </p:custDataLst>
          </p:nvPr>
        </p:nvSpPr>
        <p:spPr>
          <a:xfrm>
            <a:off x="1222432" y="1991462"/>
            <a:ext cx="5475859" cy="3019581"/>
          </a:xfrm>
        </p:spPr>
        <p:txBody>
          <a:bodyPr>
            <a:noAutofit/>
          </a:bodyPr>
          <a:lstStyle>
            <a:lvl1pPr>
              <a:defRPr sz="9600">
                <a:latin typeface="汉仪粗圆简" panose="02010600000101010101" charset="-122"/>
                <a:ea typeface="汉仪粗圆简" panose="02010600000101010101" charset="-122"/>
                <a:sym typeface="汉仪粗圆简" panose="02010600000101010101" charset="-122"/>
              </a:defRPr>
            </a:lvl1pPr>
          </a:lstStyle>
          <a:p>
            <a:r>
              <a:rPr lang="zh-CN" altLang="en-US"/>
              <a:t>第×单元</a:t>
            </a:r>
            <a:br>
              <a:rPr lang="zh-CN" altLang="en-US"/>
            </a:br>
            <a:r>
              <a:rPr lang="zh-CN" altLang="en-US"/>
              <a:t>专项复习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ea typeface="汉仪正圆 55简" panose="00020600040101010101" charset="-122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5685282 h 6858000"/>
              <a:gd name="connsiteX1" fmla="*/ 2058010 w 12192000"/>
              <a:gd name="connsiteY1" fmla="*/ 6858000 h 6858000"/>
              <a:gd name="connsiteX2" fmla="*/ 996005 w 12192000"/>
              <a:gd name="connsiteY2" fmla="*/ 6858000 h 6858000"/>
              <a:gd name="connsiteX3" fmla="*/ 0 w 12192000"/>
              <a:gd name="connsiteY3" fmla="*/ 6290432 h 6858000"/>
              <a:gd name="connsiteX4" fmla="*/ 1 w 12192000"/>
              <a:gd name="connsiteY4" fmla="*/ 4475119 h 6858000"/>
              <a:gd name="connsiteX5" fmla="*/ 4182020 w 12192000"/>
              <a:gd name="connsiteY5" fmla="*/ 6858000 h 6858000"/>
              <a:gd name="connsiteX6" fmla="*/ 3120015 w 12192000"/>
              <a:gd name="connsiteY6" fmla="*/ 6858000 h 6858000"/>
              <a:gd name="connsiteX7" fmla="*/ 1 w 12192000"/>
              <a:gd name="connsiteY7" fmla="*/ 5080269 h 6858000"/>
              <a:gd name="connsiteX8" fmla="*/ 0 w 12192000"/>
              <a:gd name="connsiteY8" fmla="*/ 3264956 h 6858000"/>
              <a:gd name="connsiteX9" fmla="*/ 6306028 w 12192000"/>
              <a:gd name="connsiteY9" fmla="*/ 6858000 h 6858000"/>
              <a:gd name="connsiteX10" fmla="*/ 5244023 w 12192000"/>
              <a:gd name="connsiteY10" fmla="*/ 6858000 h 6858000"/>
              <a:gd name="connsiteX11" fmla="*/ 0 w 12192000"/>
              <a:gd name="connsiteY11" fmla="*/ 3869969 h 6858000"/>
              <a:gd name="connsiteX12" fmla="*/ 2 w 12192000"/>
              <a:gd name="connsiteY12" fmla="*/ 2054657 h 6858000"/>
              <a:gd name="connsiteX13" fmla="*/ 8429874 w 12192000"/>
              <a:gd name="connsiteY13" fmla="*/ 6857999 h 6858000"/>
              <a:gd name="connsiteX14" fmla="*/ 7367870 w 12192000"/>
              <a:gd name="connsiteY14" fmla="*/ 6857999 h 6858000"/>
              <a:gd name="connsiteX15" fmla="*/ 2 w 12192000"/>
              <a:gd name="connsiteY15" fmla="*/ 2659807 h 6858000"/>
              <a:gd name="connsiteX16" fmla="*/ 1 w 12192000"/>
              <a:gd name="connsiteY16" fmla="*/ 844494 h 6858000"/>
              <a:gd name="connsiteX17" fmla="*/ 10553883 w 12192000"/>
              <a:gd name="connsiteY17" fmla="*/ 6858000 h 6858000"/>
              <a:gd name="connsiteX18" fmla="*/ 9491879 w 12192000"/>
              <a:gd name="connsiteY18" fmla="*/ 6858000 h 6858000"/>
              <a:gd name="connsiteX19" fmla="*/ 1 w 12192000"/>
              <a:gd name="connsiteY19" fmla="*/ 1449508 h 6858000"/>
              <a:gd name="connsiteX20" fmla="*/ 3827965 w 12192000"/>
              <a:gd name="connsiteY20" fmla="*/ 1 h 6858000"/>
              <a:gd name="connsiteX21" fmla="*/ 4889805 w 12192000"/>
              <a:gd name="connsiteY21" fmla="*/ 1 h 6858000"/>
              <a:gd name="connsiteX22" fmla="*/ 12191999 w 12192000"/>
              <a:gd name="connsiteY22" fmla="*/ 4160749 h 6858000"/>
              <a:gd name="connsiteX23" fmla="*/ 12191999 w 12192000"/>
              <a:gd name="connsiteY23" fmla="*/ 4765761 h 6858000"/>
              <a:gd name="connsiteX24" fmla="*/ 5951809 w 12192000"/>
              <a:gd name="connsiteY24" fmla="*/ 1 h 6858000"/>
              <a:gd name="connsiteX25" fmla="*/ 7013813 w 12192000"/>
              <a:gd name="connsiteY25" fmla="*/ 1 h 6858000"/>
              <a:gd name="connsiteX26" fmla="*/ 12192000 w 12192000"/>
              <a:gd name="connsiteY26" fmla="*/ 2950450 h 6858000"/>
              <a:gd name="connsiteX27" fmla="*/ 12192000 w 12192000"/>
              <a:gd name="connsiteY27" fmla="*/ 3555599 h 6858000"/>
              <a:gd name="connsiteX28" fmla="*/ 1703955 w 12192000"/>
              <a:gd name="connsiteY28" fmla="*/ 1 h 6858000"/>
              <a:gd name="connsiteX29" fmla="*/ 2765958 w 12192000"/>
              <a:gd name="connsiteY29" fmla="*/ 1 h 6858000"/>
              <a:gd name="connsiteX30" fmla="*/ 12191999 w 12192000"/>
              <a:gd name="connsiteY30" fmla="*/ 5370911 h 6858000"/>
              <a:gd name="connsiteX31" fmla="*/ 12191999 w 12192000"/>
              <a:gd name="connsiteY31" fmla="*/ 5976062 h 6858000"/>
              <a:gd name="connsiteX32" fmla="*/ 10199664 w 12192000"/>
              <a:gd name="connsiteY32" fmla="*/ 1 h 6858000"/>
              <a:gd name="connsiteX33" fmla="*/ 11261669 w 12192000"/>
              <a:gd name="connsiteY33" fmla="*/ 1 h 6858000"/>
              <a:gd name="connsiteX34" fmla="*/ 12191999 w 12192000"/>
              <a:gd name="connsiteY34" fmla="*/ 530124 h 6858000"/>
              <a:gd name="connsiteX35" fmla="*/ 12191999 w 12192000"/>
              <a:gd name="connsiteY35" fmla="*/ 1135137 h 6858000"/>
              <a:gd name="connsiteX36" fmla="*/ 8075818 w 12192000"/>
              <a:gd name="connsiteY36" fmla="*/ 1 h 6858000"/>
              <a:gd name="connsiteX37" fmla="*/ 9137822 w 12192000"/>
              <a:gd name="connsiteY37" fmla="*/ 1 h 6858000"/>
              <a:gd name="connsiteX38" fmla="*/ 12192000 w 12192000"/>
              <a:gd name="connsiteY38" fmla="*/ 1740286 h 6858000"/>
              <a:gd name="connsiteX39" fmla="*/ 12192000 w 12192000"/>
              <a:gd name="connsiteY39" fmla="*/ 2345436 h 6858000"/>
              <a:gd name="connsiteX40" fmla="*/ 1 w 12192000"/>
              <a:gd name="connsiteY40" fmla="*/ 0 h 6858000"/>
              <a:gd name="connsiteX41" fmla="*/ 641950 w 12192000"/>
              <a:gd name="connsiteY41" fmla="*/ 0 h 6858000"/>
              <a:gd name="connsiteX42" fmla="*/ 12192000 w 12192000"/>
              <a:gd name="connsiteY42" fmla="*/ 6581211 h 6858000"/>
              <a:gd name="connsiteX43" fmla="*/ 12192000 w 12192000"/>
              <a:gd name="connsiteY43" fmla="*/ 6858000 h 6858000"/>
              <a:gd name="connsiteX44" fmla="*/ 11615887 w 12192000"/>
              <a:gd name="connsiteY44" fmla="*/ 6858000 h 6858000"/>
              <a:gd name="connsiteX45" fmla="*/ 1 w 12192000"/>
              <a:gd name="connsiteY45" fmla="*/ 2393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92000" h="6858000">
                <a:moveTo>
                  <a:pt x="0" y="5685282"/>
                </a:moveTo>
                <a:lnTo>
                  <a:pt x="2058010" y="6858000"/>
                </a:lnTo>
                <a:lnTo>
                  <a:pt x="996005" y="6858000"/>
                </a:lnTo>
                <a:lnTo>
                  <a:pt x="0" y="6290432"/>
                </a:lnTo>
                <a:close/>
                <a:moveTo>
                  <a:pt x="1" y="4475119"/>
                </a:moveTo>
                <a:lnTo>
                  <a:pt x="4182020" y="6858000"/>
                </a:lnTo>
                <a:lnTo>
                  <a:pt x="3120015" y="6858000"/>
                </a:lnTo>
                <a:lnTo>
                  <a:pt x="1" y="5080269"/>
                </a:lnTo>
                <a:close/>
                <a:moveTo>
                  <a:pt x="0" y="3264956"/>
                </a:moveTo>
                <a:lnTo>
                  <a:pt x="6306028" y="6858000"/>
                </a:lnTo>
                <a:lnTo>
                  <a:pt x="5244023" y="6858000"/>
                </a:lnTo>
                <a:lnTo>
                  <a:pt x="0" y="3869969"/>
                </a:lnTo>
                <a:close/>
                <a:moveTo>
                  <a:pt x="2" y="2054657"/>
                </a:moveTo>
                <a:lnTo>
                  <a:pt x="8429874" y="6857999"/>
                </a:lnTo>
                <a:lnTo>
                  <a:pt x="7367870" y="6857999"/>
                </a:lnTo>
                <a:lnTo>
                  <a:pt x="2" y="2659807"/>
                </a:lnTo>
                <a:close/>
                <a:moveTo>
                  <a:pt x="1" y="844494"/>
                </a:moveTo>
                <a:lnTo>
                  <a:pt x="10553883" y="6858000"/>
                </a:lnTo>
                <a:lnTo>
                  <a:pt x="9491879" y="6858000"/>
                </a:lnTo>
                <a:lnTo>
                  <a:pt x="1" y="1449508"/>
                </a:lnTo>
                <a:close/>
                <a:moveTo>
                  <a:pt x="3827965" y="1"/>
                </a:moveTo>
                <a:lnTo>
                  <a:pt x="4889805" y="1"/>
                </a:lnTo>
                <a:lnTo>
                  <a:pt x="12191999" y="4160749"/>
                </a:lnTo>
                <a:lnTo>
                  <a:pt x="12191999" y="4765761"/>
                </a:lnTo>
                <a:close/>
                <a:moveTo>
                  <a:pt x="5951809" y="1"/>
                </a:moveTo>
                <a:lnTo>
                  <a:pt x="7013813" y="1"/>
                </a:lnTo>
                <a:lnTo>
                  <a:pt x="12192000" y="2950450"/>
                </a:lnTo>
                <a:lnTo>
                  <a:pt x="12192000" y="3555599"/>
                </a:lnTo>
                <a:close/>
                <a:moveTo>
                  <a:pt x="1703955" y="1"/>
                </a:moveTo>
                <a:lnTo>
                  <a:pt x="2765958" y="1"/>
                </a:lnTo>
                <a:lnTo>
                  <a:pt x="12191999" y="5370911"/>
                </a:lnTo>
                <a:lnTo>
                  <a:pt x="12191999" y="5976062"/>
                </a:lnTo>
                <a:close/>
                <a:moveTo>
                  <a:pt x="10199664" y="1"/>
                </a:moveTo>
                <a:lnTo>
                  <a:pt x="11261669" y="1"/>
                </a:lnTo>
                <a:lnTo>
                  <a:pt x="12191999" y="530124"/>
                </a:lnTo>
                <a:lnTo>
                  <a:pt x="12191999" y="1135137"/>
                </a:lnTo>
                <a:close/>
                <a:moveTo>
                  <a:pt x="8075818" y="1"/>
                </a:moveTo>
                <a:lnTo>
                  <a:pt x="9137822" y="1"/>
                </a:lnTo>
                <a:lnTo>
                  <a:pt x="12192000" y="1740286"/>
                </a:lnTo>
                <a:lnTo>
                  <a:pt x="12192000" y="2345436"/>
                </a:lnTo>
                <a:close/>
                <a:moveTo>
                  <a:pt x="1" y="0"/>
                </a:moveTo>
                <a:lnTo>
                  <a:pt x="641950" y="0"/>
                </a:lnTo>
                <a:lnTo>
                  <a:pt x="12192000" y="6581211"/>
                </a:lnTo>
                <a:lnTo>
                  <a:pt x="12192000" y="6858000"/>
                </a:lnTo>
                <a:lnTo>
                  <a:pt x="11615887" y="6858000"/>
                </a:lnTo>
                <a:lnTo>
                  <a:pt x="1" y="23934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1"/>
            <a:ext cx="1940136" cy="685835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49000">
                <a:schemeClr val="accent1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" name="矩形: 圆角 10"/>
          <p:cNvSpPr/>
          <p:nvPr userDrawn="1">
            <p:custDataLst>
              <p:tags r:id="rId5"/>
            </p:custDataLst>
          </p:nvPr>
        </p:nvSpPr>
        <p:spPr>
          <a:xfrm>
            <a:off x="438194" y="497893"/>
            <a:ext cx="11316814" cy="5856184"/>
          </a:xfrm>
          <a:prstGeom prst="roundRect">
            <a:avLst>
              <a:gd name="adj" fmla="val 6921"/>
            </a:avLst>
          </a:prstGeom>
          <a:solidFill>
            <a:schemeClr val="lt1"/>
          </a:solidFill>
          <a:ln w="22225">
            <a:noFill/>
          </a:ln>
          <a:effectLst>
            <a:outerShdw blurRad="254000" dist="254000" dir="5400000" algn="t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ea typeface="汉仪正圆 55简" panose="00020600040101010101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194491" y="1695537"/>
            <a:ext cx="3467261" cy="3467279"/>
            <a:chOff x="1902" y="2201"/>
            <a:chExt cx="6914" cy="6914"/>
          </a:xfrm>
        </p:grpSpPr>
        <p:sp>
          <p:nvSpPr>
            <p:cNvPr id="13" name="椭圆 12"/>
            <p:cNvSpPr/>
            <p:nvPr userDrawn="1">
              <p:custDataLst>
                <p:tags r:id="rId6"/>
              </p:custDataLst>
            </p:nvPr>
          </p:nvSpPr>
          <p:spPr>
            <a:xfrm>
              <a:off x="1902" y="2201"/>
              <a:ext cx="6915" cy="691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20000"/>
                    <a:lumOff val="80000"/>
                  </a:schemeClr>
                </a:gs>
                <a:gs pos="56000">
                  <a:schemeClr val="accent1">
                    <a:lumMod val="20000"/>
                    <a:lumOff val="80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7"/>
              </p:custDataLst>
            </p:nvPr>
          </p:nvSpPr>
          <p:spPr>
            <a:xfrm flipH="1">
              <a:off x="7303" y="6917"/>
              <a:ext cx="1208" cy="1069"/>
            </a:xfrm>
            <a:custGeom>
              <a:avLst/>
              <a:gdLst>
                <a:gd name="connsiteX0" fmla="*/ 0 w 840227"/>
                <a:gd name="connsiteY0" fmla="*/ 131283 h 743622"/>
                <a:gd name="connsiteX1" fmla="*/ 504095 w 840227"/>
                <a:gd name="connsiteY1" fmla="*/ 448 h 743622"/>
                <a:gd name="connsiteX2" fmla="*/ 840228 w 840227"/>
                <a:gd name="connsiteY2" fmla="*/ 48034 h 743622"/>
                <a:gd name="connsiteX3" fmla="*/ 840228 w 840227"/>
                <a:gd name="connsiteY3" fmla="*/ 743622 h 743622"/>
                <a:gd name="connsiteX4" fmla="*/ 109604 w 840227"/>
                <a:gd name="connsiteY4" fmla="*/ 713921 h 743622"/>
                <a:gd name="connsiteX5" fmla="*/ 343349 w 840227"/>
                <a:gd name="connsiteY5" fmla="*/ 363146 h 743622"/>
                <a:gd name="connsiteX6" fmla="*/ 0 w 840227"/>
                <a:gd name="connsiteY6" fmla="*/ 131283 h 7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0227" h="743622">
                  <a:moveTo>
                    <a:pt x="0" y="131283"/>
                  </a:moveTo>
                  <a:cubicBezTo>
                    <a:pt x="0" y="131283"/>
                    <a:pt x="306850" y="6410"/>
                    <a:pt x="504095" y="448"/>
                  </a:cubicBezTo>
                  <a:cubicBezTo>
                    <a:pt x="701340" y="-5408"/>
                    <a:pt x="840228" y="48034"/>
                    <a:pt x="840228" y="48034"/>
                  </a:cubicBezTo>
                  <a:lnTo>
                    <a:pt x="840228" y="743622"/>
                  </a:lnTo>
                  <a:cubicBezTo>
                    <a:pt x="840228" y="743622"/>
                    <a:pt x="357991" y="612788"/>
                    <a:pt x="109604" y="713921"/>
                  </a:cubicBezTo>
                  <a:lnTo>
                    <a:pt x="343349" y="363146"/>
                  </a:lnTo>
                  <a:cubicBezTo>
                    <a:pt x="343349" y="363146"/>
                    <a:pt x="73000" y="190687"/>
                    <a:pt x="0" y="131283"/>
                  </a:cubicBezTo>
                  <a:close/>
                </a:path>
              </a:pathLst>
            </a:custGeom>
            <a:solidFill>
              <a:schemeClr val="accent5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8"/>
              </p:custDataLst>
            </p:nvPr>
          </p:nvSpPr>
          <p:spPr>
            <a:xfrm flipH="1">
              <a:off x="2208" y="6917"/>
              <a:ext cx="1208" cy="1069"/>
            </a:xfrm>
            <a:custGeom>
              <a:avLst/>
              <a:gdLst>
                <a:gd name="connsiteX0" fmla="*/ 840228 w 840332"/>
                <a:gd name="connsiteY0" fmla="*/ 131283 h 743622"/>
                <a:gd name="connsiteX1" fmla="*/ 336133 w 840332"/>
                <a:gd name="connsiteY1" fmla="*/ 448 h 743622"/>
                <a:gd name="connsiteX2" fmla="*/ 0 w 840332"/>
                <a:gd name="connsiteY2" fmla="*/ 48034 h 743622"/>
                <a:gd name="connsiteX3" fmla="*/ 0 w 840332"/>
                <a:gd name="connsiteY3" fmla="*/ 743622 h 743622"/>
                <a:gd name="connsiteX4" fmla="*/ 730729 w 840332"/>
                <a:gd name="connsiteY4" fmla="*/ 713921 h 743622"/>
                <a:gd name="connsiteX5" fmla="*/ 496879 w 840332"/>
                <a:gd name="connsiteY5" fmla="*/ 363146 h 743622"/>
                <a:gd name="connsiteX6" fmla="*/ 840333 w 840332"/>
                <a:gd name="connsiteY6" fmla="*/ 131283 h 74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40332" h="743622">
                  <a:moveTo>
                    <a:pt x="840228" y="131283"/>
                  </a:moveTo>
                  <a:cubicBezTo>
                    <a:pt x="840228" y="131283"/>
                    <a:pt x="533378" y="6410"/>
                    <a:pt x="336133" y="448"/>
                  </a:cubicBezTo>
                  <a:cubicBezTo>
                    <a:pt x="138888" y="-5408"/>
                    <a:pt x="0" y="48034"/>
                    <a:pt x="0" y="48034"/>
                  </a:cubicBezTo>
                  <a:lnTo>
                    <a:pt x="0" y="743622"/>
                  </a:lnTo>
                  <a:cubicBezTo>
                    <a:pt x="0" y="743622"/>
                    <a:pt x="482237" y="612788"/>
                    <a:pt x="730729" y="713921"/>
                  </a:cubicBezTo>
                  <a:lnTo>
                    <a:pt x="496879" y="363146"/>
                  </a:lnTo>
                  <a:cubicBezTo>
                    <a:pt x="496879" y="363146"/>
                    <a:pt x="767228" y="190687"/>
                    <a:pt x="840333" y="131283"/>
                  </a:cubicBezTo>
                  <a:close/>
                </a:path>
              </a:pathLst>
            </a:custGeom>
            <a:solidFill>
              <a:schemeClr val="accent5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9"/>
              </p:custDataLst>
            </p:nvPr>
          </p:nvSpPr>
          <p:spPr>
            <a:xfrm flipH="1">
              <a:off x="7247" y="6986"/>
              <a:ext cx="655" cy="1368"/>
            </a:xfrm>
            <a:custGeom>
              <a:avLst/>
              <a:gdLst>
                <a:gd name="connsiteX0" fmla="*/ 11 w 455683"/>
                <a:gd name="connsiteY0" fmla="*/ 196200 h 951296"/>
                <a:gd name="connsiteX1" fmla="*/ 93509 w 455683"/>
                <a:gd name="connsiteY1" fmla="*/ 132717 h 951296"/>
                <a:gd name="connsiteX2" fmla="*/ 285002 w 455683"/>
                <a:gd name="connsiteY2" fmla="*/ 83249 h 951296"/>
                <a:gd name="connsiteX3" fmla="*/ 416569 w 455683"/>
                <a:gd name="connsiteY3" fmla="*/ 0 h 951296"/>
                <a:gd name="connsiteX4" fmla="*/ 455683 w 455683"/>
                <a:gd name="connsiteY4" fmla="*/ 951296 h 951296"/>
                <a:gd name="connsiteX5" fmla="*/ 95077 w 455683"/>
                <a:gd name="connsiteY5" fmla="*/ 781452 h 951296"/>
                <a:gd name="connsiteX6" fmla="*/ 115 w 455683"/>
                <a:gd name="connsiteY6" fmla="*/ 196200 h 95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683" h="951296">
                  <a:moveTo>
                    <a:pt x="11" y="196200"/>
                  </a:moveTo>
                  <a:cubicBezTo>
                    <a:pt x="11" y="196200"/>
                    <a:pt x="-3022" y="164302"/>
                    <a:pt x="93509" y="132717"/>
                  </a:cubicBezTo>
                  <a:cubicBezTo>
                    <a:pt x="189935" y="101028"/>
                    <a:pt x="204577" y="101028"/>
                    <a:pt x="285002" y="83249"/>
                  </a:cubicBezTo>
                  <a:cubicBezTo>
                    <a:pt x="365427" y="65365"/>
                    <a:pt x="416569" y="0"/>
                    <a:pt x="416569" y="0"/>
                  </a:cubicBezTo>
                  <a:lnTo>
                    <a:pt x="455683" y="951296"/>
                  </a:lnTo>
                  <a:lnTo>
                    <a:pt x="95077" y="781452"/>
                  </a:lnTo>
                  <a:cubicBezTo>
                    <a:pt x="95077" y="781452"/>
                    <a:pt x="73115" y="356736"/>
                    <a:pt x="115" y="19620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7" name="任意多边形: 形状 16"/>
            <p:cNvSpPr/>
            <p:nvPr userDrawn="1">
              <p:custDataLst>
                <p:tags r:id="rId10"/>
              </p:custDataLst>
            </p:nvPr>
          </p:nvSpPr>
          <p:spPr>
            <a:xfrm flipH="1">
              <a:off x="2817" y="6986"/>
              <a:ext cx="655" cy="1368"/>
            </a:xfrm>
            <a:custGeom>
              <a:avLst/>
              <a:gdLst>
                <a:gd name="connsiteX0" fmla="*/ 455673 w 455682"/>
                <a:gd name="connsiteY0" fmla="*/ 196200 h 951296"/>
                <a:gd name="connsiteX1" fmla="*/ 362174 w 455682"/>
                <a:gd name="connsiteY1" fmla="*/ 132717 h 951296"/>
                <a:gd name="connsiteX2" fmla="*/ 170681 w 455682"/>
                <a:gd name="connsiteY2" fmla="*/ 83249 h 951296"/>
                <a:gd name="connsiteX3" fmla="*/ 39115 w 455682"/>
                <a:gd name="connsiteY3" fmla="*/ 0 h 951296"/>
                <a:gd name="connsiteX4" fmla="*/ 0 w 455682"/>
                <a:gd name="connsiteY4" fmla="*/ 951296 h 951296"/>
                <a:gd name="connsiteX5" fmla="*/ 360606 w 455682"/>
                <a:gd name="connsiteY5" fmla="*/ 781452 h 951296"/>
                <a:gd name="connsiteX6" fmla="*/ 455673 w 455682"/>
                <a:gd name="connsiteY6" fmla="*/ 196200 h 95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682" h="951296">
                  <a:moveTo>
                    <a:pt x="455673" y="196200"/>
                  </a:moveTo>
                  <a:cubicBezTo>
                    <a:pt x="455673" y="196200"/>
                    <a:pt x="458601" y="164302"/>
                    <a:pt x="362174" y="132717"/>
                  </a:cubicBezTo>
                  <a:cubicBezTo>
                    <a:pt x="265748" y="101028"/>
                    <a:pt x="251106" y="101028"/>
                    <a:pt x="170681" y="83249"/>
                  </a:cubicBezTo>
                  <a:cubicBezTo>
                    <a:pt x="90361" y="65365"/>
                    <a:pt x="39115" y="0"/>
                    <a:pt x="39115" y="0"/>
                  </a:cubicBezTo>
                  <a:lnTo>
                    <a:pt x="0" y="951296"/>
                  </a:lnTo>
                  <a:lnTo>
                    <a:pt x="360606" y="781452"/>
                  </a:lnTo>
                  <a:cubicBezTo>
                    <a:pt x="360606" y="781452"/>
                    <a:pt x="382569" y="356736"/>
                    <a:pt x="455673" y="196200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8" name="任意多边形: 形状 17"/>
            <p:cNvSpPr/>
            <p:nvPr userDrawn="1">
              <p:custDataLst>
                <p:tags r:id="rId11"/>
              </p:custDataLst>
            </p:nvPr>
          </p:nvSpPr>
          <p:spPr>
            <a:xfrm rot="5196000" flipH="1">
              <a:off x="3253" y="4580"/>
              <a:ext cx="4214" cy="4214"/>
            </a:xfrm>
            <a:custGeom>
              <a:avLst/>
              <a:gdLst>
                <a:gd name="connsiteX0" fmla="*/ 2930445 w 2930444"/>
                <a:gd name="connsiteY0" fmla="*/ 1465223 h 2930445"/>
                <a:gd name="connsiteX1" fmla="*/ 1465222 w 2930444"/>
                <a:gd name="connsiteY1" fmla="*/ 2930445 h 2930445"/>
                <a:gd name="connsiteX2" fmla="*/ 0 w 2930444"/>
                <a:gd name="connsiteY2" fmla="*/ 1465223 h 2930445"/>
                <a:gd name="connsiteX3" fmla="*/ 1465222 w 2930444"/>
                <a:gd name="connsiteY3" fmla="*/ 0 h 2930445"/>
                <a:gd name="connsiteX4" fmla="*/ 2930445 w 2930444"/>
                <a:gd name="connsiteY4" fmla="*/ 1465223 h 293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0444" h="2930445">
                  <a:moveTo>
                    <a:pt x="2930445" y="1465223"/>
                  </a:moveTo>
                  <a:cubicBezTo>
                    <a:pt x="2930445" y="2274443"/>
                    <a:pt x="2274442" y="2930445"/>
                    <a:pt x="1465222" y="2930445"/>
                  </a:cubicBezTo>
                  <a:cubicBezTo>
                    <a:pt x="656002" y="2930445"/>
                    <a:pt x="0" y="2274443"/>
                    <a:pt x="0" y="1465223"/>
                  </a:cubicBezTo>
                  <a:cubicBezTo>
                    <a:pt x="0" y="656002"/>
                    <a:pt x="656002" y="0"/>
                    <a:pt x="1465222" y="0"/>
                  </a:cubicBezTo>
                  <a:cubicBezTo>
                    <a:pt x="2274442" y="0"/>
                    <a:pt x="2930445" y="656002"/>
                    <a:pt x="2930445" y="146522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19" name="任意多边形: 形状 18"/>
            <p:cNvSpPr/>
            <p:nvPr userDrawn="1">
              <p:custDataLst>
                <p:tags r:id="rId12"/>
              </p:custDataLst>
            </p:nvPr>
          </p:nvSpPr>
          <p:spPr>
            <a:xfrm rot="5196000" flipH="1">
              <a:off x="3253" y="4580"/>
              <a:ext cx="4214" cy="4214"/>
            </a:xfrm>
            <a:custGeom>
              <a:avLst/>
              <a:gdLst>
                <a:gd name="connsiteX0" fmla="*/ 2930445 w 2930444"/>
                <a:gd name="connsiteY0" fmla="*/ 1465223 h 2930445"/>
                <a:gd name="connsiteX1" fmla="*/ 1465222 w 2930444"/>
                <a:gd name="connsiteY1" fmla="*/ 2930445 h 2930445"/>
                <a:gd name="connsiteX2" fmla="*/ 0 w 2930444"/>
                <a:gd name="connsiteY2" fmla="*/ 1465223 h 2930445"/>
                <a:gd name="connsiteX3" fmla="*/ 1465222 w 2930444"/>
                <a:gd name="connsiteY3" fmla="*/ 0 h 2930445"/>
                <a:gd name="connsiteX4" fmla="*/ 2930445 w 2930444"/>
                <a:gd name="connsiteY4" fmla="*/ 1465223 h 293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0444" h="2930445">
                  <a:moveTo>
                    <a:pt x="2930445" y="1465223"/>
                  </a:moveTo>
                  <a:cubicBezTo>
                    <a:pt x="2930445" y="2274443"/>
                    <a:pt x="2274442" y="2930445"/>
                    <a:pt x="1465222" y="2930445"/>
                  </a:cubicBezTo>
                  <a:cubicBezTo>
                    <a:pt x="656002" y="2930445"/>
                    <a:pt x="0" y="2274443"/>
                    <a:pt x="0" y="1465223"/>
                  </a:cubicBezTo>
                  <a:cubicBezTo>
                    <a:pt x="0" y="656002"/>
                    <a:pt x="656002" y="0"/>
                    <a:pt x="1465222" y="0"/>
                  </a:cubicBezTo>
                  <a:cubicBezTo>
                    <a:pt x="2274442" y="0"/>
                    <a:pt x="2930445" y="656002"/>
                    <a:pt x="2930445" y="1465223"/>
                  </a:cubicBezTo>
                  <a:close/>
                </a:path>
              </a:pathLst>
            </a:custGeom>
            <a:noFill/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0" name="任意多边形: 形状 19"/>
            <p:cNvSpPr/>
            <p:nvPr userDrawn="1">
              <p:custDataLst>
                <p:tags r:id="rId13"/>
              </p:custDataLst>
            </p:nvPr>
          </p:nvSpPr>
          <p:spPr>
            <a:xfrm flipH="1">
              <a:off x="3915" y="7357"/>
              <a:ext cx="123" cy="423"/>
            </a:xfrm>
            <a:custGeom>
              <a:avLst/>
              <a:gdLst>
                <a:gd name="connsiteX0" fmla="*/ 65385 w 85693"/>
                <a:gd name="connsiteY0" fmla="*/ 105 h 294299"/>
                <a:gd name="connsiteX1" fmla="*/ 55972 w 85693"/>
                <a:gd name="connsiteY1" fmla="*/ 46331 h 294299"/>
                <a:gd name="connsiteX2" fmla="*/ 34219 w 85693"/>
                <a:gd name="connsiteY2" fmla="*/ 67980 h 294299"/>
                <a:gd name="connsiteX3" fmla="*/ 22714 w 85693"/>
                <a:gd name="connsiteY3" fmla="*/ 82203 h 294299"/>
                <a:gd name="connsiteX4" fmla="*/ 7236 w 85693"/>
                <a:gd name="connsiteY4" fmla="*/ 95799 h 294299"/>
                <a:gd name="connsiteX5" fmla="*/ 1902 w 85693"/>
                <a:gd name="connsiteY5" fmla="*/ 108454 h 294299"/>
                <a:gd name="connsiteX6" fmla="*/ 12361 w 85693"/>
                <a:gd name="connsiteY6" fmla="*/ 143385 h 294299"/>
                <a:gd name="connsiteX7" fmla="*/ 16021 w 85693"/>
                <a:gd name="connsiteY7" fmla="*/ 170158 h 294299"/>
                <a:gd name="connsiteX8" fmla="*/ 12047 w 85693"/>
                <a:gd name="connsiteY8" fmla="*/ 203730 h 294299"/>
                <a:gd name="connsiteX9" fmla="*/ 4203 w 85693"/>
                <a:gd name="connsiteY9" fmla="*/ 223601 h 294299"/>
                <a:gd name="connsiteX10" fmla="*/ 13406 w 85693"/>
                <a:gd name="connsiteY10" fmla="*/ 267003 h 294299"/>
                <a:gd name="connsiteX11" fmla="*/ 34741 w 85693"/>
                <a:gd name="connsiteY11" fmla="*/ 294299 h 294299"/>
                <a:gd name="connsiteX12" fmla="*/ 48442 w 85693"/>
                <a:gd name="connsiteY12" fmla="*/ 286037 h 294299"/>
                <a:gd name="connsiteX13" fmla="*/ 65907 w 85693"/>
                <a:gd name="connsiteY13" fmla="*/ 270245 h 294299"/>
                <a:gd name="connsiteX14" fmla="*/ 73124 w 85693"/>
                <a:gd name="connsiteY14" fmla="*/ 253721 h 294299"/>
                <a:gd name="connsiteX15" fmla="*/ 69359 w 85693"/>
                <a:gd name="connsiteY15" fmla="*/ 210737 h 294299"/>
                <a:gd name="connsiteX16" fmla="*/ 75111 w 85693"/>
                <a:gd name="connsiteY16" fmla="*/ 178316 h 294299"/>
                <a:gd name="connsiteX17" fmla="*/ 81177 w 85693"/>
                <a:gd name="connsiteY17" fmla="*/ 140979 h 294299"/>
                <a:gd name="connsiteX18" fmla="*/ 85674 w 85693"/>
                <a:gd name="connsiteY18" fmla="*/ 108977 h 294299"/>
                <a:gd name="connsiteX19" fmla="*/ 83791 w 85693"/>
                <a:gd name="connsiteY19" fmla="*/ 70385 h 294299"/>
                <a:gd name="connsiteX20" fmla="*/ 84105 w 85693"/>
                <a:gd name="connsiteY20" fmla="*/ 50828 h 294299"/>
                <a:gd name="connsiteX21" fmla="*/ 80654 w 85693"/>
                <a:gd name="connsiteY21" fmla="*/ 32107 h 294299"/>
                <a:gd name="connsiteX22" fmla="*/ 65594 w 85693"/>
                <a:gd name="connsiteY22" fmla="*/ 0 h 29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693" h="294299">
                  <a:moveTo>
                    <a:pt x="65385" y="105"/>
                  </a:moveTo>
                  <a:cubicBezTo>
                    <a:pt x="64862" y="18093"/>
                    <a:pt x="55972" y="46331"/>
                    <a:pt x="55972" y="46331"/>
                  </a:cubicBezTo>
                  <a:cubicBezTo>
                    <a:pt x="48651" y="53547"/>
                    <a:pt x="41435" y="60763"/>
                    <a:pt x="34219" y="67980"/>
                  </a:cubicBezTo>
                  <a:cubicBezTo>
                    <a:pt x="34219" y="67980"/>
                    <a:pt x="27316" y="79484"/>
                    <a:pt x="22714" y="82203"/>
                  </a:cubicBezTo>
                  <a:cubicBezTo>
                    <a:pt x="18113" y="84922"/>
                    <a:pt x="7236" y="95799"/>
                    <a:pt x="7236" y="95799"/>
                  </a:cubicBezTo>
                  <a:cubicBezTo>
                    <a:pt x="7236" y="95799"/>
                    <a:pt x="-4478" y="95381"/>
                    <a:pt x="1902" y="108454"/>
                  </a:cubicBezTo>
                  <a:cubicBezTo>
                    <a:pt x="8282" y="121631"/>
                    <a:pt x="12674" y="138469"/>
                    <a:pt x="12361" y="143385"/>
                  </a:cubicBezTo>
                  <a:cubicBezTo>
                    <a:pt x="12047" y="148405"/>
                    <a:pt x="13720" y="157713"/>
                    <a:pt x="16021" y="170158"/>
                  </a:cubicBezTo>
                  <a:cubicBezTo>
                    <a:pt x="18322" y="182604"/>
                    <a:pt x="17485" y="199128"/>
                    <a:pt x="12047" y="203730"/>
                  </a:cubicBezTo>
                  <a:cubicBezTo>
                    <a:pt x="6504" y="208332"/>
                    <a:pt x="961" y="212933"/>
                    <a:pt x="4203" y="223601"/>
                  </a:cubicBezTo>
                  <a:cubicBezTo>
                    <a:pt x="7445" y="234268"/>
                    <a:pt x="13406" y="267003"/>
                    <a:pt x="13406" y="267003"/>
                  </a:cubicBezTo>
                  <a:cubicBezTo>
                    <a:pt x="20518" y="276102"/>
                    <a:pt x="27630" y="285201"/>
                    <a:pt x="34741" y="294299"/>
                  </a:cubicBezTo>
                  <a:cubicBezTo>
                    <a:pt x="34741" y="294299"/>
                    <a:pt x="38716" y="288443"/>
                    <a:pt x="48442" y="286037"/>
                  </a:cubicBezTo>
                  <a:cubicBezTo>
                    <a:pt x="58064" y="283632"/>
                    <a:pt x="65907" y="270245"/>
                    <a:pt x="65907" y="270245"/>
                  </a:cubicBezTo>
                  <a:cubicBezTo>
                    <a:pt x="65907" y="270245"/>
                    <a:pt x="77412" y="270559"/>
                    <a:pt x="73124" y="253721"/>
                  </a:cubicBezTo>
                  <a:cubicBezTo>
                    <a:pt x="68941" y="236778"/>
                    <a:pt x="71450" y="215025"/>
                    <a:pt x="69359" y="210737"/>
                  </a:cubicBezTo>
                  <a:cubicBezTo>
                    <a:pt x="67372" y="206344"/>
                    <a:pt x="75947" y="183022"/>
                    <a:pt x="75111" y="178316"/>
                  </a:cubicBezTo>
                  <a:cubicBezTo>
                    <a:pt x="74274" y="173610"/>
                    <a:pt x="82641" y="148719"/>
                    <a:pt x="81177" y="140979"/>
                  </a:cubicBezTo>
                  <a:cubicBezTo>
                    <a:pt x="79713" y="133136"/>
                    <a:pt x="86092" y="118598"/>
                    <a:pt x="85674" y="108977"/>
                  </a:cubicBezTo>
                  <a:cubicBezTo>
                    <a:pt x="85256" y="99355"/>
                    <a:pt x="82432" y="77287"/>
                    <a:pt x="83791" y="70385"/>
                  </a:cubicBezTo>
                  <a:cubicBezTo>
                    <a:pt x="85046" y="63587"/>
                    <a:pt x="85256" y="56998"/>
                    <a:pt x="84105" y="50828"/>
                  </a:cubicBezTo>
                  <a:cubicBezTo>
                    <a:pt x="82955" y="44657"/>
                    <a:pt x="80654" y="32107"/>
                    <a:pt x="80654" y="32107"/>
                  </a:cubicBezTo>
                  <a:cubicBezTo>
                    <a:pt x="75634" y="21440"/>
                    <a:pt x="70614" y="10667"/>
                    <a:pt x="65594" y="0"/>
                  </a:cubicBezTo>
                  <a:close/>
                </a:path>
              </a:pathLst>
            </a:custGeom>
            <a:solidFill>
              <a:schemeClr val="accent1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1" name="任意多边形: 形状 20"/>
            <p:cNvSpPr/>
            <p:nvPr userDrawn="1">
              <p:custDataLst>
                <p:tags r:id="rId14"/>
              </p:custDataLst>
            </p:nvPr>
          </p:nvSpPr>
          <p:spPr>
            <a:xfrm flipH="1">
              <a:off x="3243" y="5371"/>
              <a:ext cx="4212" cy="3441"/>
            </a:xfrm>
            <a:custGeom>
              <a:avLst/>
              <a:gdLst>
                <a:gd name="connsiteX0" fmla="*/ 456326 w 2929246"/>
                <a:gd name="connsiteY0" fmla="*/ 1763938 h 2393285"/>
                <a:gd name="connsiteX1" fmla="*/ 479753 w 2929246"/>
                <a:gd name="connsiteY1" fmla="*/ 1772828 h 2393285"/>
                <a:gd name="connsiteX2" fmla="*/ 501611 w 2929246"/>
                <a:gd name="connsiteY2" fmla="*/ 1780462 h 2393285"/>
                <a:gd name="connsiteX3" fmla="*/ 526083 w 2929246"/>
                <a:gd name="connsiteY3" fmla="*/ 1776593 h 2393285"/>
                <a:gd name="connsiteX4" fmla="*/ 575656 w 2929246"/>
                <a:gd name="connsiteY4" fmla="*/ 1771782 h 2393285"/>
                <a:gd name="connsiteX5" fmla="*/ 585592 w 2929246"/>
                <a:gd name="connsiteY5" fmla="*/ 1785378 h 2393285"/>
                <a:gd name="connsiteX6" fmla="*/ 621464 w 2929246"/>
                <a:gd name="connsiteY6" fmla="*/ 1801170 h 2393285"/>
                <a:gd name="connsiteX7" fmla="*/ 660474 w 2929246"/>
                <a:gd name="connsiteY7" fmla="*/ 1813197 h 2393285"/>
                <a:gd name="connsiteX8" fmla="*/ 690385 w 2929246"/>
                <a:gd name="connsiteY8" fmla="*/ 1836729 h 2393285"/>
                <a:gd name="connsiteX9" fmla="*/ 709942 w 2929246"/>
                <a:gd name="connsiteY9" fmla="*/ 1845200 h 2393285"/>
                <a:gd name="connsiteX10" fmla="*/ 736297 w 2929246"/>
                <a:gd name="connsiteY10" fmla="*/ 1848965 h 2393285"/>
                <a:gd name="connsiteX11" fmla="*/ 750939 w 2929246"/>
                <a:gd name="connsiteY11" fmla="*/ 1848965 h 2393285"/>
                <a:gd name="connsiteX12" fmla="*/ 790890 w 2929246"/>
                <a:gd name="connsiteY12" fmla="*/ 1880026 h 2393285"/>
                <a:gd name="connsiteX13" fmla="*/ 811911 w 2929246"/>
                <a:gd name="connsiteY13" fmla="*/ 1924893 h 2393285"/>
                <a:gd name="connsiteX14" fmla="*/ 799152 w 2929246"/>
                <a:gd name="connsiteY14" fmla="*/ 1962648 h 2393285"/>
                <a:gd name="connsiteX15" fmla="*/ 827076 w 2929246"/>
                <a:gd name="connsiteY15" fmla="*/ 1947169 h 2393285"/>
                <a:gd name="connsiteX16" fmla="*/ 842241 w 2929246"/>
                <a:gd name="connsiteY16" fmla="*/ 1943927 h 2393285"/>
                <a:gd name="connsiteX17" fmla="*/ 851026 w 2929246"/>
                <a:gd name="connsiteY17" fmla="*/ 1946856 h 2393285"/>
                <a:gd name="connsiteX18" fmla="*/ 852595 w 2929246"/>
                <a:gd name="connsiteY18" fmla="*/ 1957732 h 2393285"/>
                <a:gd name="connsiteX19" fmla="*/ 863576 w 2929246"/>
                <a:gd name="connsiteY19" fmla="*/ 1948947 h 2393285"/>
                <a:gd name="connsiteX20" fmla="*/ 890350 w 2929246"/>
                <a:gd name="connsiteY20" fmla="*/ 1954386 h 2393285"/>
                <a:gd name="connsiteX21" fmla="*/ 920783 w 2929246"/>
                <a:gd name="connsiteY21" fmla="*/ 1973420 h 2393285"/>
                <a:gd name="connsiteX22" fmla="*/ 936785 w 2929246"/>
                <a:gd name="connsiteY22" fmla="*/ 1968400 h 2393285"/>
                <a:gd name="connsiteX23" fmla="*/ 964500 w 2929246"/>
                <a:gd name="connsiteY23" fmla="*/ 1967354 h 2393285"/>
                <a:gd name="connsiteX24" fmla="*/ 987194 w 2929246"/>
                <a:gd name="connsiteY24" fmla="*/ 1967354 h 2393285"/>
                <a:gd name="connsiteX25" fmla="*/ 1031852 w 2929246"/>
                <a:gd name="connsiteY25" fmla="*/ 1980322 h 2393285"/>
                <a:gd name="connsiteX26" fmla="*/ 1054756 w 2929246"/>
                <a:gd name="connsiteY26" fmla="*/ 1991513 h 2393285"/>
                <a:gd name="connsiteX27" fmla="*/ 1069397 w 2929246"/>
                <a:gd name="connsiteY27" fmla="*/ 1996428 h 2393285"/>
                <a:gd name="connsiteX28" fmla="*/ 1091883 w 2929246"/>
                <a:gd name="connsiteY28" fmla="*/ 2010861 h 2393285"/>
                <a:gd name="connsiteX29" fmla="*/ 1098367 w 2929246"/>
                <a:gd name="connsiteY29" fmla="*/ 2030418 h 2393285"/>
                <a:gd name="connsiteX30" fmla="*/ 1091883 w 2929246"/>
                <a:gd name="connsiteY30" fmla="*/ 2079991 h 2393285"/>
                <a:gd name="connsiteX31" fmla="*/ 1085189 w 2929246"/>
                <a:gd name="connsiteY31" fmla="*/ 2103836 h 2393285"/>
                <a:gd name="connsiteX32" fmla="*/ 1078914 w 2929246"/>
                <a:gd name="connsiteY32" fmla="*/ 2119628 h 2393285"/>
                <a:gd name="connsiteX33" fmla="*/ 1081215 w 2929246"/>
                <a:gd name="connsiteY33" fmla="*/ 2165645 h 2393285"/>
                <a:gd name="connsiteX34" fmla="*/ 1081738 w 2929246"/>
                <a:gd name="connsiteY34" fmla="*/ 2186353 h 2393285"/>
                <a:gd name="connsiteX35" fmla="*/ 1092406 w 2929246"/>
                <a:gd name="connsiteY35" fmla="*/ 2241782 h 2393285"/>
                <a:gd name="connsiteX36" fmla="*/ 1098995 w 2929246"/>
                <a:gd name="connsiteY36" fmla="*/ 2282047 h 2393285"/>
                <a:gd name="connsiteX37" fmla="*/ 1102132 w 2929246"/>
                <a:gd name="connsiteY37" fmla="*/ 2310181 h 2393285"/>
                <a:gd name="connsiteX38" fmla="*/ 1100668 w 2929246"/>
                <a:gd name="connsiteY38" fmla="*/ 2361531 h 2393285"/>
                <a:gd name="connsiteX39" fmla="*/ 1091987 w 2929246"/>
                <a:gd name="connsiteY39" fmla="*/ 2375964 h 2393285"/>
                <a:gd name="connsiteX40" fmla="*/ 1073581 w 2929246"/>
                <a:gd name="connsiteY40" fmla="*/ 2392279 h 2393285"/>
                <a:gd name="connsiteX41" fmla="*/ 1071909 w 2929246"/>
                <a:gd name="connsiteY41" fmla="*/ 2393285 h 2393285"/>
                <a:gd name="connsiteX42" fmla="*/ 947332 w 2929246"/>
                <a:gd name="connsiteY42" fmla="*/ 2353240 h 2393285"/>
                <a:gd name="connsiteX43" fmla="*/ 467837 w 2929246"/>
                <a:gd name="connsiteY43" fmla="*/ 2055568 h 2393285"/>
                <a:gd name="connsiteX44" fmla="*/ 370571 w 2929246"/>
                <a:gd name="connsiteY44" fmla="*/ 1956012 h 2393285"/>
                <a:gd name="connsiteX45" fmla="*/ 371613 w 2929246"/>
                <a:gd name="connsiteY45" fmla="*/ 1943614 h 2393285"/>
                <a:gd name="connsiteX46" fmla="*/ 371613 w 2929246"/>
                <a:gd name="connsiteY46" fmla="*/ 1907741 h 2393285"/>
                <a:gd name="connsiteX47" fmla="*/ 353520 w 2929246"/>
                <a:gd name="connsiteY47" fmla="*/ 1878980 h 2393285"/>
                <a:gd name="connsiteX48" fmla="*/ 357703 w 2929246"/>
                <a:gd name="connsiteY48" fmla="*/ 1853148 h 2393285"/>
                <a:gd name="connsiteX49" fmla="*/ 379247 w 2929246"/>
                <a:gd name="connsiteY49" fmla="*/ 1804621 h 2393285"/>
                <a:gd name="connsiteX50" fmla="*/ 397131 w 2929246"/>
                <a:gd name="connsiteY50" fmla="*/ 1795941 h 2393285"/>
                <a:gd name="connsiteX51" fmla="*/ 414806 w 2929246"/>
                <a:gd name="connsiteY51" fmla="*/ 1774710 h 2393285"/>
                <a:gd name="connsiteX52" fmla="*/ 435095 w 2929246"/>
                <a:gd name="connsiteY52" fmla="*/ 1809432 h 2393285"/>
                <a:gd name="connsiteX53" fmla="*/ 448168 w 2929246"/>
                <a:gd name="connsiteY53" fmla="*/ 1819158 h 2393285"/>
                <a:gd name="connsiteX54" fmla="*/ 450364 w 2929246"/>
                <a:gd name="connsiteY54" fmla="*/ 1795104 h 2393285"/>
                <a:gd name="connsiteX55" fmla="*/ 456326 w 2929246"/>
                <a:gd name="connsiteY55" fmla="*/ 1763938 h 2393285"/>
                <a:gd name="connsiteX56" fmla="*/ 205638 w 2929246"/>
                <a:gd name="connsiteY56" fmla="*/ 1730650 h 2393285"/>
                <a:gd name="connsiteX57" fmla="*/ 218711 w 2929246"/>
                <a:gd name="connsiteY57" fmla="*/ 1731831 h 2393285"/>
                <a:gd name="connsiteX58" fmla="*/ 224150 w 2929246"/>
                <a:gd name="connsiteY58" fmla="*/ 1744591 h 2393285"/>
                <a:gd name="connsiteX59" fmla="*/ 228359 w 2929246"/>
                <a:gd name="connsiteY59" fmla="*/ 1763037 h 2393285"/>
                <a:gd name="connsiteX60" fmla="*/ 228572 w 2929246"/>
                <a:gd name="connsiteY60" fmla="*/ 1765447 h 2393285"/>
                <a:gd name="connsiteX61" fmla="*/ 152512 w 2929246"/>
                <a:gd name="connsiteY61" fmla="*/ 1630898 h 2393285"/>
                <a:gd name="connsiteX62" fmla="*/ 156484 w 2929246"/>
                <a:gd name="connsiteY62" fmla="*/ 1631640 h 2393285"/>
                <a:gd name="connsiteX63" fmla="*/ 162654 w 2929246"/>
                <a:gd name="connsiteY63" fmla="*/ 1642517 h 2393285"/>
                <a:gd name="connsiteX64" fmla="*/ 162422 w 2929246"/>
                <a:gd name="connsiteY64" fmla="*/ 1649631 h 2393285"/>
                <a:gd name="connsiteX65" fmla="*/ 268158 w 2929246"/>
                <a:gd name="connsiteY65" fmla="*/ 555353 h 2393285"/>
                <a:gd name="connsiteX66" fmla="*/ 270585 w 2929246"/>
                <a:gd name="connsiteY66" fmla="*/ 567183 h 2393285"/>
                <a:gd name="connsiteX67" fmla="*/ 262427 w 2929246"/>
                <a:gd name="connsiteY67" fmla="*/ 614665 h 2393285"/>
                <a:gd name="connsiteX68" fmla="*/ 214527 w 2929246"/>
                <a:gd name="connsiteY68" fmla="*/ 643530 h 2393285"/>
                <a:gd name="connsiteX69" fmla="*/ 184930 w 2929246"/>
                <a:gd name="connsiteY69" fmla="*/ 648027 h 2393285"/>
                <a:gd name="connsiteX70" fmla="*/ 162549 w 2929246"/>
                <a:gd name="connsiteY70" fmla="*/ 659740 h 2393285"/>
                <a:gd name="connsiteX71" fmla="*/ 139959 w 2929246"/>
                <a:gd name="connsiteY71" fmla="*/ 664447 h 2393285"/>
                <a:gd name="connsiteX72" fmla="*/ 126991 w 2929246"/>
                <a:gd name="connsiteY72" fmla="*/ 642798 h 2393285"/>
                <a:gd name="connsiteX73" fmla="*/ 123016 w 2929246"/>
                <a:gd name="connsiteY73" fmla="*/ 625332 h 2393285"/>
                <a:gd name="connsiteX74" fmla="*/ 97080 w 2929246"/>
                <a:gd name="connsiteY74" fmla="*/ 628993 h 2393285"/>
                <a:gd name="connsiteX75" fmla="*/ 76372 w 2929246"/>
                <a:gd name="connsiteY75" fmla="*/ 630980 h 2393285"/>
                <a:gd name="connsiteX76" fmla="*/ 76372 w 2929246"/>
                <a:gd name="connsiteY76" fmla="*/ 630875 h 2393285"/>
                <a:gd name="connsiteX77" fmla="*/ 123644 w 2929246"/>
                <a:gd name="connsiteY77" fmla="*/ 578269 h 2393285"/>
                <a:gd name="connsiteX78" fmla="*/ 161399 w 2929246"/>
                <a:gd name="connsiteY78" fmla="*/ 573145 h 2393285"/>
                <a:gd name="connsiteX79" fmla="*/ 198526 w 2929246"/>
                <a:gd name="connsiteY79" fmla="*/ 596676 h 2393285"/>
                <a:gd name="connsiteX80" fmla="*/ 231052 w 2929246"/>
                <a:gd name="connsiteY80" fmla="*/ 581825 h 2393285"/>
                <a:gd name="connsiteX81" fmla="*/ 268158 w 2929246"/>
                <a:gd name="connsiteY81" fmla="*/ 555353 h 2393285"/>
                <a:gd name="connsiteX82" fmla="*/ 372154 w 2929246"/>
                <a:gd name="connsiteY82" fmla="*/ 548641 h 2393285"/>
                <a:gd name="connsiteX83" fmla="*/ 374228 w 2929246"/>
                <a:gd name="connsiteY83" fmla="*/ 576805 h 2393285"/>
                <a:gd name="connsiteX84" fmla="*/ 384372 w 2929246"/>
                <a:gd name="connsiteY84" fmla="*/ 586532 h 2393285"/>
                <a:gd name="connsiteX85" fmla="*/ 391589 w 2929246"/>
                <a:gd name="connsiteY85" fmla="*/ 589146 h 2393285"/>
                <a:gd name="connsiteX86" fmla="*/ 390857 w 2929246"/>
                <a:gd name="connsiteY86" fmla="*/ 610063 h 2393285"/>
                <a:gd name="connsiteX87" fmla="*/ 406963 w 2929246"/>
                <a:gd name="connsiteY87" fmla="*/ 602114 h 2393285"/>
                <a:gd name="connsiteX88" fmla="*/ 433841 w 2929246"/>
                <a:gd name="connsiteY88" fmla="*/ 581407 h 2393285"/>
                <a:gd name="connsiteX89" fmla="*/ 450156 w 2929246"/>
                <a:gd name="connsiteY89" fmla="*/ 562268 h 2393285"/>
                <a:gd name="connsiteX90" fmla="*/ 460510 w 2929246"/>
                <a:gd name="connsiteY90" fmla="*/ 571994 h 2393285"/>
                <a:gd name="connsiteX91" fmla="*/ 439593 w 2929246"/>
                <a:gd name="connsiteY91" fmla="*/ 606821 h 2393285"/>
                <a:gd name="connsiteX92" fmla="*/ 409054 w 2929246"/>
                <a:gd name="connsiteY92" fmla="*/ 627005 h 2393285"/>
                <a:gd name="connsiteX93" fmla="*/ 382908 w 2929246"/>
                <a:gd name="connsiteY93" fmla="*/ 658485 h 2393285"/>
                <a:gd name="connsiteX94" fmla="*/ 373287 w 2929246"/>
                <a:gd name="connsiteY94" fmla="*/ 658067 h 2393285"/>
                <a:gd name="connsiteX95" fmla="*/ 358331 w 2929246"/>
                <a:gd name="connsiteY95" fmla="*/ 649805 h 2393285"/>
                <a:gd name="connsiteX96" fmla="*/ 357390 w 2929246"/>
                <a:gd name="connsiteY96" fmla="*/ 669153 h 2393285"/>
                <a:gd name="connsiteX97" fmla="*/ 353311 w 2929246"/>
                <a:gd name="connsiteY97" fmla="*/ 692580 h 2393285"/>
                <a:gd name="connsiteX98" fmla="*/ 326956 w 2929246"/>
                <a:gd name="connsiteY98" fmla="*/ 709836 h 2393285"/>
                <a:gd name="connsiteX99" fmla="*/ 276128 w 2929246"/>
                <a:gd name="connsiteY99" fmla="*/ 753239 h 2393285"/>
                <a:gd name="connsiteX100" fmla="*/ 229170 w 2929246"/>
                <a:gd name="connsiteY100" fmla="*/ 820695 h 2393285"/>
                <a:gd name="connsiteX101" fmla="*/ 233249 w 2929246"/>
                <a:gd name="connsiteY101" fmla="*/ 857300 h 2393285"/>
                <a:gd name="connsiteX102" fmla="*/ 260545 w 2929246"/>
                <a:gd name="connsiteY102" fmla="*/ 876229 h 2393285"/>
                <a:gd name="connsiteX103" fmla="*/ 338146 w 2929246"/>
                <a:gd name="connsiteY103" fmla="*/ 876229 h 2393285"/>
                <a:gd name="connsiteX104" fmla="*/ 328734 w 2929246"/>
                <a:gd name="connsiteY104" fmla="*/ 893067 h 2393285"/>
                <a:gd name="connsiteX105" fmla="*/ 332080 w 2929246"/>
                <a:gd name="connsiteY105" fmla="*/ 936470 h 2393285"/>
                <a:gd name="connsiteX106" fmla="*/ 364711 w 2929246"/>
                <a:gd name="connsiteY106" fmla="*/ 938457 h 2393285"/>
                <a:gd name="connsiteX107" fmla="*/ 373077 w 2929246"/>
                <a:gd name="connsiteY107" fmla="*/ 890139 h 2393285"/>
                <a:gd name="connsiteX108" fmla="*/ 387196 w 2929246"/>
                <a:gd name="connsiteY108" fmla="*/ 871837 h 2393285"/>
                <a:gd name="connsiteX109" fmla="*/ 421395 w 2929246"/>
                <a:gd name="connsiteY109" fmla="*/ 844750 h 2393285"/>
                <a:gd name="connsiteX110" fmla="*/ 420558 w 2929246"/>
                <a:gd name="connsiteY110" fmla="*/ 778025 h 2393285"/>
                <a:gd name="connsiteX111" fmla="*/ 433841 w 2929246"/>
                <a:gd name="connsiteY111" fmla="*/ 751983 h 2393285"/>
                <a:gd name="connsiteX112" fmla="*/ 464065 w 2929246"/>
                <a:gd name="connsiteY112" fmla="*/ 700319 h 2393285"/>
                <a:gd name="connsiteX113" fmla="*/ 492931 w 2929246"/>
                <a:gd name="connsiteY113" fmla="*/ 696972 h 2393285"/>
                <a:gd name="connsiteX114" fmla="*/ 525770 w 2929246"/>
                <a:gd name="connsiteY114" fmla="*/ 707012 h 2393285"/>
                <a:gd name="connsiteX115" fmla="*/ 531627 w 2929246"/>
                <a:gd name="connsiteY115" fmla="*/ 726256 h 2393285"/>
                <a:gd name="connsiteX116" fmla="*/ 548046 w 2929246"/>
                <a:gd name="connsiteY116" fmla="*/ 752193 h 2393285"/>
                <a:gd name="connsiteX117" fmla="*/ 590821 w 2929246"/>
                <a:gd name="connsiteY117" fmla="*/ 708267 h 2393285"/>
                <a:gd name="connsiteX118" fmla="*/ 602848 w 2929246"/>
                <a:gd name="connsiteY118" fmla="*/ 706594 h 2393285"/>
                <a:gd name="connsiteX119" fmla="*/ 605359 w 2929246"/>
                <a:gd name="connsiteY119" fmla="*/ 726779 h 2393285"/>
                <a:gd name="connsiteX120" fmla="*/ 606823 w 2929246"/>
                <a:gd name="connsiteY120" fmla="*/ 758572 h 2393285"/>
                <a:gd name="connsiteX121" fmla="*/ 615817 w 2929246"/>
                <a:gd name="connsiteY121" fmla="*/ 780326 h 2393285"/>
                <a:gd name="connsiteX122" fmla="*/ 632759 w 2929246"/>
                <a:gd name="connsiteY122" fmla="*/ 804694 h 2393285"/>
                <a:gd name="connsiteX123" fmla="*/ 643427 w 2929246"/>
                <a:gd name="connsiteY123" fmla="*/ 800197 h 2393285"/>
                <a:gd name="connsiteX124" fmla="*/ 662671 w 2929246"/>
                <a:gd name="connsiteY124" fmla="*/ 812747 h 2393285"/>
                <a:gd name="connsiteX125" fmla="*/ 660683 w 2929246"/>
                <a:gd name="connsiteY125" fmla="*/ 834291 h 2393285"/>
                <a:gd name="connsiteX126" fmla="*/ 650748 w 2929246"/>
                <a:gd name="connsiteY126" fmla="*/ 853012 h 2393285"/>
                <a:gd name="connsiteX127" fmla="*/ 626589 w 2929246"/>
                <a:gd name="connsiteY127" fmla="*/ 886792 h 2393285"/>
                <a:gd name="connsiteX128" fmla="*/ 593227 w 2929246"/>
                <a:gd name="connsiteY128" fmla="*/ 900388 h 2393285"/>
                <a:gd name="connsiteX129" fmla="*/ 516567 w 2929246"/>
                <a:gd name="connsiteY129" fmla="*/ 928940 h 2393285"/>
                <a:gd name="connsiteX130" fmla="*/ 478812 w 2929246"/>
                <a:gd name="connsiteY130" fmla="*/ 958328 h 2393285"/>
                <a:gd name="connsiteX131" fmla="*/ 480799 w 2929246"/>
                <a:gd name="connsiteY131" fmla="*/ 973702 h 2393285"/>
                <a:gd name="connsiteX132" fmla="*/ 500252 w 2929246"/>
                <a:gd name="connsiteY132" fmla="*/ 968472 h 2393285"/>
                <a:gd name="connsiteX133" fmla="*/ 542504 w 2929246"/>
                <a:gd name="connsiteY133" fmla="*/ 954040 h 2393285"/>
                <a:gd name="connsiteX134" fmla="*/ 526607 w 2929246"/>
                <a:gd name="connsiteY134" fmla="*/ 985520 h 2393285"/>
                <a:gd name="connsiteX135" fmla="*/ 546268 w 2929246"/>
                <a:gd name="connsiteY135" fmla="*/ 999534 h 2393285"/>
                <a:gd name="connsiteX136" fmla="*/ 574715 w 2929246"/>
                <a:gd name="connsiteY136" fmla="*/ 985624 h 2393285"/>
                <a:gd name="connsiteX137" fmla="*/ 588416 w 2929246"/>
                <a:gd name="connsiteY137" fmla="*/ 983637 h 2393285"/>
                <a:gd name="connsiteX138" fmla="*/ 586743 w 2929246"/>
                <a:gd name="connsiteY138" fmla="*/ 998488 h 2393285"/>
                <a:gd name="connsiteX139" fmla="*/ 568754 w 2929246"/>
                <a:gd name="connsiteY139" fmla="*/ 1014385 h 2393285"/>
                <a:gd name="connsiteX140" fmla="*/ 548360 w 2929246"/>
                <a:gd name="connsiteY140" fmla="*/ 1022961 h 2393285"/>
                <a:gd name="connsiteX141" fmla="*/ 522005 w 2929246"/>
                <a:gd name="connsiteY141" fmla="*/ 1060297 h 2393285"/>
                <a:gd name="connsiteX142" fmla="*/ 505481 w 2929246"/>
                <a:gd name="connsiteY142" fmla="*/ 1051826 h 2393285"/>
                <a:gd name="connsiteX143" fmla="*/ 515625 w 2929246"/>
                <a:gd name="connsiteY143" fmla="*/ 1025157 h 2393285"/>
                <a:gd name="connsiteX144" fmla="*/ 504644 w 2929246"/>
                <a:gd name="connsiteY144" fmla="*/ 1028085 h 2393285"/>
                <a:gd name="connsiteX145" fmla="*/ 471491 w 2929246"/>
                <a:gd name="connsiteY145" fmla="*/ 1054440 h 2393285"/>
                <a:gd name="connsiteX146" fmla="*/ 441475 w 2929246"/>
                <a:gd name="connsiteY146" fmla="*/ 1094182 h 2393285"/>
                <a:gd name="connsiteX147" fmla="*/ 433318 w 2929246"/>
                <a:gd name="connsiteY147" fmla="*/ 1126499 h 2393285"/>
                <a:gd name="connsiteX148" fmla="*/ 410728 w 2929246"/>
                <a:gd name="connsiteY148" fmla="*/ 1138840 h 2393285"/>
                <a:gd name="connsiteX149" fmla="*/ 387928 w 2929246"/>
                <a:gd name="connsiteY149" fmla="*/ 1166973 h 2393285"/>
                <a:gd name="connsiteX150" fmla="*/ 374751 w 2929246"/>
                <a:gd name="connsiteY150" fmla="*/ 1191027 h 2393285"/>
                <a:gd name="connsiteX151" fmla="*/ 360632 w 2929246"/>
                <a:gd name="connsiteY151" fmla="*/ 1216860 h 2393285"/>
                <a:gd name="connsiteX152" fmla="*/ 340552 w 2929246"/>
                <a:gd name="connsiteY152" fmla="*/ 1263190 h 2393285"/>
                <a:gd name="connsiteX153" fmla="*/ 334486 w 2929246"/>
                <a:gd name="connsiteY153" fmla="*/ 1282120 h 2393285"/>
                <a:gd name="connsiteX154" fmla="*/ 309490 w 2929246"/>
                <a:gd name="connsiteY154" fmla="*/ 1312240 h 2393285"/>
                <a:gd name="connsiteX155" fmla="*/ 257617 w 2929246"/>
                <a:gd name="connsiteY155" fmla="*/ 1377396 h 2393285"/>
                <a:gd name="connsiteX156" fmla="*/ 250087 w 2929246"/>
                <a:gd name="connsiteY156" fmla="*/ 1410654 h 2393285"/>
                <a:gd name="connsiteX157" fmla="*/ 263892 w 2929246"/>
                <a:gd name="connsiteY157" fmla="*/ 1460540 h 2393285"/>
                <a:gd name="connsiteX158" fmla="*/ 267448 w 2929246"/>
                <a:gd name="connsiteY158" fmla="*/ 1501956 h 2393285"/>
                <a:gd name="connsiteX159" fmla="*/ 259185 w 2929246"/>
                <a:gd name="connsiteY159" fmla="*/ 1521199 h 2393285"/>
                <a:gd name="connsiteX160" fmla="*/ 243289 w 2929246"/>
                <a:gd name="connsiteY160" fmla="*/ 1506348 h 2393285"/>
                <a:gd name="connsiteX161" fmla="*/ 229274 w 2929246"/>
                <a:gd name="connsiteY161" fmla="*/ 1464514 h 2393285"/>
                <a:gd name="connsiteX162" fmla="*/ 221431 w 2929246"/>
                <a:gd name="connsiteY162" fmla="*/ 1449245 h 2393285"/>
                <a:gd name="connsiteX163" fmla="*/ 214842 w 2929246"/>
                <a:gd name="connsiteY163" fmla="*/ 1441506 h 2393285"/>
                <a:gd name="connsiteX164" fmla="*/ 192252 w 2929246"/>
                <a:gd name="connsiteY164" fmla="*/ 1431571 h 2393285"/>
                <a:gd name="connsiteX165" fmla="*/ 174995 w 2929246"/>
                <a:gd name="connsiteY165" fmla="*/ 1429688 h 2393285"/>
                <a:gd name="connsiteX166" fmla="*/ 155752 w 2929246"/>
                <a:gd name="connsiteY166" fmla="*/ 1431466 h 2393285"/>
                <a:gd name="connsiteX167" fmla="*/ 139227 w 2929246"/>
                <a:gd name="connsiteY167" fmla="*/ 1457403 h 2393285"/>
                <a:gd name="connsiteX168" fmla="*/ 123435 w 2929246"/>
                <a:gd name="connsiteY168" fmla="*/ 1472254 h 2393285"/>
                <a:gd name="connsiteX169" fmla="*/ 101473 w 2929246"/>
                <a:gd name="connsiteY169" fmla="*/ 1465456 h 2393285"/>
                <a:gd name="connsiteX170" fmla="*/ 89315 w 2929246"/>
                <a:gd name="connsiteY170" fmla="*/ 1462175 h 2393285"/>
                <a:gd name="connsiteX171" fmla="*/ 82487 w 2929246"/>
                <a:gd name="connsiteY171" fmla="*/ 1467271 h 2393285"/>
                <a:gd name="connsiteX172" fmla="*/ 42542 w 2929246"/>
                <a:gd name="connsiteY172" fmla="*/ 1334151 h 2393285"/>
                <a:gd name="connsiteX173" fmla="*/ 2625 w 2929246"/>
                <a:gd name="connsiteY173" fmla="*/ 895299 h 2393285"/>
                <a:gd name="connsiteX174" fmla="*/ 19061 w 2929246"/>
                <a:gd name="connsiteY174" fmla="*/ 746201 h 2393285"/>
                <a:gd name="connsiteX175" fmla="*/ 29157 w 2929246"/>
                <a:gd name="connsiteY175" fmla="*/ 699015 h 2393285"/>
                <a:gd name="connsiteX176" fmla="*/ 30774 w 2929246"/>
                <a:gd name="connsiteY176" fmla="*/ 699273 h 2393285"/>
                <a:gd name="connsiteX177" fmla="*/ 109421 w 2929246"/>
                <a:gd name="connsiteY177" fmla="*/ 678879 h 2393285"/>
                <a:gd name="connsiteX178" fmla="*/ 109839 w 2929246"/>
                <a:gd name="connsiteY178" fmla="*/ 692789 h 2393285"/>
                <a:gd name="connsiteX179" fmla="*/ 130965 w 2929246"/>
                <a:gd name="connsiteY179" fmla="*/ 693939 h 2393285"/>
                <a:gd name="connsiteX180" fmla="*/ 154392 w 2929246"/>
                <a:gd name="connsiteY180" fmla="*/ 692893 h 2393285"/>
                <a:gd name="connsiteX181" fmla="*/ 169034 w 2929246"/>
                <a:gd name="connsiteY181" fmla="*/ 703979 h 2393285"/>
                <a:gd name="connsiteX182" fmla="*/ 185244 w 2929246"/>
                <a:gd name="connsiteY182" fmla="*/ 672395 h 2393285"/>
                <a:gd name="connsiteX183" fmla="*/ 209508 w 2929246"/>
                <a:gd name="connsiteY183" fmla="*/ 661727 h 2393285"/>
                <a:gd name="connsiteX184" fmla="*/ 259395 w 2929246"/>
                <a:gd name="connsiteY184" fmla="*/ 646458 h 2393285"/>
                <a:gd name="connsiteX185" fmla="*/ 284390 w 2929246"/>
                <a:gd name="connsiteY185" fmla="*/ 649909 h 2393285"/>
                <a:gd name="connsiteX186" fmla="*/ 298927 w 2929246"/>
                <a:gd name="connsiteY186" fmla="*/ 655034 h 2393285"/>
                <a:gd name="connsiteX187" fmla="*/ 338251 w 2929246"/>
                <a:gd name="connsiteY187" fmla="*/ 586113 h 2393285"/>
                <a:gd name="connsiteX188" fmla="*/ 366593 w 2929246"/>
                <a:gd name="connsiteY188" fmla="*/ 550555 h 2393285"/>
                <a:gd name="connsiteX189" fmla="*/ 372154 w 2929246"/>
                <a:gd name="connsiteY189" fmla="*/ 548641 h 2393285"/>
                <a:gd name="connsiteX190" fmla="*/ 529705 w 2929246"/>
                <a:gd name="connsiteY190" fmla="*/ 465501 h 2393285"/>
                <a:gd name="connsiteX191" fmla="*/ 546895 w 2929246"/>
                <a:gd name="connsiteY191" fmla="*/ 472534 h 2393285"/>
                <a:gd name="connsiteX192" fmla="*/ 586428 w 2929246"/>
                <a:gd name="connsiteY192" fmla="*/ 477973 h 2393285"/>
                <a:gd name="connsiteX193" fmla="*/ 596154 w 2929246"/>
                <a:gd name="connsiteY193" fmla="*/ 504119 h 2393285"/>
                <a:gd name="connsiteX194" fmla="*/ 621987 w 2929246"/>
                <a:gd name="connsiteY194" fmla="*/ 528173 h 2393285"/>
                <a:gd name="connsiteX195" fmla="*/ 632341 w 2929246"/>
                <a:gd name="connsiteY195" fmla="*/ 556724 h 2393285"/>
                <a:gd name="connsiteX196" fmla="*/ 627425 w 2929246"/>
                <a:gd name="connsiteY196" fmla="*/ 577432 h 2393285"/>
                <a:gd name="connsiteX197" fmla="*/ 605044 w 2929246"/>
                <a:gd name="connsiteY197" fmla="*/ 571575 h 2393285"/>
                <a:gd name="connsiteX198" fmla="*/ 619581 w 2929246"/>
                <a:gd name="connsiteY198" fmla="*/ 603787 h 2393285"/>
                <a:gd name="connsiteX199" fmla="*/ 600652 w 2929246"/>
                <a:gd name="connsiteY199" fmla="*/ 613827 h 2393285"/>
                <a:gd name="connsiteX200" fmla="*/ 600652 w 2929246"/>
                <a:gd name="connsiteY200" fmla="*/ 645307 h 2393285"/>
                <a:gd name="connsiteX201" fmla="*/ 575656 w 2929246"/>
                <a:gd name="connsiteY201" fmla="*/ 666747 h 2393285"/>
                <a:gd name="connsiteX202" fmla="*/ 526292 w 2929246"/>
                <a:gd name="connsiteY202" fmla="*/ 649281 h 2393285"/>
                <a:gd name="connsiteX203" fmla="*/ 535809 w 2929246"/>
                <a:gd name="connsiteY203" fmla="*/ 617697 h 2393285"/>
                <a:gd name="connsiteX204" fmla="*/ 558191 w 2929246"/>
                <a:gd name="connsiteY204" fmla="*/ 589668 h 2393285"/>
                <a:gd name="connsiteX205" fmla="*/ 542189 w 2929246"/>
                <a:gd name="connsiteY205" fmla="*/ 536435 h 2393285"/>
                <a:gd name="connsiteX206" fmla="*/ 494708 w 2929246"/>
                <a:gd name="connsiteY206" fmla="*/ 523676 h 2393285"/>
                <a:gd name="connsiteX207" fmla="*/ 457581 w 2929246"/>
                <a:gd name="connsiteY207" fmla="*/ 546580 h 2393285"/>
                <a:gd name="connsiteX208" fmla="*/ 436559 w 2929246"/>
                <a:gd name="connsiteY208" fmla="*/ 526395 h 2393285"/>
                <a:gd name="connsiteX209" fmla="*/ 458104 w 2929246"/>
                <a:gd name="connsiteY209" fmla="*/ 484038 h 2393285"/>
                <a:gd name="connsiteX210" fmla="*/ 457999 w 2929246"/>
                <a:gd name="connsiteY210" fmla="*/ 484248 h 2393285"/>
                <a:gd name="connsiteX211" fmla="*/ 471281 w 2929246"/>
                <a:gd name="connsiteY211" fmla="*/ 497111 h 2393285"/>
                <a:gd name="connsiteX212" fmla="*/ 504748 w 2929246"/>
                <a:gd name="connsiteY212" fmla="*/ 475253 h 2393285"/>
                <a:gd name="connsiteX213" fmla="*/ 529705 w 2929246"/>
                <a:gd name="connsiteY213" fmla="*/ 465501 h 2393285"/>
                <a:gd name="connsiteX214" fmla="*/ 1106270 w 2929246"/>
                <a:gd name="connsiteY214" fmla="*/ 112269 h 2393285"/>
                <a:gd name="connsiteX215" fmla="*/ 1115624 w 2929246"/>
                <a:gd name="connsiteY215" fmla="*/ 116322 h 2393285"/>
                <a:gd name="connsiteX216" fmla="*/ 1146999 w 2929246"/>
                <a:gd name="connsiteY216" fmla="*/ 124584 h 2393285"/>
                <a:gd name="connsiteX217" fmla="*/ 1152437 w 2929246"/>
                <a:gd name="connsiteY217" fmla="*/ 144873 h 2393285"/>
                <a:gd name="connsiteX218" fmla="*/ 1124409 w 2929246"/>
                <a:gd name="connsiteY218" fmla="*/ 187020 h 2393285"/>
                <a:gd name="connsiteX219" fmla="*/ 1112172 w 2929246"/>
                <a:gd name="connsiteY219" fmla="*/ 249457 h 2393285"/>
                <a:gd name="connsiteX220" fmla="*/ 1069188 w 2929246"/>
                <a:gd name="connsiteY220" fmla="*/ 281878 h 2393285"/>
                <a:gd name="connsiteX221" fmla="*/ 1076718 w 2929246"/>
                <a:gd name="connsiteY221" fmla="*/ 336576 h 2393285"/>
                <a:gd name="connsiteX222" fmla="*/ 1066260 w 2929246"/>
                <a:gd name="connsiteY222" fmla="*/ 371611 h 2393285"/>
                <a:gd name="connsiteX223" fmla="*/ 1032584 w 2929246"/>
                <a:gd name="connsiteY223" fmla="*/ 388240 h 2393285"/>
                <a:gd name="connsiteX224" fmla="*/ 982593 w 2929246"/>
                <a:gd name="connsiteY224" fmla="*/ 417315 h 2393285"/>
                <a:gd name="connsiteX225" fmla="*/ 945152 w 2929246"/>
                <a:gd name="connsiteY225" fmla="*/ 445866 h 2393285"/>
                <a:gd name="connsiteX226" fmla="*/ 924862 w 2929246"/>
                <a:gd name="connsiteY226" fmla="*/ 480692 h 2393285"/>
                <a:gd name="connsiteX227" fmla="*/ 873407 w 2929246"/>
                <a:gd name="connsiteY227" fmla="*/ 529115 h 2393285"/>
                <a:gd name="connsiteX228" fmla="*/ 864518 w 2929246"/>
                <a:gd name="connsiteY228" fmla="*/ 568961 h 2393285"/>
                <a:gd name="connsiteX229" fmla="*/ 833038 w 2929246"/>
                <a:gd name="connsiteY229" fmla="*/ 630875 h 2393285"/>
                <a:gd name="connsiteX230" fmla="*/ 804696 w 2929246"/>
                <a:gd name="connsiteY230" fmla="*/ 614246 h 2393285"/>
                <a:gd name="connsiteX231" fmla="*/ 779386 w 2929246"/>
                <a:gd name="connsiteY231" fmla="*/ 578165 h 2393285"/>
                <a:gd name="connsiteX232" fmla="*/ 763699 w 2929246"/>
                <a:gd name="connsiteY232" fmla="*/ 528906 h 2393285"/>
                <a:gd name="connsiteX233" fmla="*/ 757737 w 2929246"/>
                <a:gd name="connsiteY233" fmla="*/ 482366 h 2393285"/>
                <a:gd name="connsiteX234" fmla="*/ 790577 w 2929246"/>
                <a:gd name="connsiteY234" fmla="*/ 470757 h 2393285"/>
                <a:gd name="connsiteX235" fmla="*/ 798002 w 2929246"/>
                <a:gd name="connsiteY235" fmla="*/ 444611 h 2393285"/>
                <a:gd name="connsiteX236" fmla="*/ 785452 w 2929246"/>
                <a:gd name="connsiteY236" fmla="*/ 402568 h 2393285"/>
                <a:gd name="connsiteX237" fmla="*/ 769660 w 2929246"/>
                <a:gd name="connsiteY237" fmla="*/ 361467 h 2393285"/>
                <a:gd name="connsiteX238" fmla="*/ 745710 w 2929246"/>
                <a:gd name="connsiteY238" fmla="*/ 338667 h 2393285"/>
                <a:gd name="connsiteX239" fmla="*/ 715485 w 2929246"/>
                <a:gd name="connsiteY239" fmla="*/ 320470 h 2393285"/>
                <a:gd name="connsiteX240" fmla="*/ 684110 w 2929246"/>
                <a:gd name="connsiteY240" fmla="*/ 321411 h 2393285"/>
                <a:gd name="connsiteX241" fmla="*/ 676894 w 2929246"/>
                <a:gd name="connsiteY241" fmla="*/ 302167 h 2393285"/>
                <a:gd name="connsiteX242" fmla="*/ 722911 w 2929246"/>
                <a:gd name="connsiteY242" fmla="*/ 291709 h 2393285"/>
                <a:gd name="connsiteX243" fmla="*/ 740690 w 2929246"/>
                <a:gd name="connsiteY243" fmla="*/ 262635 h 2393285"/>
                <a:gd name="connsiteX244" fmla="*/ 730336 w 2929246"/>
                <a:gd name="connsiteY244" fmla="*/ 246843 h 2393285"/>
                <a:gd name="connsiteX245" fmla="*/ 675116 w 2929246"/>
                <a:gd name="connsiteY245" fmla="*/ 283970 h 2393285"/>
                <a:gd name="connsiteX246" fmla="*/ 635897 w 2929246"/>
                <a:gd name="connsiteY246" fmla="*/ 308652 h 2393285"/>
                <a:gd name="connsiteX247" fmla="*/ 590612 w 2929246"/>
                <a:gd name="connsiteY247" fmla="*/ 345779 h 2393285"/>
                <a:gd name="connsiteX248" fmla="*/ 581932 w 2929246"/>
                <a:gd name="connsiteY248" fmla="*/ 366905 h 2393285"/>
                <a:gd name="connsiteX249" fmla="*/ 566662 w 2929246"/>
                <a:gd name="connsiteY249" fmla="*/ 371402 h 2393285"/>
                <a:gd name="connsiteX250" fmla="*/ 538634 w 2929246"/>
                <a:gd name="connsiteY250" fmla="*/ 390332 h 2393285"/>
                <a:gd name="connsiteX251" fmla="*/ 517299 w 2929246"/>
                <a:gd name="connsiteY251" fmla="*/ 383429 h 2393285"/>
                <a:gd name="connsiteX252" fmla="*/ 510082 w 2929246"/>
                <a:gd name="connsiteY252" fmla="*/ 380292 h 2393285"/>
                <a:gd name="connsiteX253" fmla="*/ 478393 w 2929246"/>
                <a:gd name="connsiteY253" fmla="*/ 371402 h 2393285"/>
                <a:gd name="connsiteX254" fmla="*/ 478707 w 2929246"/>
                <a:gd name="connsiteY254" fmla="*/ 350172 h 2393285"/>
                <a:gd name="connsiteX255" fmla="*/ 486133 w 2929246"/>
                <a:gd name="connsiteY255" fmla="*/ 332079 h 2393285"/>
                <a:gd name="connsiteX256" fmla="*/ 485819 w 2929246"/>
                <a:gd name="connsiteY256" fmla="*/ 332183 h 2393285"/>
                <a:gd name="connsiteX257" fmla="*/ 552020 w 2929246"/>
                <a:gd name="connsiteY257" fmla="*/ 298925 h 2393285"/>
                <a:gd name="connsiteX258" fmla="*/ 586220 w 2929246"/>
                <a:gd name="connsiteY258" fmla="*/ 275394 h 2393285"/>
                <a:gd name="connsiteX259" fmla="*/ 619373 w 2929246"/>
                <a:gd name="connsiteY259" fmla="*/ 241613 h 2393285"/>
                <a:gd name="connsiteX260" fmla="*/ 661834 w 2929246"/>
                <a:gd name="connsiteY260" fmla="*/ 218500 h 2393285"/>
                <a:gd name="connsiteX261" fmla="*/ 706177 w 2929246"/>
                <a:gd name="connsiteY261" fmla="*/ 216304 h 2393285"/>
                <a:gd name="connsiteX262" fmla="*/ 750207 w 2929246"/>
                <a:gd name="connsiteY262" fmla="*/ 208983 h 2393285"/>
                <a:gd name="connsiteX263" fmla="*/ 792668 w 2929246"/>
                <a:gd name="connsiteY263" fmla="*/ 202290 h 2393285"/>
                <a:gd name="connsiteX264" fmla="*/ 839627 w 2929246"/>
                <a:gd name="connsiteY264" fmla="*/ 189217 h 2393285"/>
                <a:gd name="connsiteX265" fmla="*/ 892337 w 2929246"/>
                <a:gd name="connsiteY265" fmla="*/ 166731 h 2393285"/>
                <a:gd name="connsiteX266" fmla="*/ 936158 w 2929246"/>
                <a:gd name="connsiteY266" fmla="*/ 168404 h 2393285"/>
                <a:gd name="connsiteX267" fmla="*/ 988345 w 2929246"/>
                <a:gd name="connsiteY267" fmla="*/ 154495 h 2393285"/>
                <a:gd name="connsiteX268" fmla="*/ 1043984 w 2929246"/>
                <a:gd name="connsiteY268" fmla="*/ 139958 h 2393285"/>
                <a:gd name="connsiteX269" fmla="*/ 1087386 w 2929246"/>
                <a:gd name="connsiteY269" fmla="*/ 126153 h 2393285"/>
                <a:gd name="connsiteX270" fmla="*/ 1106270 w 2929246"/>
                <a:gd name="connsiteY270" fmla="*/ 112269 h 2393285"/>
                <a:gd name="connsiteX271" fmla="*/ 2388829 w 2929246"/>
                <a:gd name="connsiteY271" fmla="*/ 129 h 2393285"/>
                <a:gd name="connsiteX272" fmla="*/ 2418113 w 2929246"/>
                <a:gd name="connsiteY272" fmla="*/ 4731 h 2393285"/>
                <a:gd name="connsiteX273" fmla="*/ 2416858 w 2929246"/>
                <a:gd name="connsiteY273" fmla="*/ 17385 h 2393285"/>
                <a:gd name="connsiteX274" fmla="*/ 2409955 w 2929246"/>
                <a:gd name="connsiteY274" fmla="*/ 44995 h 2393285"/>
                <a:gd name="connsiteX275" fmla="*/ 2455345 w 2929246"/>
                <a:gd name="connsiteY275" fmla="*/ 45309 h 2393285"/>
                <a:gd name="connsiteX276" fmla="*/ 2500839 w 2929246"/>
                <a:gd name="connsiteY276" fmla="*/ 48865 h 2393285"/>
                <a:gd name="connsiteX277" fmla="*/ 2545914 w 2929246"/>
                <a:gd name="connsiteY277" fmla="*/ 47924 h 2393285"/>
                <a:gd name="connsiteX278" fmla="*/ 2564557 w 2929246"/>
                <a:gd name="connsiteY278" fmla="*/ 37440 h 2393285"/>
                <a:gd name="connsiteX279" fmla="*/ 2578703 w 2929246"/>
                <a:gd name="connsiteY279" fmla="*/ 31413 h 2393285"/>
                <a:gd name="connsiteX280" fmla="*/ 2649190 w 2929246"/>
                <a:gd name="connsiteY280" fmla="*/ 118873 h 2393285"/>
                <a:gd name="connsiteX281" fmla="*/ 2929246 w 2929246"/>
                <a:gd name="connsiteY281" fmla="*/ 919097 h 2393285"/>
                <a:gd name="connsiteX282" fmla="*/ 2928666 w 2929246"/>
                <a:gd name="connsiteY282" fmla="*/ 984327 h 2393285"/>
                <a:gd name="connsiteX283" fmla="*/ 2913880 w 2929246"/>
                <a:gd name="connsiteY283" fmla="*/ 983180 h 2393285"/>
                <a:gd name="connsiteX284" fmla="*/ 2900663 w 2929246"/>
                <a:gd name="connsiteY284" fmla="*/ 982696 h 2393285"/>
                <a:gd name="connsiteX285" fmla="*/ 2891042 w 2929246"/>
                <a:gd name="connsiteY285" fmla="*/ 981650 h 2393285"/>
                <a:gd name="connsiteX286" fmla="*/ 2865000 w 2929246"/>
                <a:gd name="connsiteY286" fmla="*/ 1011038 h 2393285"/>
                <a:gd name="connsiteX287" fmla="*/ 2846907 w 2929246"/>
                <a:gd name="connsiteY287" fmla="*/ 1051408 h 2393285"/>
                <a:gd name="connsiteX288" fmla="*/ 2814591 w 2929246"/>
                <a:gd name="connsiteY288" fmla="*/ 1088640 h 2393285"/>
                <a:gd name="connsiteX289" fmla="*/ 2804028 w 2929246"/>
                <a:gd name="connsiteY289" fmla="*/ 1122839 h 2393285"/>
                <a:gd name="connsiteX290" fmla="*/ 2798485 w 2929246"/>
                <a:gd name="connsiteY290" fmla="*/ 1173457 h 2393285"/>
                <a:gd name="connsiteX291" fmla="*/ 2812499 w 2929246"/>
                <a:gd name="connsiteY291" fmla="*/ 1217905 h 2393285"/>
                <a:gd name="connsiteX292" fmla="*/ 2820238 w 2929246"/>
                <a:gd name="connsiteY292" fmla="*/ 1252732 h 2393285"/>
                <a:gd name="connsiteX293" fmla="*/ 2817833 w 2929246"/>
                <a:gd name="connsiteY293" fmla="*/ 1272394 h 2393285"/>
                <a:gd name="connsiteX294" fmla="*/ 2800890 w 2929246"/>
                <a:gd name="connsiteY294" fmla="*/ 1298644 h 2393285"/>
                <a:gd name="connsiteX295" fmla="*/ 2781960 w 2929246"/>
                <a:gd name="connsiteY295" fmla="*/ 1303037 h 2393285"/>
                <a:gd name="connsiteX296" fmla="*/ 2766587 w 2929246"/>
                <a:gd name="connsiteY296" fmla="*/ 1281074 h 2393285"/>
                <a:gd name="connsiteX297" fmla="*/ 2750062 w 2929246"/>
                <a:gd name="connsiteY297" fmla="*/ 1248130 h 2393285"/>
                <a:gd name="connsiteX298" fmla="*/ 2733538 w 2929246"/>
                <a:gd name="connsiteY298" fmla="*/ 1221566 h 2393285"/>
                <a:gd name="connsiteX299" fmla="*/ 2675285 w 2929246"/>
                <a:gd name="connsiteY299" fmla="*/ 1130996 h 2393285"/>
                <a:gd name="connsiteX300" fmla="*/ 2665454 w 2929246"/>
                <a:gd name="connsiteY300" fmla="*/ 1090104 h 2393285"/>
                <a:gd name="connsiteX301" fmla="*/ 2647674 w 2929246"/>
                <a:gd name="connsiteY301" fmla="*/ 1055696 h 2393285"/>
                <a:gd name="connsiteX302" fmla="*/ 2635020 w 2929246"/>
                <a:gd name="connsiteY302" fmla="*/ 1058519 h 2393285"/>
                <a:gd name="connsiteX303" fmla="*/ 2607410 w 2929246"/>
                <a:gd name="connsiteY303" fmla="*/ 1070965 h 2393285"/>
                <a:gd name="connsiteX304" fmla="*/ 2584610 w 2929246"/>
                <a:gd name="connsiteY304" fmla="*/ 1048793 h 2393285"/>
                <a:gd name="connsiteX305" fmla="*/ 2556582 w 2929246"/>
                <a:gd name="connsiteY305" fmla="*/ 1032582 h 2393285"/>
                <a:gd name="connsiteX306" fmla="*/ 2531168 w 2929246"/>
                <a:gd name="connsiteY306" fmla="*/ 1010934 h 2393285"/>
                <a:gd name="connsiteX307" fmla="*/ 2502407 w 2929246"/>
                <a:gd name="connsiteY307" fmla="*/ 1002776 h 2393285"/>
                <a:gd name="connsiteX308" fmla="*/ 2473856 w 2929246"/>
                <a:gd name="connsiteY308" fmla="*/ 1005809 h 2393285"/>
                <a:gd name="connsiteX309" fmla="*/ 2450220 w 2929246"/>
                <a:gd name="connsiteY309" fmla="*/ 1012607 h 2393285"/>
                <a:gd name="connsiteX310" fmla="*/ 2410269 w 2929246"/>
                <a:gd name="connsiteY310" fmla="*/ 1018150 h 2393285"/>
                <a:gd name="connsiteX311" fmla="*/ 2385587 w 2929246"/>
                <a:gd name="connsiteY311" fmla="*/ 1015535 h 2393285"/>
                <a:gd name="connsiteX312" fmla="*/ 2357454 w 2929246"/>
                <a:gd name="connsiteY312" fmla="*/ 999116 h 2393285"/>
                <a:gd name="connsiteX313" fmla="*/ 2344172 w 2929246"/>
                <a:gd name="connsiteY313" fmla="*/ 993991 h 2393285"/>
                <a:gd name="connsiteX314" fmla="*/ 2332354 w 2929246"/>
                <a:gd name="connsiteY314" fmla="*/ 994932 h 2393285"/>
                <a:gd name="connsiteX315" fmla="*/ 2301292 w 2929246"/>
                <a:gd name="connsiteY315" fmla="*/ 998488 h 2393285"/>
                <a:gd name="connsiteX316" fmla="*/ 2255589 w 2929246"/>
                <a:gd name="connsiteY316" fmla="*/ 981023 h 2393285"/>
                <a:gd name="connsiteX317" fmla="*/ 2213546 w 2929246"/>
                <a:gd name="connsiteY317" fmla="*/ 951321 h 2393285"/>
                <a:gd name="connsiteX318" fmla="*/ 2219403 w 2929246"/>
                <a:gd name="connsiteY318" fmla="*/ 990540 h 2393285"/>
                <a:gd name="connsiteX319" fmla="*/ 2237496 w 2929246"/>
                <a:gd name="connsiteY319" fmla="*/ 1020555 h 2393285"/>
                <a:gd name="connsiteX320" fmla="*/ 2255903 w 2929246"/>
                <a:gd name="connsiteY320" fmla="*/ 1052140 h 2393285"/>
                <a:gd name="connsiteX321" fmla="*/ 2285814 w 2929246"/>
                <a:gd name="connsiteY321" fmla="*/ 1076299 h 2393285"/>
                <a:gd name="connsiteX322" fmla="*/ 2320117 w 2929246"/>
                <a:gd name="connsiteY322" fmla="*/ 1063853 h 2393285"/>
                <a:gd name="connsiteX323" fmla="*/ 2342080 w 2929246"/>
                <a:gd name="connsiteY323" fmla="*/ 1023379 h 2393285"/>
                <a:gd name="connsiteX324" fmla="*/ 2364775 w 2929246"/>
                <a:gd name="connsiteY324" fmla="*/ 1039380 h 2393285"/>
                <a:gd name="connsiteX325" fmla="*/ 2392908 w 2929246"/>
                <a:gd name="connsiteY325" fmla="*/ 1067095 h 2393285"/>
                <a:gd name="connsiteX326" fmla="*/ 2424701 w 2929246"/>
                <a:gd name="connsiteY326" fmla="*/ 1082574 h 2393285"/>
                <a:gd name="connsiteX327" fmla="*/ 2418426 w 2929246"/>
                <a:gd name="connsiteY327" fmla="*/ 1122629 h 2393285"/>
                <a:gd name="connsiteX328" fmla="*/ 2406608 w 2929246"/>
                <a:gd name="connsiteY328" fmla="*/ 1151076 h 2393285"/>
                <a:gd name="connsiteX329" fmla="*/ 2389456 w 2929246"/>
                <a:gd name="connsiteY329" fmla="*/ 1196989 h 2393285"/>
                <a:gd name="connsiteX330" fmla="*/ 2368435 w 2929246"/>
                <a:gd name="connsiteY330" fmla="*/ 1232443 h 2393285"/>
                <a:gd name="connsiteX331" fmla="*/ 2328170 w 2929246"/>
                <a:gd name="connsiteY331" fmla="*/ 1265909 h 2393285"/>
                <a:gd name="connsiteX332" fmla="*/ 2285605 w 2929246"/>
                <a:gd name="connsiteY332" fmla="*/ 1312972 h 2393285"/>
                <a:gd name="connsiteX333" fmla="*/ 2257367 w 2929246"/>
                <a:gd name="connsiteY333" fmla="*/ 1329183 h 2393285"/>
                <a:gd name="connsiteX334" fmla="*/ 2230175 w 2929246"/>
                <a:gd name="connsiteY334" fmla="*/ 1320816 h 2393285"/>
                <a:gd name="connsiteX335" fmla="*/ 2205389 w 2929246"/>
                <a:gd name="connsiteY335" fmla="*/ 1271243 h 2393285"/>
                <a:gd name="connsiteX336" fmla="*/ 2164810 w 2929246"/>
                <a:gd name="connsiteY336" fmla="*/ 1216964 h 2393285"/>
                <a:gd name="connsiteX337" fmla="*/ 2132075 w 2929246"/>
                <a:gd name="connsiteY337" fmla="*/ 1185380 h 2393285"/>
                <a:gd name="connsiteX338" fmla="*/ 2103628 w 2929246"/>
                <a:gd name="connsiteY338" fmla="*/ 1149507 h 2393285"/>
                <a:gd name="connsiteX339" fmla="*/ 2078110 w 2929246"/>
                <a:gd name="connsiteY339" fmla="*/ 1109661 h 2393285"/>
                <a:gd name="connsiteX340" fmla="*/ 2031570 w 2929246"/>
                <a:gd name="connsiteY340" fmla="*/ 1059879 h 2393285"/>
                <a:gd name="connsiteX341" fmla="*/ 2007097 w 2929246"/>
                <a:gd name="connsiteY341" fmla="*/ 1040949 h 2393285"/>
                <a:gd name="connsiteX342" fmla="*/ 1994338 w 2929246"/>
                <a:gd name="connsiteY342" fmla="*/ 1048688 h 2393285"/>
                <a:gd name="connsiteX343" fmla="*/ 1970598 w 2929246"/>
                <a:gd name="connsiteY343" fmla="*/ 1032792 h 2393285"/>
                <a:gd name="connsiteX344" fmla="*/ 1985344 w 2929246"/>
                <a:gd name="connsiteY344" fmla="*/ 1055591 h 2393285"/>
                <a:gd name="connsiteX345" fmla="*/ 2042133 w 2929246"/>
                <a:gd name="connsiteY345" fmla="*/ 1137271 h 2393285"/>
                <a:gd name="connsiteX346" fmla="*/ 2061586 w 2929246"/>
                <a:gd name="connsiteY346" fmla="*/ 1168751 h 2393285"/>
                <a:gd name="connsiteX347" fmla="*/ 2088882 w 2929246"/>
                <a:gd name="connsiteY347" fmla="*/ 1211421 h 2393285"/>
                <a:gd name="connsiteX348" fmla="*/ 2117329 w 2929246"/>
                <a:gd name="connsiteY348" fmla="*/ 1247293 h 2393285"/>
                <a:gd name="connsiteX349" fmla="*/ 2143475 w 2929246"/>
                <a:gd name="connsiteY349" fmla="*/ 1273962 h 2393285"/>
                <a:gd name="connsiteX350" fmla="*/ 2169830 w 2929246"/>
                <a:gd name="connsiteY350" fmla="*/ 1295611 h 2393285"/>
                <a:gd name="connsiteX351" fmla="*/ 2203402 w 2929246"/>
                <a:gd name="connsiteY351" fmla="*/ 1331902 h 2393285"/>
                <a:gd name="connsiteX352" fmla="*/ 2228502 w 2929246"/>
                <a:gd name="connsiteY352" fmla="*/ 1378233 h 2393285"/>
                <a:gd name="connsiteX353" fmla="*/ 2254648 w 2929246"/>
                <a:gd name="connsiteY353" fmla="*/ 1381998 h 2393285"/>
                <a:gd name="connsiteX354" fmla="*/ 2309241 w 2929246"/>
                <a:gd name="connsiteY354" fmla="*/ 1364532 h 2393285"/>
                <a:gd name="connsiteX355" fmla="*/ 2337269 w 2929246"/>
                <a:gd name="connsiteY355" fmla="*/ 1353237 h 2393285"/>
                <a:gd name="connsiteX356" fmla="*/ 2358291 w 2929246"/>
                <a:gd name="connsiteY356" fmla="*/ 1340269 h 2393285"/>
                <a:gd name="connsiteX357" fmla="*/ 2360696 w 2929246"/>
                <a:gd name="connsiteY357" fmla="*/ 1411072 h 2393285"/>
                <a:gd name="connsiteX358" fmla="*/ 2350970 w 2929246"/>
                <a:gd name="connsiteY358" fmla="*/ 1445794 h 2393285"/>
                <a:gd name="connsiteX359" fmla="*/ 2343963 w 2929246"/>
                <a:gd name="connsiteY359" fmla="*/ 1468489 h 2393285"/>
                <a:gd name="connsiteX360" fmla="*/ 2326811 w 2929246"/>
                <a:gd name="connsiteY360" fmla="*/ 1524546 h 2393285"/>
                <a:gd name="connsiteX361" fmla="*/ 2304116 w 2929246"/>
                <a:gd name="connsiteY361" fmla="*/ 1567321 h 2393285"/>
                <a:gd name="connsiteX362" fmla="*/ 2288324 w 2929246"/>
                <a:gd name="connsiteY362" fmla="*/ 1611664 h 2393285"/>
                <a:gd name="connsiteX363" fmla="*/ 2265525 w 2929246"/>
                <a:gd name="connsiteY363" fmla="*/ 1672428 h 2393285"/>
                <a:gd name="connsiteX364" fmla="*/ 2251928 w 2929246"/>
                <a:gd name="connsiteY364" fmla="*/ 1708195 h 2393285"/>
                <a:gd name="connsiteX365" fmla="*/ 2245235 w 2929246"/>
                <a:gd name="connsiteY365" fmla="*/ 1739152 h 2393285"/>
                <a:gd name="connsiteX366" fmla="*/ 2254752 w 2929246"/>
                <a:gd name="connsiteY366" fmla="*/ 1772724 h 2393285"/>
                <a:gd name="connsiteX367" fmla="*/ 2281421 w 2929246"/>
                <a:gd name="connsiteY367" fmla="*/ 1833173 h 2393285"/>
                <a:gd name="connsiteX368" fmla="*/ 2295435 w 2929246"/>
                <a:gd name="connsiteY368" fmla="*/ 1877099 h 2393285"/>
                <a:gd name="connsiteX369" fmla="*/ 2304953 w 2929246"/>
                <a:gd name="connsiteY369" fmla="*/ 1912343 h 2393285"/>
                <a:gd name="connsiteX370" fmla="*/ 2303907 w 2929246"/>
                <a:gd name="connsiteY370" fmla="*/ 1946856 h 2393285"/>
                <a:gd name="connsiteX371" fmla="*/ 2282571 w 2929246"/>
                <a:gd name="connsiteY371" fmla="*/ 1983042 h 2393285"/>
                <a:gd name="connsiteX372" fmla="*/ 2269603 w 2929246"/>
                <a:gd name="connsiteY372" fmla="*/ 2002495 h 2393285"/>
                <a:gd name="connsiteX373" fmla="*/ 2251824 w 2929246"/>
                <a:gd name="connsiteY373" fmla="*/ 2042760 h 2393285"/>
                <a:gd name="connsiteX374" fmla="*/ 2246281 w 2929246"/>
                <a:gd name="connsiteY374" fmla="*/ 2093169 h 2393285"/>
                <a:gd name="connsiteX375" fmla="*/ 2253602 w 2929246"/>
                <a:gd name="connsiteY375" fmla="*/ 2104464 h 2393285"/>
                <a:gd name="connsiteX376" fmla="*/ 2263537 w 2929246"/>
                <a:gd name="connsiteY376" fmla="*/ 2142847 h 2393285"/>
                <a:gd name="connsiteX377" fmla="*/ 2258099 w 2929246"/>
                <a:gd name="connsiteY377" fmla="*/ 2154037 h 2393285"/>
                <a:gd name="connsiteX378" fmla="*/ 2247745 w 2929246"/>
                <a:gd name="connsiteY378" fmla="*/ 2172862 h 2393285"/>
                <a:gd name="connsiteX379" fmla="*/ 2234672 w 2929246"/>
                <a:gd name="connsiteY379" fmla="*/ 2210408 h 2393285"/>
                <a:gd name="connsiteX380" fmla="*/ 2233012 w 2929246"/>
                <a:gd name="connsiteY380" fmla="*/ 2226148 h 2393285"/>
                <a:gd name="connsiteX381" fmla="*/ 2231411 w 2929246"/>
                <a:gd name="connsiteY381" fmla="*/ 2230168 h 2393285"/>
                <a:gd name="connsiteX382" fmla="*/ 2210990 w 2929246"/>
                <a:gd name="connsiteY382" fmla="*/ 2243627 h 2393285"/>
                <a:gd name="connsiteX383" fmla="*/ 2086042 w 2929246"/>
                <a:gd name="connsiteY383" fmla="*/ 2309725 h 2393285"/>
                <a:gd name="connsiteX384" fmla="*/ 2023248 w 2929246"/>
                <a:gd name="connsiteY384" fmla="*/ 2335506 h 2393285"/>
                <a:gd name="connsiteX385" fmla="*/ 2019177 w 2929246"/>
                <a:gd name="connsiteY385" fmla="*/ 2329019 h 2393285"/>
                <a:gd name="connsiteX386" fmla="*/ 2013686 w 2929246"/>
                <a:gd name="connsiteY386" fmla="*/ 2323359 h 2393285"/>
                <a:gd name="connsiteX387" fmla="*/ 1991305 w 2929246"/>
                <a:gd name="connsiteY387" fmla="*/ 2302442 h 2393285"/>
                <a:gd name="connsiteX388" fmla="*/ 1983566 w 2929246"/>
                <a:gd name="connsiteY388" fmla="*/ 2284558 h 2393285"/>
                <a:gd name="connsiteX389" fmla="*/ 1973212 w 2929246"/>
                <a:gd name="connsiteY389" fmla="*/ 2260817 h 2393285"/>
                <a:gd name="connsiteX390" fmla="*/ 1964741 w 2929246"/>
                <a:gd name="connsiteY390" fmla="*/ 2228396 h 2393285"/>
                <a:gd name="connsiteX391" fmla="*/ 1955224 w 2929246"/>
                <a:gd name="connsiteY391" fmla="*/ 2202773 h 2393285"/>
                <a:gd name="connsiteX392" fmla="*/ 1941105 w 2929246"/>
                <a:gd name="connsiteY392" fmla="*/ 2179869 h 2393285"/>
                <a:gd name="connsiteX393" fmla="*/ 1921652 w 2929246"/>
                <a:gd name="connsiteY393" fmla="*/ 2145148 h 2393285"/>
                <a:gd name="connsiteX394" fmla="*/ 1890172 w 2929246"/>
                <a:gd name="connsiteY394" fmla="*/ 2103314 h 2393285"/>
                <a:gd name="connsiteX395" fmla="*/ 1879400 w 2929246"/>
                <a:gd name="connsiteY395" fmla="*/ 2073089 h 2393285"/>
                <a:gd name="connsiteX396" fmla="*/ 1877099 w 2929246"/>
                <a:gd name="connsiteY396" fmla="*/ 2034393 h 2393285"/>
                <a:gd name="connsiteX397" fmla="*/ 1881387 w 2929246"/>
                <a:gd name="connsiteY397" fmla="*/ 2018705 h 2393285"/>
                <a:gd name="connsiteX398" fmla="*/ 1886617 w 2929246"/>
                <a:gd name="connsiteY398" fmla="*/ 1989735 h 2393285"/>
                <a:gd name="connsiteX399" fmla="*/ 1887035 w 2929246"/>
                <a:gd name="connsiteY399" fmla="*/ 1979800 h 2393285"/>
                <a:gd name="connsiteX400" fmla="*/ 1885152 w 2929246"/>
                <a:gd name="connsiteY400" fmla="*/ 1954073 h 2393285"/>
                <a:gd name="connsiteX401" fmla="*/ 1871661 w 2929246"/>
                <a:gd name="connsiteY401" fmla="*/ 1929391 h 2393285"/>
                <a:gd name="connsiteX402" fmla="*/ 1868419 w 2929246"/>
                <a:gd name="connsiteY402" fmla="*/ 1908892 h 2393285"/>
                <a:gd name="connsiteX403" fmla="*/ 1859948 w 2929246"/>
                <a:gd name="connsiteY403" fmla="*/ 1883060 h 2393285"/>
                <a:gd name="connsiteX404" fmla="*/ 1840390 w 2929246"/>
                <a:gd name="connsiteY404" fmla="*/ 1854822 h 2393285"/>
                <a:gd name="connsiteX405" fmla="*/ 1824494 w 2929246"/>
                <a:gd name="connsiteY405" fmla="*/ 1825748 h 2393285"/>
                <a:gd name="connsiteX406" fmla="*/ 1801590 w 2929246"/>
                <a:gd name="connsiteY406" fmla="*/ 1795000 h 2393285"/>
                <a:gd name="connsiteX407" fmla="*/ 1772202 w 2929246"/>
                <a:gd name="connsiteY407" fmla="*/ 1770632 h 2393285"/>
                <a:gd name="connsiteX408" fmla="*/ 1761639 w 2929246"/>
                <a:gd name="connsiteY408" fmla="*/ 1753376 h 2393285"/>
                <a:gd name="connsiteX409" fmla="*/ 1762266 w 2929246"/>
                <a:gd name="connsiteY409" fmla="*/ 1727125 h 2393285"/>
                <a:gd name="connsiteX410" fmla="*/ 1759442 w 2929246"/>
                <a:gd name="connsiteY410" fmla="*/ 1691776 h 2393285"/>
                <a:gd name="connsiteX411" fmla="*/ 1745324 w 2929246"/>
                <a:gd name="connsiteY411" fmla="*/ 1659041 h 2393285"/>
                <a:gd name="connsiteX412" fmla="*/ 1740094 w 2929246"/>
                <a:gd name="connsiteY412" fmla="*/ 1653707 h 2393285"/>
                <a:gd name="connsiteX413" fmla="*/ 1725139 w 2929246"/>
                <a:gd name="connsiteY413" fmla="*/ 1640739 h 2393285"/>
                <a:gd name="connsiteX414" fmla="*/ 1710183 w 2929246"/>
                <a:gd name="connsiteY414" fmla="*/ 1639275 h 2393285"/>
                <a:gd name="connsiteX415" fmla="*/ 1698261 w 2929246"/>
                <a:gd name="connsiteY415" fmla="*/ 1645236 h 2393285"/>
                <a:gd name="connsiteX416" fmla="*/ 1690312 w 2929246"/>
                <a:gd name="connsiteY416" fmla="*/ 1645340 h 2393285"/>
                <a:gd name="connsiteX417" fmla="*/ 1678599 w 2929246"/>
                <a:gd name="connsiteY417" fmla="*/ 1634987 h 2393285"/>
                <a:gd name="connsiteX418" fmla="*/ 1663330 w 2929246"/>
                <a:gd name="connsiteY418" fmla="*/ 1620449 h 2393285"/>
                <a:gd name="connsiteX419" fmla="*/ 1649211 w 2929246"/>
                <a:gd name="connsiteY419" fmla="*/ 1617103 h 2393285"/>
                <a:gd name="connsiteX420" fmla="*/ 1629235 w 2929246"/>
                <a:gd name="connsiteY420" fmla="*/ 1616789 h 2393285"/>
                <a:gd name="connsiteX421" fmla="*/ 1614384 w 2929246"/>
                <a:gd name="connsiteY421" fmla="*/ 1621809 h 2393285"/>
                <a:gd name="connsiteX422" fmla="*/ 1597442 w 2929246"/>
                <a:gd name="connsiteY422" fmla="*/ 1628921 h 2393285"/>
                <a:gd name="connsiteX423" fmla="*/ 1578094 w 2929246"/>
                <a:gd name="connsiteY423" fmla="*/ 1643144 h 2393285"/>
                <a:gd name="connsiteX424" fmla="*/ 1558014 w 2929246"/>
                <a:gd name="connsiteY424" fmla="*/ 1654230 h 2393285"/>
                <a:gd name="connsiteX425" fmla="*/ 1541803 w 2929246"/>
                <a:gd name="connsiteY425" fmla="*/ 1664479 h 2393285"/>
                <a:gd name="connsiteX426" fmla="*/ 1526220 w 2929246"/>
                <a:gd name="connsiteY426" fmla="*/ 1666362 h 2393285"/>
                <a:gd name="connsiteX427" fmla="*/ 1509487 w 2929246"/>
                <a:gd name="connsiteY427" fmla="*/ 1679958 h 2393285"/>
                <a:gd name="connsiteX428" fmla="*/ 1488151 w 2929246"/>
                <a:gd name="connsiteY428" fmla="*/ 1691253 h 2393285"/>
                <a:gd name="connsiteX429" fmla="*/ 1467967 w 2929246"/>
                <a:gd name="connsiteY429" fmla="*/ 1695854 h 2393285"/>
                <a:gd name="connsiteX430" fmla="*/ 1448410 w 2929246"/>
                <a:gd name="connsiteY430" fmla="*/ 1692089 h 2393285"/>
                <a:gd name="connsiteX431" fmla="*/ 1426133 w 2929246"/>
                <a:gd name="connsiteY431" fmla="*/ 1682468 h 2393285"/>
                <a:gd name="connsiteX432" fmla="*/ 1400824 w 2929246"/>
                <a:gd name="connsiteY432" fmla="*/ 1665421 h 2393285"/>
                <a:gd name="connsiteX433" fmla="*/ 1380535 w 2929246"/>
                <a:gd name="connsiteY433" fmla="*/ 1647223 h 2393285"/>
                <a:gd name="connsiteX434" fmla="*/ 1360454 w 2929246"/>
                <a:gd name="connsiteY434" fmla="*/ 1624110 h 2393285"/>
                <a:gd name="connsiteX435" fmla="*/ 1340583 w 2929246"/>
                <a:gd name="connsiteY435" fmla="*/ 1596081 h 2393285"/>
                <a:gd name="connsiteX436" fmla="*/ 1320712 w 2929246"/>
                <a:gd name="connsiteY436" fmla="*/ 1579348 h 2393285"/>
                <a:gd name="connsiteX437" fmla="*/ 1296449 w 2929246"/>
                <a:gd name="connsiteY437" fmla="*/ 1567007 h 2393285"/>
                <a:gd name="connsiteX438" fmla="*/ 1291952 w 2929246"/>
                <a:gd name="connsiteY438" fmla="*/ 1553411 h 2393285"/>
                <a:gd name="connsiteX439" fmla="*/ 1285049 w 2929246"/>
                <a:gd name="connsiteY439" fmla="*/ 1528938 h 2393285"/>
                <a:gd name="connsiteX440" fmla="*/ 1275009 w 2929246"/>
                <a:gd name="connsiteY440" fmla="*/ 1508440 h 2393285"/>
                <a:gd name="connsiteX441" fmla="*/ 1279925 w 2929246"/>
                <a:gd name="connsiteY441" fmla="*/ 1471522 h 2393285"/>
                <a:gd name="connsiteX442" fmla="*/ 1276578 w 2929246"/>
                <a:gd name="connsiteY442" fmla="*/ 1433244 h 2393285"/>
                <a:gd name="connsiteX443" fmla="*/ 1268211 w 2929246"/>
                <a:gd name="connsiteY443" fmla="*/ 1407516 h 2393285"/>
                <a:gd name="connsiteX444" fmla="*/ 1255452 w 2929246"/>
                <a:gd name="connsiteY444" fmla="*/ 1368088 h 2393285"/>
                <a:gd name="connsiteX445" fmla="*/ 1256289 w 2929246"/>
                <a:gd name="connsiteY445" fmla="*/ 1359721 h 2393285"/>
                <a:gd name="connsiteX446" fmla="*/ 1262041 w 2929246"/>
                <a:gd name="connsiteY446" fmla="*/ 1319247 h 2393285"/>
                <a:gd name="connsiteX447" fmla="*/ 1268839 w 2929246"/>
                <a:gd name="connsiteY447" fmla="*/ 1283480 h 2393285"/>
                <a:gd name="connsiteX448" fmla="*/ 1276996 w 2929246"/>
                <a:gd name="connsiteY448" fmla="*/ 1260366 h 2393285"/>
                <a:gd name="connsiteX449" fmla="*/ 1287455 w 2929246"/>
                <a:gd name="connsiteY449" fmla="*/ 1235057 h 2393285"/>
                <a:gd name="connsiteX450" fmla="*/ 1294880 w 2929246"/>
                <a:gd name="connsiteY450" fmla="*/ 1220311 h 2393285"/>
                <a:gd name="connsiteX451" fmla="*/ 1308162 w 2929246"/>
                <a:gd name="connsiteY451" fmla="*/ 1195943 h 2393285"/>
                <a:gd name="connsiteX452" fmla="*/ 1327615 w 2929246"/>
                <a:gd name="connsiteY452" fmla="*/ 1163626 h 2393285"/>
                <a:gd name="connsiteX453" fmla="*/ 1321654 w 2929246"/>
                <a:gd name="connsiteY453" fmla="*/ 1142187 h 2393285"/>
                <a:gd name="connsiteX454" fmla="*/ 1326046 w 2929246"/>
                <a:gd name="connsiteY454" fmla="*/ 1119910 h 2393285"/>
                <a:gd name="connsiteX455" fmla="*/ 1326778 w 2929246"/>
                <a:gd name="connsiteY455" fmla="*/ 1105059 h 2393285"/>
                <a:gd name="connsiteX456" fmla="*/ 1348218 w 2929246"/>
                <a:gd name="connsiteY456" fmla="*/ 1082051 h 2393285"/>
                <a:gd name="connsiteX457" fmla="*/ 1357421 w 2929246"/>
                <a:gd name="connsiteY457" fmla="*/ 1063644 h 2393285"/>
                <a:gd name="connsiteX458" fmla="*/ 1369449 w 2929246"/>
                <a:gd name="connsiteY458" fmla="*/ 1028085 h 2393285"/>
                <a:gd name="connsiteX459" fmla="*/ 1369762 w 2929246"/>
                <a:gd name="connsiteY459" fmla="*/ 1027458 h 2393285"/>
                <a:gd name="connsiteX460" fmla="*/ 1383149 w 2929246"/>
                <a:gd name="connsiteY460" fmla="*/ 1040740 h 2393285"/>
                <a:gd name="connsiteX461" fmla="*/ 1403961 w 2929246"/>
                <a:gd name="connsiteY461" fmla="*/ 1027667 h 2393285"/>
                <a:gd name="connsiteX462" fmla="*/ 1425296 w 2929246"/>
                <a:gd name="connsiteY462" fmla="*/ 1022752 h 2393285"/>
                <a:gd name="connsiteX463" fmla="*/ 1446841 w 2929246"/>
                <a:gd name="connsiteY463" fmla="*/ 1019300 h 2393285"/>
                <a:gd name="connsiteX464" fmla="*/ 1468176 w 2929246"/>
                <a:gd name="connsiteY464" fmla="*/ 1002881 h 2393285"/>
                <a:gd name="connsiteX465" fmla="*/ 1477484 w 2929246"/>
                <a:gd name="connsiteY465" fmla="*/ 997442 h 2393285"/>
                <a:gd name="connsiteX466" fmla="*/ 1537620 w 2929246"/>
                <a:gd name="connsiteY466" fmla="*/ 972133 h 2393285"/>
                <a:gd name="connsiteX467" fmla="*/ 1562824 w 2929246"/>
                <a:gd name="connsiteY467" fmla="*/ 961361 h 2393285"/>
                <a:gd name="connsiteX468" fmla="*/ 1591585 w 2929246"/>
                <a:gd name="connsiteY468" fmla="*/ 943372 h 2393285"/>
                <a:gd name="connsiteX469" fmla="*/ 1603299 w 2929246"/>
                <a:gd name="connsiteY469" fmla="*/ 948915 h 2393285"/>
                <a:gd name="connsiteX470" fmla="*/ 1600893 w 2929246"/>
                <a:gd name="connsiteY470" fmla="*/ 978826 h 2393285"/>
                <a:gd name="connsiteX471" fmla="*/ 1606645 w 2929246"/>
                <a:gd name="connsiteY471" fmla="*/ 1010201 h 2393285"/>
                <a:gd name="connsiteX472" fmla="*/ 1637393 w 2929246"/>
                <a:gd name="connsiteY472" fmla="*/ 1029340 h 2393285"/>
                <a:gd name="connsiteX473" fmla="*/ 1670023 w 2929246"/>
                <a:gd name="connsiteY473" fmla="*/ 1033315 h 2393285"/>
                <a:gd name="connsiteX474" fmla="*/ 1716354 w 2929246"/>
                <a:gd name="connsiteY474" fmla="*/ 1050571 h 2393285"/>
                <a:gd name="connsiteX475" fmla="*/ 1756619 w 2929246"/>
                <a:gd name="connsiteY475" fmla="*/ 1052872 h 2393285"/>
                <a:gd name="connsiteX476" fmla="*/ 1765613 w 2929246"/>
                <a:gd name="connsiteY476" fmla="*/ 1045969 h 2393285"/>
                <a:gd name="connsiteX477" fmla="*/ 1770424 w 2929246"/>
                <a:gd name="connsiteY477" fmla="*/ 1004031 h 2393285"/>
                <a:gd name="connsiteX478" fmla="*/ 1777640 w 2929246"/>
                <a:gd name="connsiteY478" fmla="*/ 1000789 h 2393285"/>
                <a:gd name="connsiteX479" fmla="*/ 1806401 w 2929246"/>
                <a:gd name="connsiteY479" fmla="*/ 1010620 h 2393285"/>
                <a:gd name="connsiteX480" fmla="*/ 1847084 w 2929246"/>
                <a:gd name="connsiteY480" fmla="*/ 1014594 h 2393285"/>
                <a:gd name="connsiteX481" fmla="*/ 1907324 w 2929246"/>
                <a:gd name="connsiteY481" fmla="*/ 1006018 h 2393285"/>
                <a:gd name="connsiteX482" fmla="*/ 1949890 w 2929246"/>
                <a:gd name="connsiteY482" fmla="*/ 1001416 h 2393285"/>
                <a:gd name="connsiteX483" fmla="*/ 1970179 w 2929246"/>
                <a:gd name="connsiteY483" fmla="*/ 992004 h 2393285"/>
                <a:gd name="connsiteX484" fmla="*/ 1985135 w 2929246"/>
                <a:gd name="connsiteY484" fmla="*/ 944732 h 2393285"/>
                <a:gd name="connsiteX485" fmla="*/ 1983671 w 2929246"/>
                <a:gd name="connsiteY485" fmla="*/ 901120 h 2393285"/>
                <a:gd name="connsiteX486" fmla="*/ 1975408 w 2929246"/>
                <a:gd name="connsiteY486" fmla="*/ 878530 h 2393285"/>
                <a:gd name="connsiteX487" fmla="*/ 1954178 w 2929246"/>
                <a:gd name="connsiteY487" fmla="*/ 878321 h 2393285"/>
                <a:gd name="connsiteX488" fmla="*/ 1921234 w 2929246"/>
                <a:gd name="connsiteY488" fmla="*/ 883969 h 2393285"/>
                <a:gd name="connsiteX489" fmla="*/ 1896552 w 2929246"/>
                <a:gd name="connsiteY489" fmla="*/ 891080 h 2393285"/>
                <a:gd name="connsiteX490" fmla="*/ 1869465 w 2929246"/>
                <a:gd name="connsiteY490" fmla="*/ 893904 h 2393285"/>
                <a:gd name="connsiteX491" fmla="*/ 1844469 w 2929246"/>
                <a:gd name="connsiteY491" fmla="*/ 883132 h 2393285"/>
                <a:gd name="connsiteX492" fmla="*/ 1824703 w 2929246"/>
                <a:gd name="connsiteY492" fmla="*/ 861378 h 2393285"/>
                <a:gd name="connsiteX493" fmla="*/ 1814558 w 2929246"/>
                <a:gd name="connsiteY493" fmla="*/ 819649 h 2393285"/>
                <a:gd name="connsiteX494" fmla="*/ 1789667 w 2929246"/>
                <a:gd name="connsiteY494" fmla="*/ 825192 h 2393285"/>
                <a:gd name="connsiteX495" fmla="*/ 1762789 w 2929246"/>
                <a:gd name="connsiteY495" fmla="*/ 827912 h 2393285"/>
                <a:gd name="connsiteX496" fmla="*/ 1760593 w 2929246"/>
                <a:gd name="connsiteY496" fmla="*/ 846318 h 2393285"/>
                <a:gd name="connsiteX497" fmla="*/ 1786007 w 2929246"/>
                <a:gd name="connsiteY497" fmla="*/ 870059 h 2393285"/>
                <a:gd name="connsiteX498" fmla="*/ 1775757 w 2929246"/>
                <a:gd name="connsiteY498" fmla="*/ 882191 h 2393285"/>
                <a:gd name="connsiteX499" fmla="*/ 1778581 w 2929246"/>
                <a:gd name="connsiteY499" fmla="*/ 899552 h 2393285"/>
                <a:gd name="connsiteX500" fmla="*/ 1770947 w 2929246"/>
                <a:gd name="connsiteY500" fmla="*/ 906140 h 2393285"/>
                <a:gd name="connsiteX501" fmla="*/ 1761848 w 2929246"/>
                <a:gd name="connsiteY501" fmla="*/ 906559 h 2393285"/>
                <a:gd name="connsiteX502" fmla="*/ 1746160 w 2929246"/>
                <a:gd name="connsiteY502" fmla="*/ 890453 h 2393285"/>
                <a:gd name="connsiteX503" fmla="*/ 1728381 w 2929246"/>
                <a:gd name="connsiteY503" fmla="*/ 865039 h 2393285"/>
                <a:gd name="connsiteX504" fmla="*/ 1712275 w 2929246"/>
                <a:gd name="connsiteY504" fmla="*/ 852280 h 2393285"/>
                <a:gd name="connsiteX505" fmla="*/ 1699620 w 2929246"/>
                <a:gd name="connsiteY505" fmla="*/ 820800 h 2393285"/>
                <a:gd name="connsiteX506" fmla="*/ 1676194 w 2929246"/>
                <a:gd name="connsiteY506" fmla="*/ 804903 h 2393285"/>
                <a:gd name="connsiteX507" fmla="*/ 1651093 w 2929246"/>
                <a:gd name="connsiteY507" fmla="*/ 792562 h 2393285"/>
                <a:gd name="connsiteX508" fmla="*/ 1625052 w 2929246"/>
                <a:gd name="connsiteY508" fmla="*/ 775620 h 2393285"/>
                <a:gd name="connsiteX509" fmla="*/ 1584996 w 2929246"/>
                <a:gd name="connsiteY509" fmla="*/ 760246 h 2393285"/>
                <a:gd name="connsiteX510" fmla="*/ 1586251 w 2929246"/>
                <a:gd name="connsiteY510" fmla="*/ 782836 h 2393285"/>
                <a:gd name="connsiteX511" fmla="*/ 1604553 w 2929246"/>
                <a:gd name="connsiteY511" fmla="*/ 799883 h 2393285"/>
                <a:gd name="connsiteX512" fmla="*/ 1620869 w 2929246"/>
                <a:gd name="connsiteY512" fmla="*/ 814106 h 2393285"/>
                <a:gd name="connsiteX513" fmla="*/ 1650884 w 2929246"/>
                <a:gd name="connsiteY513" fmla="*/ 825297 h 2393285"/>
                <a:gd name="connsiteX514" fmla="*/ 1687175 w 2929246"/>
                <a:gd name="connsiteY514" fmla="*/ 851443 h 2393285"/>
                <a:gd name="connsiteX515" fmla="*/ 1690208 w 2929246"/>
                <a:gd name="connsiteY515" fmla="*/ 858868 h 2393285"/>
                <a:gd name="connsiteX516" fmla="*/ 1676612 w 2929246"/>
                <a:gd name="connsiteY516" fmla="*/ 856986 h 2393285"/>
                <a:gd name="connsiteX517" fmla="*/ 1673997 w 2929246"/>
                <a:gd name="connsiteY517" fmla="*/ 873928 h 2393285"/>
                <a:gd name="connsiteX518" fmla="*/ 1675775 w 2929246"/>
                <a:gd name="connsiteY518" fmla="*/ 881668 h 2393285"/>
                <a:gd name="connsiteX519" fmla="*/ 1656636 w 2929246"/>
                <a:gd name="connsiteY519" fmla="*/ 923606 h 2393285"/>
                <a:gd name="connsiteX520" fmla="*/ 1635719 w 2929246"/>
                <a:gd name="connsiteY520" fmla="*/ 918586 h 2393285"/>
                <a:gd name="connsiteX521" fmla="*/ 1651198 w 2929246"/>
                <a:gd name="connsiteY521" fmla="*/ 911788 h 2393285"/>
                <a:gd name="connsiteX522" fmla="*/ 1665944 w 2929246"/>
                <a:gd name="connsiteY522" fmla="*/ 879053 h 2393285"/>
                <a:gd name="connsiteX523" fmla="*/ 1657578 w 2929246"/>
                <a:gd name="connsiteY523" fmla="*/ 871209 h 2393285"/>
                <a:gd name="connsiteX524" fmla="*/ 1643982 w 2929246"/>
                <a:gd name="connsiteY524" fmla="*/ 857927 h 2393285"/>
                <a:gd name="connsiteX525" fmla="*/ 1617836 w 2929246"/>
                <a:gd name="connsiteY525" fmla="*/ 840985 h 2393285"/>
                <a:gd name="connsiteX526" fmla="*/ 1595455 w 2929246"/>
                <a:gd name="connsiteY526" fmla="*/ 834605 h 2393285"/>
                <a:gd name="connsiteX527" fmla="*/ 1574015 w 2929246"/>
                <a:gd name="connsiteY527" fmla="*/ 826447 h 2393285"/>
                <a:gd name="connsiteX528" fmla="*/ 1551216 w 2929246"/>
                <a:gd name="connsiteY528" fmla="*/ 800615 h 2393285"/>
                <a:gd name="connsiteX529" fmla="*/ 1542222 w 2929246"/>
                <a:gd name="connsiteY529" fmla="*/ 801033 h 2393285"/>
                <a:gd name="connsiteX530" fmla="*/ 1527580 w 2929246"/>
                <a:gd name="connsiteY530" fmla="*/ 799465 h 2393285"/>
                <a:gd name="connsiteX531" fmla="*/ 1525593 w 2929246"/>
                <a:gd name="connsiteY531" fmla="*/ 819545 h 2393285"/>
                <a:gd name="connsiteX532" fmla="*/ 1487838 w 2929246"/>
                <a:gd name="connsiteY532" fmla="*/ 831467 h 2393285"/>
                <a:gd name="connsiteX533" fmla="*/ 1472673 w 2929246"/>
                <a:gd name="connsiteY533" fmla="*/ 851338 h 2393285"/>
                <a:gd name="connsiteX534" fmla="*/ 1463888 w 2929246"/>
                <a:gd name="connsiteY534" fmla="*/ 882818 h 2393285"/>
                <a:gd name="connsiteX535" fmla="*/ 1446109 w 2929246"/>
                <a:gd name="connsiteY535" fmla="*/ 896728 h 2393285"/>
                <a:gd name="connsiteX536" fmla="*/ 1440566 w 2929246"/>
                <a:gd name="connsiteY536" fmla="*/ 937306 h 2393285"/>
                <a:gd name="connsiteX537" fmla="*/ 1436592 w 2929246"/>
                <a:gd name="connsiteY537" fmla="*/ 961152 h 2393285"/>
                <a:gd name="connsiteX538" fmla="*/ 1404275 w 2929246"/>
                <a:gd name="connsiteY538" fmla="*/ 999743 h 2393285"/>
                <a:gd name="connsiteX539" fmla="*/ 1377711 w 2929246"/>
                <a:gd name="connsiteY539" fmla="*/ 1004240 h 2393285"/>
                <a:gd name="connsiteX540" fmla="*/ 1355434 w 2929246"/>
                <a:gd name="connsiteY540" fmla="*/ 1004554 h 2393285"/>
                <a:gd name="connsiteX541" fmla="*/ 1333263 w 2929246"/>
                <a:gd name="connsiteY541" fmla="*/ 1004868 h 2393285"/>
                <a:gd name="connsiteX542" fmla="*/ 1319039 w 2929246"/>
                <a:gd name="connsiteY542" fmla="*/ 986984 h 2393285"/>
                <a:gd name="connsiteX543" fmla="*/ 1313392 w 2929246"/>
                <a:gd name="connsiteY543" fmla="*/ 954040 h 2393285"/>
                <a:gd name="connsiteX544" fmla="*/ 1305862 w 2929246"/>
                <a:gd name="connsiteY544" fmla="*/ 911683 h 2393285"/>
                <a:gd name="connsiteX545" fmla="*/ 1310463 w 2929246"/>
                <a:gd name="connsiteY545" fmla="*/ 871314 h 2393285"/>
                <a:gd name="connsiteX546" fmla="*/ 1325210 w 2929246"/>
                <a:gd name="connsiteY546" fmla="*/ 861274 h 2393285"/>
                <a:gd name="connsiteX547" fmla="*/ 1368089 w 2929246"/>
                <a:gd name="connsiteY547" fmla="*/ 867549 h 2393285"/>
                <a:gd name="connsiteX548" fmla="*/ 1393085 w 2929246"/>
                <a:gd name="connsiteY548" fmla="*/ 856777 h 2393285"/>
                <a:gd name="connsiteX549" fmla="*/ 1402497 w 2929246"/>
                <a:gd name="connsiteY549" fmla="*/ 846318 h 2393285"/>
                <a:gd name="connsiteX550" fmla="*/ 1400196 w 2929246"/>
                <a:gd name="connsiteY550" fmla="*/ 817453 h 2393285"/>
                <a:gd name="connsiteX551" fmla="*/ 1394549 w 2929246"/>
                <a:gd name="connsiteY551" fmla="*/ 808982 h 2393285"/>
                <a:gd name="connsiteX552" fmla="*/ 1380325 w 2929246"/>
                <a:gd name="connsiteY552" fmla="*/ 791098 h 2393285"/>
                <a:gd name="connsiteX553" fmla="*/ 1362546 w 2929246"/>
                <a:gd name="connsiteY553" fmla="*/ 780535 h 2393285"/>
                <a:gd name="connsiteX554" fmla="*/ 1375828 w 2929246"/>
                <a:gd name="connsiteY554" fmla="*/ 764324 h 2393285"/>
                <a:gd name="connsiteX555" fmla="*/ 1357735 w 2929246"/>
                <a:gd name="connsiteY555" fmla="*/ 745709 h 2393285"/>
                <a:gd name="connsiteX556" fmla="*/ 1376665 w 2929246"/>
                <a:gd name="connsiteY556" fmla="*/ 731380 h 2393285"/>
                <a:gd name="connsiteX557" fmla="*/ 1388588 w 2929246"/>
                <a:gd name="connsiteY557" fmla="*/ 726988 h 2393285"/>
                <a:gd name="connsiteX558" fmla="*/ 1403543 w 2929246"/>
                <a:gd name="connsiteY558" fmla="*/ 718621 h 2393285"/>
                <a:gd name="connsiteX559" fmla="*/ 1416825 w 2929246"/>
                <a:gd name="connsiteY559" fmla="*/ 708999 h 2393285"/>
                <a:gd name="connsiteX560" fmla="*/ 1431572 w 2929246"/>
                <a:gd name="connsiteY560" fmla="*/ 676056 h 2393285"/>
                <a:gd name="connsiteX561" fmla="*/ 1447259 w 2929246"/>
                <a:gd name="connsiteY561" fmla="*/ 665806 h 2393285"/>
                <a:gd name="connsiteX562" fmla="*/ 1452070 w 2929246"/>
                <a:gd name="connsiteY562" fmla="*/ 635268 h 2393285"/>
                <a:gd name="connsiteX563" fmla="*/ 1478007 w 2929246"/>
                <a:gd name="connsiteY563" fmla="*/ 619476 h 2393285"/>
                <a:gd name="connsiteX564" fmla="*/ 1481354 w 2929246"/>
                <a:gd name="connsiteY564" fmla="*/ 617070 h 2393285"/>
                <a:gd name="connsiteX565" fmla="*/ 1496414 w 2929246"/>
                <a:gd name="connsiteY565" fmla="*/ 587368 h 2393285"/>
                <a:gd name="connsiteX566" fmla="*/ 1505826 w 2929246"/>
                <a:gd name="connsiteY566" fmla="*/ 595003 h 2393285"/>
                <a:gd name="connsiteX567" fmla="*/ 1527893 w 2929246"/>
                <a:gd name="connsiteY567" fmla="*/ 585067 h 2393285"/>
                <a:gd name="connsiteX568" fmla="*/ 1554667 w 2929246"/>
                <a:gd name="connsiteY568" fmla="*/ 579002 h 2393285"/>
                <a:gd name="connsiteX569" fmla="*/ 1569727 w 2929246"/>
                <a:gd name="connsiteY569" fmla="*/ 588623 h 2393285"/>
                <a:gd name="connsiteX570" fmla="*/ 1583950 w 2929246"/>
                <a:gd name="connsiteY570" fmla="*/ 583812 h 2393285"/>
                <a:gd name="connsiteX571" fmla="*/ 1602566 w 2929246"/>
                <a:gd name="connsiteY571" fmla="*/ 564883 h 2393285"/>
                <a:gd name="connsiteX572" fmla="*/ 1620032 w 2929246"/>
                <a:gd name="connsiteY572" fmla="*/ 562582 h 2393285"/>
                <a:gd name="connsiteX573" fmla="*/ 1631327 w 2929246"/>
                <a:gd name="connsiteY573" fmla="*/ 561641 h 2393285"/>
                <a:gd name="connsiteX574" fmla="*/ 1641472 w 2929246"/>
                <a:gd name="connsiteY574" fmla="*/ 518552 h 2393285"/>
                <a:gd name="connsiteX575" fmla="*/ 1660611 w 2929246"/>
                <a:gd name="connsiteY575" fmla="*/ 507780 h 2393285"/>
                <a:gd name="connsiteX576" fmla="*/ 1659983 w 2929246"/>
                <a:gd name="connsiteY576" fmla="*/ 468770 h 2393285"/>
                <a:gd name="connsiteX577" fmla="*/ 1674206 w 2929246"/>
                <a:gd name="connsiteY577" fmla="*/ 459148 h 2393285"/>
                <a:gd name="connsiteX578" fmla="*/ 1699620 w 2929246"/>
                <a:gd name="connsiteY578" fmla="*/ 438859 h 2393285"/>
                <a:gd name="connsiteX579" fmla="*/ 1688534 w 2929246"/>
                <a:gd name="connsiteY579" fmla="*/ 420138 h 2393285"/>
                <a:gd name="connsiteX580" fmla="*/ 1666153 w 2929246"/>
                <a:gd name="connsiteY580" fmla="*/ 426623 h 2393285"/>
                <a:gd name="connsiteX581" fmla="*/ 1641995 w 2929246"/>
                <a:gd name="connsiteY581" fmla="*/ 436872 h 2393285"/>
                <a:gd name="connsiteX582" fmla="*/ 1618359 w 2929246"/>
                <a:gd name="connsiteY582" fmla="*/ 412713 h 2393285"/>
                <a:gd name="connsiteX583" fmla="*/ 1628399 w 2929246"/>
                <a:gd name="connsiteY583" fmla="*/ 371298 h 2393285"/>
                <a:gd name="connsiteX584" fmla="*/ 1625784 w 2929246"/>
                <a:gd name="connsiteY584" fmla="*/ 355610 h 2393285"/>
                <a:gd name="connsiteX585" fmla="*/ 1589912 w 2929246"/>
                <a:gd name="connsiteY585" fmla="*/ 373389 h 2393285"/>
                <a:gd name="connsiteX586" fmla="*/ 1574329 w 2929246"/>
                <a:gd name="connsiteY586" fmla="*/ 407902 h 2393285"/>
                <a:gd name="connsiteX587" fmla="*/ 1576839 w 2929246"/>
                <a:gd name="connsiteY587" fmla="*/ 444925 h 2393285"/>
                <a:gd name="connsiteX588" fmla="*/ 1594409 w 2929246"/>
                <a:gd name="connsiteY588" fmla="*/ 465423 h 2393285"/>
                <a:gd name="connsiteX589" fmla="*/ 1586042 w 2929246"/>
                <a:gd name="connsiteY589" fmla="*/ 504851 h 2393285"/>
                <a:gd name="connsiteX590" fmla="*/ 1567008 w 2929246"/>
                <a:gd name="connsiteY590" fmla="*/ 543443 h 2393285"/>
                <a:gd name="connsiteX591" fmla="*/ 1553935 w 2929246"/>
                <a:gd name="connsiteY591" fmla="*/ 552960 h 2393285"/>
                <a:gd name="connsiteX592" fmla="*/ 1527580 w 2929246"/>
                <a:gd name="connsiteY592" fmla="*/ 532775 h 2393285"/>
                <a:gd name="connsiteX593" fmla="*/ 1475811 w 2929246"/>
                <a:gd name="connsiteY593" fmla="*/ 500459 h 2393285"/>
                <a:gd name="connsiteX594" fmla="*/ 1449037 w 2929246"/>
                <a:gd name="connsiteY594" fmla="*/ 516460 h 2393285"/>
                <a:gd name="connsiteX595" fmla="*/ 1433768 w 2929246"/>
                <a:gd name="connsiteY595" fmla="*/ 452978 h 2393285"/>
                <a:gd name="connsiteX596" fmla="*/ 1440670 w 2929246"/>
                <a:gd name="connsiteY596" fmla="*/ 449736 h 2393285"/>
                <a:gd name="connsiteX597" fmla="*/ 1465248 w 2929246"/>
                <a:gd name="connsiteY597" fmla="*/ 435931 h 2393285"/>
                <a:gd name="connsiteX598" fmla="*/ 1467130 w 2929246"/>
                <a:gd name="connsiteY598" fmla="*/ 410935 h 2393285"/>
                <a:gd name="connsiteX599" fmla="*/ 1492021 w 2929246"/>
                <a:gd name="connsiteY599" fmla="*/ 361048 h 2393285"/>
                <a:gd name="connsiteX600" fmla="*/ 1524024 w 2929246"/>
                <a:gd name="connsiteY600" fmla="*/ 311266 h 2393285"/>
                <a:gd name="connsiteX601" fmla="*/ 1550797 w 2929246"/>
                <a:gd name="connsiteY601" fmla="*/ 272570 h 2393285"/>
                <a:gd name="connsiteX602" fmla="*/ 1578303 w 2929246"/>
                <a:gd name="connsiteY602" fmla="*/ 253431 h 2393285"/>
                <a:gd name="connsiteX603" fmla="*/ 1609678 w 2929246"/>
                <a:gd name="connsiteY603" fmla="*/ 249771 h 2393285"/>
                <a:gd name="connsiteX604" fmla="*/ 1641785 w 2929246"/>
                <a:gd name="connsiteY604" fmla="*/ 244437 h 2393285"/>
                <a:gd name="connsiteX605" fmla="*/ 1696797 w 2929246"/>
                <a:gd name="connsiteY605" fmla="*/ 245692 h 2393285"/>
                <a:gd name="connsiteX606" fmla="*/ 1731100 w 2929246"/>
                <a:gd name="connsiteY606" fmla="*/ 253013 h 2393285"/>
                <a:gd name="connsiteX607" fmla="*/ 1772725 w 2929246"/>
                <a:gd name="connsiteY607" fmla="*/ 258870 h 2393285"/>
                <a:gd name="connsiteX608" fmla="*/ 1780568 w 2929246"/>
                <a:gd name="connsiteY608" fmla="*/ 283133 h 2393285"/>
                <a:gd name="connsiteX609" fmla="*/ 1753272 w 2929246"/>
                <a:gd name="connsiteY609" fmla="*/ 288885 h 2393285"/>
                <a:gd name="connsiteX610" fmla="*/ 1718445 w 2929246"/>
                <a:gd name="connsiteY610" fmla="*/ 299553 h 2393285"/>
                <a:gd name="connsiteX611" fmla="*/ 1767495 w 2929246"/>
                <a:gd name="connsiteY611" fmla="*/ 342746 h 2393285"/>
                <a:gd name="connsiteX612" fmla="*/ 1807028 w 2929246"/>
                <a:gd name="connsiteY612" fmla="*/ 301958 h 2393285"/>
                <a:gd name="connsiteX613" fmla="*/ 1838717 w 2929246"/>
                <a:gd name="connsiteY613" fmla="*/ 266191 h 2393285"/>
                <a:gd name="connsiteX614" fmla="*/ 1872289 w 2929246"/>
                <a:gd name="connsiteY614" fmla="*/ 238267 h 2393285"/>
                <a:gd name="connsiteX615" fmla="*/ 1906697 w 2929246"/>
                <a:gd name="connsiteY615" fmla="*/ 231260 h 2393285"/>
                <a:gd name="connsiteX616" fmla="*/ 1935980 w 2929246"/>
                <a:gd name="connsiteY616" fmla="*/ 223730 h 2393285"/>
                <a:gd name="connsiteX617" fmla="*/ 1960034 w 2929246"/>
                <a:gd name="connsiteY617" fmla="*/ 194760 h 2393285"/>
                <a:gd name="connsiteX618" fmla="*/ 1992560 w 2929246"/>
                <a:gd name="connsiteY618" fmla="*/ 202813 h 2393285"/>
                <a:gd name="connsiteX619" fmla="*/ 2017138 w 2929246"/>
                <a:gd name="connsiteY619" fmla="*/ 209297 h 2393285"/>
                <a:gd name="connsiteX620" fmla="*/ 2071626 w 2929246"/>
                <a:gd name="connsiteY620" fmla="*/ 193923 h 2393285"/>
                <a:gd name="connsiteX621" fmla="*/ 2049349 w 2929246"/>
                <a:gd name="connsiteY621" fmla="*/ 170915 h 2393285"/>
                <a:gd name="connsiteX622" fmla="*/ 2021844 w 2929246"/>
                <a:gd name="connsiteY622" fmla="*/ 139330 h 2393285"/>
                <a:gd name="connsiteX623" fmla="*/ 2041715 w 2929246"/>
                <a:gd name="connsiteY623" fmla="*/ 119564 h 2393285"/>
                <a:gd name="connsiteX624" fmla="*/ 2061063 w 2929246"/>
                <a:gd name="connsiteY624" fmla="*/ 125525 h 2393285"/>
                <a:gd name="connsiteX625" fmla="*/ 2079888 w 2929246"/>
                <a:gd name="connsiteY625" fmla="*/ 141108 h 2393285"/>
                <a:gd name="connsiteX626" fmla="*/ 2096412 w 2929246"/>
                <a:gd name="connsiteY626" fmla="*/ 165162 h 2393285"/>
                <a:gd name="connsiteX627" fmla="*/ 2109171 w 2929246"/>
                <a:gd name="connsiteY627" fmla="*/ 201139 h 2393285"/>
                <a:gd name="connsiteX628" fmla="*/ 2135004 w 2929246"/>
                <a:gd name="connsiteY628" fmla="*/ 202604 h 2393285"/>
                <a:gd name="connsiteX629" fmla="*/ 2099654 w 2929246"/>
                <a:gd name="connsiteY629" fmla="*/ 132637 h 2393285"/>
                <a:gd name="connsiteX630" fmla="*/ 2138978 w 2929246"/>
                <a:gd name="connsiteY630" fmla="*/ 168405 h 2393285"/>
                <a:gd name="connsiteX631" fmla="*/ 2157280 w 2929246"/>
                <a:gd name="connsiteY631" fmla="*/ 147488 h 2393285"/>
                <a:gd name="connsiteX632" fmla="*/ 2134167 w 2929246"/>
                <a:gd name="connsiteY632" fmla="*/ 111929 h 2393285"/>
                <a:gd name="connsiteX633" fmla="*/ 2158849 w 2929246"/>
                <a:gd name="connsiteY633" fmla="*/ 85156 h 2393285"/>
                <a:gd name="connsiteX634" fmla="*/ 2203297 w 2929246"/>
                <a:gd name="connsiteY634" fmla="*/ 69259 h 2393285"/>
                <a:gd name="connsiteX635" fmla="*/ 2244398 w 2929246"/>
                <a:gd name="connsiteY635" fmla="*/ 30458 h 2393285"/>
                <a:gd name="connsiteX636" fmla="*/ 2264479 w 2929246"/>
                <a:gd name="connsiteY636" fmla="*/ 20732 h 2393285"/>
                <a:gd name="connsiteX637" fmla="*/ 2320849 w 2929246"/>
                <a:gd name="connsiteY637" fmla="*/ 4940 h 2393285"/>
                <a:gd name="connsiteX638" fmla="*/ 2355885 w 2929246"/>
                <a:gd name="connsiteY638" fmla="*/ 8600 h 2393285"/>
                <a:gd name="connsiteX639" fmla="*/ 2388829 w 2929246"/>
                <a:gd name="connsiteY639" fmla="*/ 129 h 239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</a:cxnLst>
              <a:rect l="l" t="t" r="r" b="b"/>
              <a:pathLst>
                <a:path w="2929246" h="2393285">
                  <a:moveTo>
                    <a:pt x="456326" y="1763938"/>
                  </a:moveTo>
                  <a:cubicBezTo>
                    <a:pt x="464379" y="1770004"/>
                    <a:pt x="467307" y="1770945"/>
                    <a:pt x="479753" y="1772828"/>
                  </a:cubicBezTo>
                  <a:cubicBezTo>
                    <a:pt x="492198" y="1774710"/>
                    <a:pt x="495649" y="1772409"/>
                    <a:pt x="501611" y="1780462"/>
                  </a:cubicBezTo>
                  <a:cubicBezTo>
                    <a:pt x="507572" y="1788620"/>
                    <a:pt x="503493" y="1776906"/>
                    <a:pt x="526083" y="1776593"/>
                  </a:cubicBezTo>
                  <a:cubicBezTo>
                    <a:pt x="548778" y="1776279"/>
                    <a:pt x="575865" y="1755885"/>
                    <a:pt x="575656" y="1771782"/>
                  </a:cubicBezTo>
                  <a:cubicBezTo>
                    <a:pt x="575447" y="1787679"/>
                    <a:pt x="563838" y="1772828"/>
                    <a:pt x="585592" y="1785378"/>
                  </a:cubicBezTo>
                  <a:cubicBezTo>
                    <a:pt x="607345" y="1797928"/>
                    <a:pt x="610587" y="1800438"/>
                    <a:pt x="621464" y="1801170"/>
                  </a:cubicBezTo>
                  <a:cubicBezTo>
                    <a:pt x="632341" y="1801902"/>
                    <a:pt x="640812" y="1798451"/>
                    <a:pt x="660474" y="1813197"/>
                  </a:cubicBezTo>
                  <a:cubicBezTo>
                    <a:pt x="680136" y="1827839"/>
                    <a:pt x="684319" y="1828571"/>
                    <a:pt x="690385" y="1836729"/>
                  </a:cubicBezTo>
                  <a:cubicBezTo>
                    <a:pt x="696451" y="1844886"/>
                    <a:pt x="701262" y="1837461"/>
                    <a:pt x="709942" y="1845200"/>
                  </a:cubicBezTo>
                  <a:cubicBezTo>
                    <a:pt x="718518" y="1852834"/>
                    <a:pt x="727408" y="1850847"/>
                    <a:pt x="736297" y="1848965"/>
                  </a:cubicBezTo>
                  <a:cubicBezTo>
                    <a:pt x="745187" y="1846978"/>
                    <a:pt x="733996" y="1839866"/>
                    <a:pt x="750939" y="1848965"/>
                  </a:cubicBezTo>
                  <a:cubicBezTo>
                    <a:pt x="767882" y="1857959"/>
                    <a:pt x="778444" y="1857332"/>
                    <a:pt x="790890" y="1880026"/>
                  </a:cubicBezTo>
                  <a:cubicBezTo>
                    <a:pt x="803440" y="1902826"/>
                    <a:pt x="815677" y="1898538"/>
                    <a:pt x="811911" y="1924893"/>
                  </a:cubicBezTo>
                  <a:cubicBezTo>
                    <a:pt x="808146" y="1951248"/>
                    <a:pt x="790785" y="1965994"/>
                    <a:pt x="799152" y="1962648"/>
                  </a:cubicBezTo>
                  <a:cubicBezTo>
                    <a:pt x="807624" y="1959197"/>
                    <a:pt x="821638" y="1946646"/>
                    <a:pt x="827076" y="1947169"/>
                  </a:cubicBezTo>
                  <a:cubicBezTo>
                    <a:pt x="832515" y="1947483"/>
                    <a:pt x="833456" y="1940999"/>
                    <a:pt x="842241" y="1943927"/>
                  </a:cubicBezTo>
                  <a:cubicBezTo>
                    <a:pt x="851026" y="1946856"/>
                    <a:pt x="849562" y="1935979"/>
                    <a:pt x="851026" y="1946856"/>
                  </a:cubicBezTo>
                  <a:cubicBezTo>
                    <a:pt x="852595" y="1957732"/>
                    <a:pt x="849771" y="1947169"/>
                    <a:pt x="852595" y="1957732"/>
                  </a:cubicBezTo>
                  <a:cubicBezTo>
                    <a:pt x="855418" y="1968295"/>
                    <a:pt x="847261" y="1947692"/>
                    <a:pt x="863576" y="1948947"/>
                  </a:cubicBezTo>
                  <a:cubicBezTo>
                    <a:pt x="879891" y="1950202"/>
                    <a:pt x="867446" y="1938489"/>
                    <a:pt x="890350" y="1954386"/>
                  </a:cubicBezTo>
                  <a:cubicBezTo>
                    <a:pt x="913253" y="1970282"/>
                    <a:pt x="911685" y="1964217"/>
                    <a:pt x="920783" y="1973420"/>
                  </a:cubicBezTo>
                  <a:cubicBezTo>
                    <a:pt x="929882" y="1982728"/>
                    <a:pt x="931765" y="1964739"/>
                    <a:pt x="936785" y="1968400"/>
                  </a:cubicBezTo>
                  <a:cubicBezTo>
                    <a:pt x="941805" y="1972165"/>
                    <a:pt x="952263" y="1966727"/>
                    <a:pt x="964500" y="1967354"/>
                  </a:cubicBezTo>
                  <a:cubicBezTo>
                    <a:pt x="976631" y="1967877"/>
                    <a:pt x="965859" y="1957418"/>
                    <a:pt x="987194" y="1967354"/>
                  </a:cubicBezTo>
                  <a:cubicBezTo>
                    <a:pt x="1008425" y="1977290"/>
                    <a:pt x="1024845" y="1968923"/>
                    <a:pt x="1031852" y="1980322"/>
                  </a:cubicBezTo>
                  <a:cubicBezTo>
                    <a:pt x="1038859" y="1991722"/>
                    <a:pt x="1047748" y="1984924"/>
                    <a:pt x="1054756" y="1991513"/>
                  </a:cubicBezTo>
                  <a:cubicBezTo>
                    <a:pt x="1061867" y="1998102"/>
                    <a:pt x="1061553" y="1986911"/>
                    <a:pt x="1069397" y="1996428"/>
                  </a:cubicBezTo>
                  <a:cubicBezTo>
                    <a:pt x="1077241" y="2005946"/>
                    <a:pt x="1091569" y="1999670"/>
                    <a:pt x="1091883" y="2010861"/>
                  </a:cubicBezTo>
                  <a:cubicBezTo>
                    <a:pt x="1092197" y="2022052"/>
                    <a:pt x="1096903" y="2014626"/>
                    <a:pt x="1098367" y="2030418"/>
                  </a:cubicBezTo>
                  <a:cubicBezTo>
                    <a:pt x="1099936" y="2046211"/>
                    <a:pt x="1097740" y="2072357"/>
                    <a:pt x="1091883" y="2079991"/>
                  </a:cubicBezTo>
                  <a:cubicBezTo>
                    <a:pt x="1086026" y="2087626"/>
                    <a:pt x="1088118" y="2095260"/>
                    <a:pt x="1085189" y="2103836"/>
                  </a:cubicBezTo>
                  <a:cubicBezTo>
                    <a:pt x="1082261" y="2112517"/>
                    <a:pt x="1079333" y="2097038"/>
                    <a:pt x="1078914" y="2119628"/>
                  </a:cubicBezTo>
                  <a:cubicBezTo>
                    <a:pt x="1078601" y="2142114"/>
                    <a:pt x="1080692" y="2144938"/>
                    <a:pt x="1081215" y="2165645"/>
                  </a:cubicBezTo>
                  <a:cubicBezTo>
                    <a:pt x="1081738" y="2186353"/>
                    <a:pt x="1079960" y="2165855"/>
                    <a:pt x="1081738" y="2186353"/>
                  </a:cubicBezTo>
                  <a:cubicBezTo>
                    <a:pt x="1083621" y="2206851"/>
                    <a:pt x="1089582" y="2218356"/>
                    <a:pt x="1092406" y="2241782"/>
                  </a:cubicBezTo>
                  <a:cubicBezTo>
                    <a:pt x="1095334" y="2265209"/>
                    <a:pt x="1096485" y="2265000"/>
                    <a:pt x="1098995" y="2282047"/>
                  </a:cubicBezTo>
                  <a:cubicBezTo>
                    <a:pt x="1101400" y="2299095"/>
                    <a:pt x="1102969" y="2273262"/>
                    <a:pt x="1102132" y="2310181"/>
                  </a:cubicBezTo>
                  <a:cubicBezTo>
                    <a:pt x="1101400" y="2347099"/>
                    <a:pt x="1099727" y="2345739"/>
                    <a:pt x="1100668" y="2361531"/>
                  </a:cubicBezTo>
                  <a:cubicBezTo>
                    <a:pt x="1101609" y="2377324"/>
                    <a:pt x="1102760" y="2364355"/>
                    <a:pt x="1091987" y="2375964"/>
                  </a:cubicBezTo>
                  <a:cubicBezTo>
                    <a:pt x="1081215" y="2387573"/>
                    <a:pt x="1087699" y="2383180"/>
                    <a:pt x="1073581" y="2392279"/>
                  </a:cubicBezTo>
                  <a:lnTo>
                    <a:pt x="1071909" y="2393285"/>
                  </a:lnTo>
                  <a:lnTo>
                    <a:pt x="947332" y="2353240"/>
                  </a:lnTo>
                  <a:cubicBezTo>
                    <a:pt x="767519" y="2285376"/>
                    <a:pt x="605228" y="2183382"/>
                    <a:pt x="467837" y="2055568"/>
                  </a:cubicBezTo>
                  <a:lnTo>
                    <a:pt x="370571" y="1956012"/>
                  </a:lnTo>
                  <a:lnTo>
                    <a:pt x="371613" y="1943614"/>
                  </a:lnTo>
                  <a:cubicBezTo>
                    <a:pt x="368161" y="1930331"/>
                    <a:pt x="387300" y="1916840"/>
                    <a:pt x="371613" y="1907741"/>
                  </a:cubicBezTo>
                  <a:cubicBezTo>
                    <a:pt x="355925" y="1898747"/>
                    <a:pt x="359586" y="1886929"/>
                    <a:pt x="353520" y="1878980"/>
                  </a:cubicBezTo>
                  <a:cubicBezTo>
                    <a:pt x="347454" y="1870928"/>
                    <a:pt x="348500" y="1864548"/>
                    <a:pt x="357703" y="1853148"/>
                  </a:cubicBezTo>
                  <a:cubicBezTo>
                    <a:pt x="366906" y="1841749"/>
                    <a:pt x="379247" y="1804621"/>
                    <a:pt x="379247" y="1804621"/>
                  </a:cubicBezTo>
                  <a:cubicBezTo>
                    <a:pt x="379247" y="1804621"/>
                    <a:pt x="393366" y="1796778"/>
                    <a:pt x="397131" y="1795941"/>
                  </a:cubicBezTo>
                  <a:cubicBezTo>
                    <a:pt x="400896" y="1795104"/>
                    <a:pt x="395981" y="1746054"/>
                    <a:pt x="414806" y="1774710"/>
                  </a:cubicBezTo>
                  <a:cubicBezTo>
                    <a:pt x="433631" y="1803471"/>
                    <a:pt x="433526" y="1786214"/>
                    <a:pt x="435095" y="1809432"/>
                  </a:cubicBezTo>
                  <a:cubicBezTo>
                    <a:pt x="436769" y="1832545"/>
                    <a:pt x="444612" y="1826166"/>
                    <a:pt x="448168" y="1819158"/>
                  </a:cubicBezTo>
                  <a:cubicBezTo>
                    <a:pt x="451829" y="1812047"/>
                    <a:pt x="446704" y="1824178"/>
                    <a:pt x="450364" y="1795104"/>
                  </a:cubicBezTo>
                  <a:cubicBezTo>
                    <a:pt x="454025" y="1765925"/>
                    <a:pt x="448273" y="1757872"/>
                    <a:pt x="456326" y="1763938"/>
                  </a:cubicBezTo>
                  <a:close/>
                  <a:moveTo>
                    <a:pt x="205638" y="1730650"/>
                  </a:moveTo>
                  <a:lnTo>
                    <a:pt x="218711" y="1731831"/>
                  </a:lnTo>
                  <a:cubicBezTo>
                    <a:pt x="228856" y="1735701"/>
                    <a:pt x="221535" y="1738943"/>
                    <a:pt x="224150" y="1744591"/>
                  </a:cubicBezTo>
                  <a:cubicBezTo>
                    <a:pt x="225457" y="1747415"/>
                    <a:pt x="227052" y="1754422"/>
                    <a:pt x="228359" y="1763037"/>
                  </a:cubicBezTo>
                  <a:lnTo>
                    <a:pt x="228572" y="1765447"/>
                  </a:lnTo>
                  <a:close/>
                  <a:moveTo>
                    <a:pt x="152512" y="1630898"/>
                  </a:moveTo>
                  <a:lnTo>
                    <a:pt x="156484" y="1631640"/>
                  </a:lnTo>
                  <a:cubicBezTo>
                    <a:pt x="165269" y="1635719"/>
                    <a:pt x="161818" y="1638019"/>
                    <a:pt x="162654" y="1642517"/>
                  </a:cubicBezTo>
                  <a:lnTo>
                    <a:pt x="162422" y="1649631"/>
                  </a:lnTo>
                  <a:close/>
                  <a:moveTo>
                    <a:pt x="268158" y="555353"/>
                  </a:moveTo>
                  <a:cubicBezTo>
                    <a:pt x="270781" y="555313"/>
                    <a:pt x="271918" y="558503"/>
                    <a:pt x="270585" y="567183"/>
                  </a:cubicBezTo>
                  <a:cubicBezTo>
                    <a:pt x="265146" y="602010"/>
                    <a:pt x="281357" y="606507"/>
                    <a:pt x="262427" y="614665"/>
                  </a:cubicBezTo>
                  <a:cubicBezTo>
                    <a:pt x="243497" y="622822"/>
                    <a:pt x="223626" y="647818"/>
                    <a:pt x="214527" y="643530"/>
                  </a:cubicBezTo>
                  <a:cubicBezTo>
                    <a:pt x="205533" y="639242"/>
                    <a:pt x="198317" y="634431"/>
                    <a:pt x="184930" y="648027"/>
                  </a:cubicBezTo>
                  <a:cubicBezTo>
                    <a:pt x="171439" y="661623"/>
                    <a:pt x="178341" y="659427"/>
                    <a:pt x="162549" y="659740"/>
                  </a:cubicBezTo>
                  <a:cubicBezTo>
                    <a:pt x="146757" y="659950"/>
                    <a:pt x="143619" y="670303"/>
                    <a:pt x="139959" y="664447"/>
                  </a:cubicBezTo>
                  <a:cubicBezTo>
                    <a:pt x="136299" y="658590"/>
                    <a:pt x="125945" y="664237"/>
                    <a:pt x="126991" y="642798"/>
                  </a:cubicBezTo>
                  <a:cubicBezTo>
                    <a:pt x="128141" y="621463"/>
                    <a:pt x="133370" y="622090"/>
                    <a:pt x="123016" y="625332"/>
                  </a:cubicBezTo>
                  <a:cubicBezTo>
                    <a:pt x="112663" y="628679"/>
                    <a:pt x="104191" y="633699"/>
                    <a:pt x="97080" y="628993"/>
                  </a:cubicBezTo>
                  <a:cubicBezTo>
                    <a:pt x="90072" y="624182"/>
                    <a:pt x="76372" y="630980"/>
                    <a:pt x="76372" y="630980"/>
                  </a:cubicBezTo>
                  <a:lnTo>
                    <a:pt x="76372" y="630875"/>
                  </a:lnTo>
                  <a:cubicBezTo>
                    <a:pt x="86517" y="613619"/>
                    <a:pt x="113290" y="572308"/>
                    <a:pt x="123644" y="578269"/>
                  </a:cubicBezTo>
                  <a:cubicBezTo>
                    <a:pt x="134102" y="584231"/>
                    <a:pt x="149058" y="563000"/>
                    <a:pt x="161399" y="573145"/>
                  </a:cubicBezTo>
                  <a:cubicBezTo>
                    <a:pt x="173740" y="583289"/>
                    <a:pt x="188068" y="595212"/>
                    <a:pt x="198526" y="596676"/>
                  </a:cubicBezTo>
                  <a:cubicBezTo>
                    <a:pt x="209089" y="598140"/>
                    <a:pt x="220384" y="578060"/>
                    <a:pt x="231052" y="581825"/>
                  </a:cubicBezTo>
                  <a:cubicBezTo>
                    <a:pt x="239052" y="584649"/>
                    <a:pt x="260289" y="555470"/>
                    <a:pt x="268158" y="555353"/>
                  </a:cubicBezTo>
                  <a:close/>
                  <a:moveTo>
                    <a:pt x="372154" y="548641"/>
                  </a:moveTo>
                  <a:cubicBezTo>
                    <a:pt x="375346" y="551470"/>
                    <a:pt x="372581" y="566608"/>
                    <a:pt x="374228" y="576805"/>
                  </a:cubicBezTo>
                  <a:cubicBezTo>
                    <a:pt x="376319" y="590506"/>
                    <a:pt x="376006" y="585799"/>
                    <a:pt x="384372" y="586532"/>
                  </a:cubicBezTo>
                  <a:cubicBezTo>
                    <a:pt x="392635" y="587264"/>
                    <a:pt x="391589" y="589146"/>
                    <a:pt x="391589" y="589146"/>
                  </a:cubicBezTo>
                  <a:cubicBezTo>
                    <a:pt x="391589" y="589146"/>
                    <a:pt x="389079" y="602637"/>
                    <a:pt x="390857" y="610063"/>
                  </a:cubicBezTo>
                  <a:cubicBezTo>
                    <a:pt x="392635" y="617488"/>
                    <a:pt x="393785" y="615606"/>
                    <a:pt x="406963" y="602114"/>
                  </a:cubicBezTo>
                  <a:cubicBezTo>
                    <a:pt x="420140" y="588623"/>
                    <a:pt x="415120" y="599709"/>
                    <a:pt x="433841" y="581407"/>
                  </a:cubicBezTo>
                  <a:cubicBezTo>
                    <a:pt x="452561" y="563209"/>
                    <a:pt x="444195" y="562373"/>
                    <a:pt x="450156" y="562268"/>
                  </a:cubicBezTo>
                  <a:cubicBezTo>
                    <a:pt x="456117" y="562059"/>
                    <a:pt x="460300" y="555993"/>
                    <a:pt x="460510" y="571994"/>
                  </a:cubicBezTo>
                  <a:cubicBezTo>
                    <a:pt x="460614" y="587891"/>
                    <a:pt x="447227" y="598245"/>
                    <a:pt x="439593" y="606821"/>
                  </a:cubicBezTo>
                  <a:cubicBezTo>
                    <a:pt x="431958" y="615501"/>
                    <a:pt x="417839" y="618011"/>
                    <a:pt x="409054" y="627005"/>
                  </a:cubicBezTo>
                  <a:cubicBezTo>
                    <a:pt x="400269" y="635895"/>
                    <a:pt x="390125" y="643634"/>
                    <a:pt x="382908" y="658485"/>
                  </a:cubicBezTo>
                  <a:cubicBezTo>
                    <a:pt x="375692" y="673232"/>
                    <a:pt x="374855" y="662355"/>
                    <a:pt x="373287" y="658067"/>
                  </a:cubicBezTo>
                  <a:cubicBezTo>
                    <a:pt x="371822" y="653779"/>
                    <a:pt x="363246" y="651583"/>
                    <a:pt x="358331" y="649805"/>
                  </a:cubicBezTo>
                  <a:cubicBezTo>
                    <a:pt x="353416" y="648027"/>
                    <a:pt x="357390" y="669153"/>
                    <a:pt x="357390" y="669153"/>
                  </a:cubicBezTo>
                  <a:cubicBezTo>
                    <a:pt x="357390" y="669153"/>
                    <a:pt x="357390" y="683481"/>
                    <a:pt x="353311" y="692580"/>
                  </a:cubicBezTo>
                  <a:cubicBezTo>
                    <a:pt x="349128" y="701678"/>
                    <a:pt x="334904" y="704293"/>
                    <a:pt x="326956" y="709836"/>
                  </a:cubicBezTo>
                  <a:cubicBezTo>
                    <a:pt x="319007" y="715274"/>
                    <a:pt x="292129" y="740688"/>
                    <a:pt x="276128" y="753239"/>
                  </a:cubicBezTo>
                  <a:cubicBezTo>
                    <a:pt x="260231" y="765893"/>
                    <a:pt x="230948" y="812328"/>
                    <a:pt x="229170" y="820695"/>
                  </a:cubicBezTo>
                  <a:cubicBezTo>
                    <a:pt x="227392" y="829062"/>
                    <a:pt x="230111" y="848724"/>
                    <a:pt x="233249" y="857300"/>
                  </a:cubicBezTo>
                  <a:cubicBezTo>
                    <a:pt x="236386" y="865875"/>
                    <a:pt x="261172" y="869745"/>
                    <a:pt x="260545" y="876229"/>
                  </a:cubicBezTo>
                  <a:cubicBezTo>
                    <a:pt x="259917" y="882609"/>
                    <a:pt x="338146" y="876229"/>
                    <a:pt x="338146" y="876229"/>
                  </a:cubicBezTo>
                  <a:cubicBezTo>
                    <a:pt x="335009" y="881772"/>
                    <a:pt x="331871" y="887420"/>
                    <a:pt x="328734" y="893067"/>
                  </a:cubicBezTo>
                  <a:cubicBezTo>
                    <a:pt x="328734" y="893067"/>
                    <a:pt x="324969" y="928940"/>
                    <a:pt x="332080" y="936470"/>
                  </a:cubicBezTo>
                  <a:cubicBezTo>
                    <a:pt x="339192" y="944000"/>
                    <a:pt x="357808" y="943581"/>
                    <a:pt x="364711" y="938457"/>
                  </a:cubicBezTo>
                  <a:cubicBezTo>
                    <a:pt x="371613" y="933437"/>
                    <a:pt x="374437" y="902480"/>
                    <a:pt x="373077" y="890139"/>
                  </a:cubicBezTo>
                  <a:cubicBezTo>
                    <a:pt x="371718" y="877798"/>
                    <a:pt x="387196" y="871837"/>
                    <a:pt x="387196" y="871837"/>
                  </a:cubicBezTo>
                  <a:cubicBezTo>
                    <a:pt x="387196" y="871837"/>
                    <a:pt x="402570" y="853221"/>
                    <a:pt x="421395" y="844750"/>
                  </a:cubicBezTo>
                  <a:cubicBezTo>
                    <a:pt x="440220" y="836278"/>
                    <a:pt x="421814" y="827075"/>
                    <a:pt x="420558" y="778025"/>
                  </a:cubicBezTo>
                  <a:cubicBezTo>
                    <a:pt x="419408" y="728975"/>
                    <a:pt x="429448" y="756481"/>
                    <a:pt x="433841" y="751983"/>
                  </a:cubicBezTo>
                  <a:cubicBezTo>
                    <a:pt x="438338" y="747591"/>
                    <a:pt x="460196" y="710986"/>
                    <a:pt x="464065" y="700319"/>
                  </a:cubicBezTo>
                  <a:cubicBezTo>
                    <a:pt x="467830" y="689651"/>
                    <a:pt x="485819" y="698959"/>
                    <a:pt x="492931" y="696972"/>
                  </a:cubicBezTo>
                  <a:cubicBezTo>
                    <a:pt x="500042" y="694985"/>
                    <a:pt x="519286" y="692789"/>
                    <a:pt x="525770" y="707012"/>
                  </a:cubicBezTo>
                  <a:cubicBezTo>
                    <a:pt x="532254" y="721236"/>
                    <a:pt x="533928" y="714333"/>
                    <a:pt x="531627" y="726256"/>
                  </a:cubicBezTo>
                  <a:cubicBezTo>
                    <a:pt x="529221" y="738178"/>
                    <a:pt x="541458" y="758886"/>
                    <a:pt x="548046" y="752193"/>
                  </a:cubicBezTo>
                  <a:cubicBezTo>
                    <a:pt x="554635" y="745604"/>
                    <a:pt x="585487" y="714542"/>
                    <a:pt x="590821" y="708267"/>
                  </a:cubicBezTo>
                  <a:cubicBezTo>
                    <a:pt x="596155" y="701992"/>
                    <a:pt x="599083" y="706071"/>
                    <a:pt x="602848" y="706594"/>
                  </a:cubicBezTo>
                  <a:cubicBezTo>
                    <a:pt x="606613" y="707117"/>
                    <a:pt x="605359" y="726779"/>
                    <a:pt x="605359" y="726779"/>
                  </a:cubicBezTo>
                  <a:cubicBezTo>
                    <a:pt x="605359" y="726779"/>
                    <a:pt x="607659" y="735773"/>
                    <a:pt x="606823" y="758572"/>
                  </a:cubicBezTo>
                  <a:cubicBezTo>
                    <a:pt x="605986" y="781372"/>
                    <a:pt x="610379" y="776979"/>
                    <a:pt x="615817" y="780326"/>
                  </a:cubicBezTo>
                  <a:cubicBezTo>
                    <a:pt x="621255" y="783672"/>
                    <a:pt x="620418" y="787019"/>
                    <a:pt x="632759" y="804694"/>
                  </a:cubicBezTo>
                  <a:cubicBezTo>
                    <a:pt x="645100" y="822264"/>
                    <a:pt x="639035" y="804589"/>
                    <a:pt x="643427" y="800197"/>
                  </a:cubicBezTo>
                  <a:cubicBezTo>
                    <a:pt x="647820" y="795804"/>
                    <a:pt x="655768" y="808145"/>
                    <a:pt x="662671" y="812747"/>
                  </a:cubicBezTo>
                  <a:cubicBezTo>
                    <a:pt x="669573" y="817453"/>
                    <a:pt x="660683" y="834291"/>
                    <a:pt x="660683" y="834291"/>
                  </a:cubicBezTo>
                  <a:cubicBezTo>
                    <a:pt x="660683" y="834291"/>
                    <a:pt x="652317" y="846214"/>
                    <a:pt x="650748" y="853012"/>
                  </a:cubicBezTo>
                  <a:cubicBezTo>
                    <a:pt x="649179" y="859810"/>
                    <a:pt x="634014" y="876752"/>
                    <a:pt x="626589" y="886792"/>
                  </a:cubicBezTo>
                  <a:cubicBezTo>
                    <a:pt x="619164" y="896728"/>
                    <a:pt x="604208" y="897460"/>
                    <a:pt x="593227" y="900388"/>
                  </a:cubicBezTo>
                  <a:cubicBezTo>
                    <a:pt x="582350" y="903317"/>
                    <a:pt x="535183" y="917540"/>
                    <a:pt x="516567" y="928940"/>
                  </a:cubicBezTo>
                  <a:cubicBezTo>
                    <a:pt x="497951" y="940339"/>
                    <a:pt x="483309" y="953935"/>
                    <a:pt x="478812" y="958328"/>
                  </a:cubicBezTo>
                  <a:cubicBezTo>
                    <a:pt x="474315" y="962720"/>
                    <a:pt x="473687" y="977257"/>
                    <a:pt x="480799" y="973702"/>
                  </a:cubicBezTo>
                  <a:cubicBezTo>
                    <a:pt x="487911" y="970146"/>
                    <a:pt x="496800" y="970982"/>
                    <a:pt x="500252" y="968472"/>
                  </a:cubicBezTo>
                  <a:cubicBezTo>
                    <a:pt x="503703" y="965962"/>
                    <a:pt x="530685" y="950798"/>
                    <a:pt x="542504" y="954040"/>
                  </a:cubicBezTo>
                  <a:cubicBezTo>
                    <a:pt x="554321" y="957282"/>
                    <a:pt x="537902" y="966590"/>
                    <a:pt x="526607" y="985520"/>
                  </a:cubicBezTo>
                  <a:cubicBezTo>
                    <a:pt x="515207" y="1004554"/>
                    <a:pt x="533405" y="998174"/>
                    <a:pt x="546268" y="999534"/>
                  </a:cubicBezTo>
                  <a:cubicBezTo>
                    <a:pt x="559237" y="1000893"/>
                    <a:pt x="557773" y="999743"/>
                    <a:pt x="574715" y="985624"/>
                  </a:cubicBezTo>
                  <a:cubicBezTo>
                    <a:pt x="591763" y="971505"/>
                    <a:pt x="582873" y="980290"/>
                    <a:pt x="588416" y="983637"/>
                  </a:cubicBezTo>
                  <a:cubicBezTo>
                    <a:pt x="593959" y="986984"/>
                    <a:pt x="586743" y="998488"/>
                    <a:pt x="586743" y="998488"/>
                  </a:cubicBezTo>
                  <a:cubicBezTo>
                    <a:pt x="586743" y="998488"/>
                    <a:pt x="586010" y="1001835"/>
                    <a:pt x="568754" y="1014385"/>
                  </a:cubicBezTo>
                  <a:cubicBezTo>
                    <a:pt x="551498" y="1026935"/>
                    <a:pt x="556727" y="1019196"/>
                    <a:pt x="548360" y="1022961"/>
                  </a:cubicBezTo>
                  <a:cubicBezTo>
                    <a:pt x="540098" y="1026726"/>
                    <a:pt x="541981" y="1031118"/>
                    <a:pt x="522005" y="1060297"/>
                  </a:cubicBezTo>
                  <a:cubicBezTo>
                    <a:pt x="502029" y="1089476"/>
                    <a:pt x="502762" y="1068559"/>
                    <a:pt x="505481" y="1051826"/>
                  </a:cubicBezTo>
                  <a:cubicBezTo>
                    <a:pt x="508200" y="1035092"/>
                    <a:pt x="493767" y="1050153"/>
                    <a:pt x="515625" y="1025157"/>
                  </a:cubicBezTo>
                  <a:cubicBezTo>
                    <a:pt x="537588" y="1000161"/>
                    <a:pt x="512802" y="1022751"/>
                    <a:pt x="504644" y="1028085"/>
                  </a:cubicBezTo>
                  <a:cubicBezTo>
                    <a:pt x="496487" y="1033419"/>
                    <a:pt x="477661" y="1052767"/>
                    <a:pt x="471491" y="1054440"/>
                  </a:cubicBezTo>
                  <a:cubicBezTo>
                    <a:pt x="465425" y="1056009"/>
                    <a:pt x="452038" y="1078704"/>
                    <a:pt x="441475" y="1094182"/>
                  </a:cubicBezTo>
                  <a:cubicBezTo>
                    <a:pt x="430912" y="1109661"/>
                    <a:pt x="431331" y="1112798"/>
                    <a:pt x="433318" y="1126499"/>
                  </a:cubicBezTo>
                  <a:cubicBezTo>
                    <a:pt x="435305" y="1140304"/>
                    <a:pt x="414493" y="1137899"/>
                    <a:pt x="410728" y="1138840"/>
                  </a:cubicBezTo>
                  <a:cubicBezTo>
                    <a:pt x="407067" y="1139781"/>
                    <a:pt x="385627" y="1159652"/>
                    <a:pt x="387928" y="1166973"/>
                  </a:cubicBezTo>
                  <a:cubicBezTo>
                    <a:pt x="390334" y="1174294"/>
                    <a:pt x="374751" y="1191027"/>
                    <a:pt x="374751" y="1191027"/>
                  </a:cubicBezTo>
                  <a:cubicBezTo>
                    <a:pt x="374751" y="1191027"/>
                    <a:pt x="360946" y="1210480"/>
                    <a:pt x="360632" y="1216860"/>
                  </a:cubicBezTo>
                  <a:cubicBezTo>
                    <a:pt x="360318" y="1223344"/>
                    <a:pt x="339924" y="1250745"/>
                    <a:pt x="340552" y="1263190"/>
                  </a:cubicBezTo>
                  <a:cubicBezTo>
                    <a:pt x="341179" y="1275636"/>
                    <a:pt x="334486" y="1282120"/>
                    <a:pt x="334486" y="1282120"/>
                  </a:cubicBezTo>
                  <a:cubicBezTo>
                    <a:pt x="334486" y="1282120"/>
                    <a:pt x="317230" y="1303978"/>
                    <a:pt x="309490" y="1312240"/>
                  </a:cubicBezTo>
                  <a:cubicBezTo>
                    <a:pt x="301751" y="1320607"/>
                    <a:pt x="270376" y="1360035"/>
                    <a:pt x="257617" y="1377396"/>
                  </a:cubicBezTo>
                  <a:cubicBezTo>
                    <a:pt x="244857" y="1394757"/>
                    <a:pt x="245799" y="1400823"/>
                    <a:pt x="250087" y="1410654"/>
                  </a:cubicBezTo>
                  <a:cubicBezTo>
                    <a:pt x="254375" y="1420589"/>
                    <a:pt x="249564" y="1431257"/>
                    <a:pt x="263892" y="1460540"/>
                  </a:cubicBezTo>
                  <a:cubicBezTo>
                    <a:pt x="278324" y="1489824"/>
                    <a:pt x="267448" y="1501956"/>
                    <a:pt x="267448" y="1501956"/>
                  </a:cubicBezTo>
                  <a:cubicBezTo>
                    <a:pt x="267448" y="1501956"/>
                    <a:pt x="262114" y="1515761"/>
                    <a:pt x="259185" y="1521199"/>
                  </a:cubicBezTo>
                  <a:cubicBezTo>
                    <a:pt x="256257" y="1526637"/>
                    <a:pt x="243289" y="1506348"/>
                    <a:pt x="243289" y="1506348"/>
                  </a:cubicBezTo>
                  <a:cubicBezTo>
                    <a:pt x="243289" y="1506348"/>
                    <a:pt x="233981" y="1491497"/>
                    <a:pt x="229274" y="1464514"/>
                  </a:cubicBezTo>
                  <a:cubicBezTo>
                    <a:pt x="224568" y="1437532"/>
                    <a:pt x="222163" y="1453742"/>
                    <a:pt x="221431" y="1449245"/>
                  </a:cubicBezTo>
                  <a:cubicBezTo>
                    <a:pt x="220594" y="1444748"/>
                    <a:pt x="214319" y="1446317"/>
                    <a:pt x="214842" y="1441506"/>
                  </a:cubicBezTo>
                  <a:cubicBezTo>
                    <a:pt x="215260" y="1436695"/>
                    <a:pt x="202501" y="1438368"/>
                    <a:pt x="192252" y="1431571"/>
                  </a:cubicBezTo>
                  <a:cubicBezTo>
                    <a:pt x="182002" y="1424773"/>
                    <a:pt x="178237" y="1433558"/>
                    <a:pt x="174995" y="1429688"/>
                  </a:cubicBezTo>
                  <a:cubicBezTo>
                    <a:pt x="171753" y="1425818"/>
                    <a:pt x="156484" y="1435963"/>
                    <a:pt x="155752" y="1431466"/>
                  </a:cubicBezTo>
                  <a:cubicBezTo>
                    <a:pt x="155020" y="1426969"/>
                    <a:pt x="146025" y="1435440"/>
                    <a:pt x="139227" y="1457403"/>
                  </a:cubicBezTo>
                  <a:cubicBezTo>
                    <a:pt x="132430" y="1479365"/>
                    <a:pt x="129920" y="1472254"/>
                    <a:pt x="123435" y="1472254"/>
                  </a:cubicBezTo>
                  <a:cubicBezTo>
                    <a:pt x="116951" y="1472358"/>
                    <a:pt x="106702" y="1481143"/>
                    <a:pt x="101473" y="1465456"/>
                  </a:cubicBezTo>
                  <a:cubicBezTo>
                    <a:pt x="98858" y="1457612"/>
                    <a:pt x="94152" y="1458815"/>
                    <a:pt x="89315" y="1462175"/>
                  </a:cubicBezTo>
                  <a:lnTo>
                    <a:pt x="82487" y="1467271"/>
                  </a:lnTo>
                  <a:lnTo>
                    <a:pt x="42542" y="1334151"/>
                  </a:lnTo>
                  <a:cubicBezTo>
                    <a:pt x="7969" y="1194213"/>
                    <a:pt x="-6373" y="1046760"/>
                    <a:pt x="2625" y="895299"/>
                  </a:cubicBezTo>
                  <a:cubicBezTo>
                    <a:pt x="5624" y="844812"/>
                    <a:pt x="11146" y="795074"/>
                    <a:pt x="19061" y="746201"/>
                  </a:cubicBezTo>
                  <a:lnTo>
                    <a:pt x="29157" y="699015"/>
                  </a:lnTo>
                  <a:lnTo>
                    <a:pt x="30774" y="699273"/>
                  </a:lnTo>
                  <a:cubicBezTo>
                    <a:pt x="30774" y="699169"/>
                    <a:pt x="105865" y="678356"/>
                    <a:pt x="109421" y="678879"/>
                  </a:cubicBezTo>
                  <a:cubicBezTo>
                    <a:pt x="112977" y="679402"/>
                    <a:pt x="106388" y="693835"/>
                    <a:pt x="109839" y="692789"/>
                  </a:cubicBezTo>
                  <a:cubicBezTo>
                    <a:pt x="113291" y="691639"/>
                    <a:pt x="120507" y="697181"/>
                    <a:pt x="130965" y="693939"/>
                  </a:cubicBezTo>
                  <a:cubicBezTo>
                    <a:pt x="141319" y="690697"/>
                    <a:pt x="150941" y="695508"/>
                    <a:pt x="154392" y="692893"/>
                  </a:cubicBezTo>
                  <a:cubicBezTo>
                    <a:pt x="157739" y="690279"/>
                    <a:pt x="169139" y="708581"/>
                    <a:pt x="169034" y="703979"/>
                  </a:cubicBezTo>
                  <a:cubicBezTo>
                    <a:pt x="168825" y="699378"/>
                    <a:pt x="178760" y="683795"/>
                    <a:pt x="185244" y="672395"/>
                  </a:cubicBezTo>
                  <a:cubicBezTo>
                    <a:pt x="191833" y="660891"/>
                    <a:pt x="201455" y="665806"/>
                    <a:pt x="209508" y="661727"/>
                  </a:cubicBezTo>
                  <a:cubicBezTo>
                    <a:pt x="217561" y="657649"/>
                    <a:pt x="248832" y="648027"/>
                    <a:pt x="259395" y="646458"/>
                  </a:cubicBezTo>
                  <a:cubicBezTo>
                    <a:pt x="269853" y="644785"/>
                    <a:pt x="278533" y="651687"/>
                    <a:pt x="284390" y="649909"/>
                  </a:cubicBezTo>
                  <a:cubicBezTo>
                    <a:pt x="290247" y="648132"/>
                    <a:pt x="291502" y="649386"/>
                    <a:pt x="298927" y="655034"/>
                  </a:cubicBezTo>
                  <a:cubicBezTo>
                    <a:pt x="306457" y="660682"/>
                    <a:pt x="332185" y="619685"/>
                    <a:pt x="338251" y="586113"/>
                  </a:cubicBezTo>
                  <a:cubicBezTo>
                    <a:pt x="344421" y="552542"/>
                    <a:pt x="355507" y="560281"/>
                    <a:pt x="366593" y="550555"/>
                  </a:cubicBezTo>
                  <a:cubicBezTo>
                    <a:pt x="369364" y="548123"/>
                    <a:pt x="371090" y="547698"/>
                    <a:pt x="372154" y="548641"/>
                  </a:cubicBezTo>
                  <a:close/>
                  <a:moveTo>
                    <a:pt x="529705" y="465501"/>
                  </a:moveTo>
                  <a:cubicBezTo>
                    <a:pt x="535234" y="465684"/>
                    <a:pt x="539470" y="468664"/>
                    <a:pt x="546895" y="472534"/>
                  </a:cubicBezTo>
                  <a:cubicBezTo>
                    <a:pt x="561746" y="480273"/>
                    <a:pt x="560073" y="480692"/>
                    <a:pt x="586428" y="477973"/>
                  </a:cubicBezTo>
                  <a:cubicBezTo>
                    <a:pt x="612783" y="475149"/>
                    <a:pt x="596154" y="504119"/>
                    <a:pt x="596154" y="504119"/>
                  </a:cubicBezTo>
                  <a:cubicBezTo>
                    <a:pt x="604626" y="512067"/>
                    <a:pt x="613306" y="520120"/>
                    <a:pt x="621987" y="528173"/>
                  </a:cubicBezTo>
                  <a:cubicBezTo>
                    <a:pt x="625438" y="537690"/>
                    <a:pt x="628889" y="547207"/>
                    <a:pt x="632341" y="556724"/>
                  </a:cubicBezTo>
                  <a:cubicBezTo>
                    <a:pt x="630667" y="563627"/>
                    <a:pt x="629098" y="570529"/>
                    <a:pt x="627425" y="577432"/>
                  </a:cubicBezTo>
                  <a:cubicBezTo>
                    <a:pt x="627425" y="577432"/>
                    <a:pt x="612051" y="569588"/>
                    <a:pt x="605044" y="571575"/>
                  </a:cubicBezTo>
                  <a:cubicBezTo>
                    <a:pt x="598142" y="573562"/>
                    <a:pt x="605044" y="571575"/>
                    <a:pt x="619581" y="603787"/>
                  </a:cubicBezTo>
                  <a:cubicBezTo>
                    <a:pt x="634223" y="635999"/>
                    <a:pt x="600652" y="613827"/>
                    <a:pt x="600652" y="613827"/>
                  </a:cubicBezTo>
                  <a:cubicBezTo>
                    <a:pt x="600756" y="613932"/>
                    <a:pt x="582036" y="626377"/>
                    <a:pt x="600652" y="645307"/>
                  </a:cubicBezTo>
                  <a:cubicBezTo>
                    <a:pt x="619372" y="664341"/>
                    <a:pt x="587056" y="670826"/>
                    <a:pt x="575656" y="666747"/>
                  </a:cubicBezTo>
                  <a:cubicBezTo>
                    <a:pt x="564152" y="662668"/>
                    <a:pt x="539888" y="657439"/>
                    <a:pt x="526292" y="649281"/>
                  </a:cubicBezTo>
                  <a:cubicBezTo>
                    <a:pt x="512801" y="641019"/>
                    <a:pt x="518972" y="629724"/>
                    <a:pt x="535809" y="617697"/>
                  </a:cubicBezTo>
                  <a:cubicBezTo>
                    <a:pt x="552647" y="605670"/>
                    <a:pt x="553693" y="598244"/>
                    <a:pt x="558191" y="589668"/>
                  </a:cubicBezTo>
                  <a:cubicBezTo>
                    <a:pt x="562792" y="581197"/>
                    <a:pt x="553589" y="562058"/>
                    <a:pt x="542189" y="536435"/>
                  </a:cubicBezTo>
                  <a:cubicBezTo>
                    <a:pt x="530894" y="510812"/>
                    <a:pt x="536228" y="530892"/>
                    <a:pt x="494708" y="523676"/>
                  </a:cubicBezTo>
                  <a:cubicBezTo>
                    <a:pt x="453397" y="516564"/>
                    <a:pt x="467412" y="536540"/>
                    <a:pt x="457581" y="546580"/>
                  </a:cubicBezTo>
                  <a:cubicBezTo>
                    <a:pt x="447750" y="556620"/>
                    <a:pt x="442207" y="531938"/>
                    <a:pt x="436559" y="526395"/>
                  </a:cubicBezTo>
                  <a:cubicBezTo>
                    <a:pt x="430912" y="520852"/>
                    <a:pt x="450364" y="498262"/>
                    <a:pt x="458104" y="484038"/>
                  </a:cubicBezTo>
                  <a:lnTo>
                    <a:pt x="457999" y="484248"/>
                  </a:lnTo>
                  <a:cubicBezTo>
                    <a:pt x="462392" y="488536"/>
                    <a:pt x="466889" y="492824"/>
                    <a:pt x="471281" y="497111"/>
                  </a:cubicBezTo>
                  <a:cubicBezTo>
                    <a:pt x="471281" y="497111"/>
                    <a:pt x="479543" y="489895"/>
                    <a:pt x="504748" y="475253"/>
                  </a:cubicBezTo>
                  <a:cubicBezTo>
                    <a:pt x="517350" y="467932"/>
                    <a:pt x="524175" y="465318"/>
                    <a:pt x="529705" y="465501"/>
                  </a:cubicBezTo>
                  <a:close/>
                  <a:moveTo>
                    <a:pt x="1106270" y="112269"/>
                  </a:moveTo>
                  <a:cubicBezTo>
                    <a:pt x="1108937" y="112099"/>
                    <a:pt x="1111990" y="113184"/>
                    <a:pt x="1115624" y="116322"/>
                  </a:cubicBezTo>
                  <a:cubicBezTo>
                    <a:pt x="1130161" y="128872"/>
                    <a:pt x="1141665" y="104399"/>
                    <a:pt x="1146999" y="124584"/>
                  </a:cubicBezTo>
                  <a:cubicBezTo>
                    <a:pt x="1152437" y="144873"/>
                    <a:pt x="1171681" y="123852"/>
                    <a:pt x="1152437" y="144873"/>
                  </a:cubicBezTo>
                  <a:cubicBezTo>
                    <a:pt x="1133089" y="165894"/>
                    <a:pt x="1136122" y="162443"/>
                    <a:pt x="1124409" y="187020"/>
                  </a:cubicBezTo>
                  <a:cubicBezTo>
                    <a:pt x="1112695" y="211598"/>
                    <a:pt x="1141665" y="223206"/>
                    <a:pt x="1112172" y="249457"/>
                  </a:cubicBezTo>
                  <a:cubicBezTo>
                    <a:pt x="1082575" y="275812"/>
                    <a:pt x="1072535" y="248725"/>
                    <a:pt x="1069188" y="281878"/>
                  </a:cubicBezTo>
                  <a:cubicBezTo>
                    <a:pt x="1065737" y="315031"/>
                    <a:pt x="1075777" y="320679"/>
                    <a:pt x="1076718" y="336576"/>
                  </a:cubicBezTo>
                  <a:cubicBezTo>
                    <a:pt x="1077660" y="352577"/>
                    <a:pt x="1074627" y="356028"/>
                    <a:pt x="1066260" y="371611"/>
                  </a:cubicBezTo>
                  <a:cubicBezTo>
                    <a:pt x="1057998" y="387194"/>
                    <a:pt x="1055802" y="374226"/>
                    <a:pt x="1032584" y="388240"/>
                  </a:cubicBezTo>
                  <a:cubicBezTo>
                    <a:pt x="1009366" y="402254"/>
                    <a:pt x="993051" y="414595"/>
                    <a:pt x="982593" y="417315"/>
                  </a:cubicBezTo>
                  <a:cubicBezTo>
                    <a:pt x="972134" y="420034"/>
                    <a:pt x="951322" y="438859"/>
                    <a:pt x="945152" y="445866"/>
                  </a:cubicBezTo>
                  <a:cubicBezTo>
                    <a:pt x="938877" y="452873"/>
                    <a:pt x="959480" y="455592"/>
                    <a:pt x="924862" y="480692"/>
                  </a:cubicBezTo>
                  <a:cubicBezTo>
                    <a:pt x="890245" y="505897"/>
                    <a:pt x="881042" y="505688"/>
                    <a:pt x="873407" y="529115"/>
                  </a:cubicBezTo>
                  <a:cubicBezTo>
                    <a:pt x="865877" y="552542"/>
                    <a:pt x="869747" y="554215"/>
                    <a:pt x="864518" y="568961"/>
                  </a:cubicBezTo>
                  <a:cubicBezTo>
                    <a:pt x="859393" y="583708"/>
                    <a:pt x="845588" y="640915"/>
                    <a:pt x="833038" y="630875"/>
                  </a:cubicBezTo>
                  <a:cubicBezTo>
                    <a:pt x="820383" y="620835"/>
                    <a:pt x="815363" y="624809"/>
                    <a:pt x="804696" y="614246"/>
                  </a:cubicBezTo>
                  <a:cubicBezTo>
                    <a:pt x="793923" y="603683"/>
                    <a:pt x="786184" y="587054"/>
                    <a:pt x="779386" y="578165"/>
                  </a:cubicBezTo>
                  <a:cubicBezTo>
                    <a:pt x="772693" y="569275"/>
                    <a:pt x="767464" y="543966"/>
                    <a:pt x="763699" y="528906"/>
                  </a:cubicBezTo>
                  <a:cubicBezTo>
                    <a:pt x="759829" y="513950"/>
                    <a:pt x="739540" y="482052"/>
                    <a:pt x="757737" y="482366"/>
                  </a:cubicBezTo>
                  <a:cubicBezTo>
                    <a:pt x="775830" y="482784"/>
                    <a:pt x="786080" y="477346"/>
                    <a:pt x="790577" y="470757"/>
                  </a:cubicBezTo>
                  <a:cubicBezTo>
                    <a:pt x="795178" y="464168"/>
                    <a:pt x="798002" y="444611"/>
                    <a:pt x="798002" y="444611"/>
                  </a:cubicBezTo>
                  <a:cubicBezTo>
                    <a:pt x="798002" y="444611"/>
                    <a:pt x="792564" y="416687"/>
                    <a:pt x="785452" y="402568"/>
                  </a:cubicBezTo>
                  <a:cubicBezTo>
                    <a:pt x="778340" y="388449"/>
                    <a:pt x="780118" y="374540"/>
                    <a:pt x="769660" y="361467"/>
                  </a:cubicBezTo>
                  <a:cubicBezTo>
                    <a:pt x="759201" y="348289"/>
                    <a:pt x="759515" y="350904"/>
                    <a:pt x="745710" y="338667"/>
                  </a:cubicBezTo>
                  <a:cubicBezTo>
                    <a:pt x="732010" y="326536"/>
                    <a:pt x="734520" y="317750"/>
                    <a:pt x="715485" y="320470"/>
                  </a:cubicBezTo>
                  <a:cubicBezTo>
                    <a:pt x="696451" y="323189"/>
                    <a:pt x="690594" y="316914"/>
                    <a:pt x="684110" y="321411"/>
                  </a:cubicBezTo>
                  <a:cubicBezTo>
                    <a:pt x="677521" y="325908"/>
                    <a:pt x="653467" y="311580"/>
                    <a:pt x="676894" y="302167"/>
                  </a:cubicBezTo>
                  <a:cubicBezTo>
                    <a:pt x="700321" y="292755"/>
                    <a:pt x="722911" y="291709"/>
                    <a:pt x="722911" y="291709"/>
                  </a:cubicBezTo>
                  <a:cubicBezTo>
                    <a:pt x="722911" y="291709"/>
                    <a:pt x="751044" y="262321"/>
                    <a:pt x="740690" y="262635"/>
                  </a:cubicBezTo>
                  <a:cubicBezTo>
                    <a:pt x="730232" y="262948"/>
                    <a:pt x="752926" y="232410"/>
                    <a:pt x="730336" y="246843"/>
                  </a:cubicBezTo>
                  <a:cubicBezTo>
                    <a:pt x="707642" y="261275"/>
                    <a:pt x="681705" y="279473"/>
                    <a:pt x="675116" y="283970"/>
                  </a:cubicBezTo>
                  <a:cubicBezTo>
                    <a:pt x="668632" y="288572"/>
                    <a:pt x="652003" y="295997"/>
                    <a:pt x="635897" y="308652"/>
                  </a:cubicBezTo>
                  <a:cubicBezTo>
                    <a:pt x="619686" y="321306"/>
                    <a:pt x="599188" y="324758"/>
                    <a:pt x="590612" y="345779"/>
                  </a:cubicBezTo>
                  <a:cubicBezTo>
                    <a:pt x="581932" y="366905"/>
                    <a:pt x="592390" y="366487"/>
                    <a:pt x="581932" y="366905"/>
                  </a:cubicBezTo>
                  <a:cubicBezTo>
                    <a:pt x="571473" y="367323"/>
                    <a:pt x="588834" y="346197"/>
                    <a:pt x="566662" y="371402"/>
                  </a:cubicBezTo>
                  <a:cubicBezTo>
                    <a:pt x="544386" y="396502"/>
                    <a:pt x="550975" y="391901"/>
                    <a:pt x="538634" y="390332"/>
                  </a:cubicBezTo>
                  <a:cubicBezTo>
                    <a:pt x="526293" y="388658"/>
                    <a:pt x="517299" y="383429"/>
                    <a:pt x="517299" y="383429"/>
                  </a:cubicBezTo>
                  <a:cubicBezTo>
                    <a:pt x="517299" y="383429"/>
                    <a:pt x="532359" y="376213"/>
                    <a:pt x="510082" y="380292"/>
                  </a:cubicBezTo>
                  <a:cubicBezTo>
                    <a:pt x="495305" y="382938"/>
                    <a:pt x="484742" y="379978"/>
                    <a:pt x="478393" y="371402"/>
                  </a:cubicBezTo>
                  <a:cubicBezTo>
                    <a:pt x="468876" y="358434"/>
                    <a:pt x="474001" y="356865"/>
                    <a:pt x="478707" y="350172"/>
                  </a:cubicBezTo>
                  <a:cubicBezTo>
                    <a:pt x="483413" y="343478"/>
                    <a:pt x="486133" y="332079"/>
                    <a:pt x="486133" y="332079"/>
                  </a:cubicBezTo>
                  <a:lnTo>
                    <a:pt x="485819" y="332183"/>
                  </a:lnTo>
                  <a:cubicBezTo>
                    <a:pt x="507886" y="321097"/>
                    <a:pt x="529953" y="309907"/>
                    <a:pt x="552020" y="298925"/>
                  </a:cubicBezTo>
                  <a:cubicBezTo>
                    <a:pt x="552020" y="298925"/>
                    <a:pt x="575447" y="291918"/>
                    <a:pt x="586220" y="275394"/>
                  </a:cubicBezTo>
                  <a:cubicBezTo>
                    <a:pt x="596887" y="258974"/>
                    <a:pt x="585278" y="262426"/>
                    <a:pt x="619373" y="241613"/>
                  </a:cubicBezTo>
                  <a:cubicBezTo>
                    <a:pt x="653467" y="220906"/>
                    <a:pt x="643009" y="218605"/>
                    <a:pt x="661834" y="218500"/>
                  </a:cubicBezTo>
                  <a:cubicBezTo>
                    <a:pt x="680659" y="218291"/>
                    <a:pt x="685574" y="216931"/>
                    <a:pt x="706177" y="216304"/>
                  </a:cubicBezTo>
                  <a:cubicBezTo>
                    <a:pt x="726780" y="215677"/>
                    <a:pt x="730964" y="206473"/>
                    <a:pt x="750207" y="208983"/>
                  </a:cubicBezTo>
                  <a:cubicBezTo>
                    <a:pt x="769451" y="211598"/>
                    <a:pt x="777608" y="206578"/>
                    <a:pt x="792668" y="202290"/>
                  </a:cubicBezTo>
                  <a:cubicBezTo>
                    <a:pt x="807728" y="198106"/>
                    <a:pt x="816200" y="195701"/>
                    <a:pt x="839627" y="189217"/>
                  </a:cubicBezTo>
                  <a:cubicBezTo>
                    <a:pt x="863158" y="182733"/>
                    <a:pt x="882192" y="156064"/>
                    <a:pt x="892337" y="166731"/>
                  </a:cubicBezTo>
                  <a:cubicBezTo>
                    <a:pt x="902481" y="177399"/>
                    <a:pt x="906874" y="170810"/>
                    <a:pt x="936158" y="168404"/>
                  </a:cubicBezTo>
                  <a:cubicBezTo>
                    <a:pt x="965546" y="165894"/>
                    <a:pt x="975795" y="152508"/>
                    <a:pt x="988345" y="154495"/>
                  </a:cubicBezTo>
                  <a:cubicBezTo>
                    <a:pt x="1001000" y="156587"/>
                    <a:pt x="1019929" y="143514"/>
                    <a:pt x="1043984" y="139958"/>
                  </a:cubicBezTo>
                  <a:cubicBezTo>
                    <a:pt x="1067933" y="136402"/>
                    <a:pt x="1078915" y="128244"/>
                    <a:pt x="1087386" y="126153"/>
                  </a:cubicBezTo>
                  <a:cubicBezTo>
                    <a:pt x="1093739" y="124584"/>
                    <a:pt x="1098269" y="112779"/>
                    <a:pt x="1106270" y="112269"/>
                  </a:cubicBezTo>
                  <a:close/>
                  <a:moveTo>
                    <a:pt x="2388829" y="129"/>
                  </a:moveTo>
                  <a:cubicBezTo>
                    <a:pt x="2403471" y="-708"/>
                    <a:pt x="2411105" y="2743"/>
                    <a:pt x="2418113" y="4731"/>
                  </a:cubicBezTo>
                  <a:cubicBezTo>
                    <a:pt x="2425120" y="6718"/>
                    <a:pt x="2419786" y="15294"/>
                    <a:pt x="2416858" y="17385"/>
                  </a:cubicBezTo>
                  <a:cubicBezTo>
                    <a:pt x="2413929" y="19477"/>
                    <a:pt x="2411419" y="32236"/>
                    <a:pt x="2409955" y="44995"/>
                  </a:cubicBezTo>
                  <a:cubicBezTo>
                    <a:pt x="2408491" y="57650"/>
                    <a:pt x="2426270" y="54722"/>
                    <a:pt x="2455345" y="45309"/>
                  </a:cubicBezTo>
                  <a:cubicBezTo>
                    <a:pt x="2484419" y="36001"/>
                    <a:pt x="2490798" y="45832"/>
                    <a:pt x="2500839" y="48865"/>
                  </a:cubicBezTo>
                  <a:cubicBezTo>
                    <a:pt x="2510879" y="51898"/>
                    <a:pt x="2535874" y="51061"/>
                    <a:pt x="2545914" y="47924"/>
                  </a:cubicBezTo>
                  <a:cubicBezTo>
                    <a:pt x="2550987" y="46303"/>
                    <a:pt x="2557366" y="41832"/>
                    <a:pt x="2564557" y="37440"/>
                  </a:cubicBezTo>
                  <a:lnTo>
                    <a:pt x="2578703" y="31413"/>
                  </a:lnTo>
                  <a:lnTo>
                    <a:pt x="2649190" y="118873"/>
                  </a:lnTo>
                  <a:cubicBezTo>
                    <a:pt x="2815162" y="346210"/>
                    <a:pt x="2916812" y="622299"/>
                    <a:pt x="2929246" y="919097"/>
                  </a:cubicBezTo>
                  <a:lnTo>
                    <a:pt x="2928666" y="984327"/>
                  </a:lnTo>
                  <a:lnTo>
                    <a:pt x="2913880" y="983180"/>
                  </a:lnTo>
                  <a:cubicBezTo>
                    <a:pt x="2908690" y="982539"/>
                    <a:pt x="2903853" y="982016"/>
                    <a:pt x="2900663" y="982696"/>
                  </a:cubicBezTo>
                  <a:cubicBezTo>
                    <a:pt x="2894388" y="984055"/>
                    <a:pt x="2895957" y="985311"/>
                    <a:pt x="2891042" y="981650"/>
                  </a:cubicBezTo>
                  <a:cubicBezTo>
                    <a:pt x="2886126" y="977990"/>
                    <a:pt x="2872112" y="996815"/>
                    <a:pt x="2865000" y="1011038"/>
                  </a:cubicBezTo>
                  <a:cubicBezTo>
                    <a:pt x="2857784" y="1025262"/>
                    <a:pt x="2850672" y="1039485"/>
                    <a:pt x="2846907" y="1051408"/>
                  </a:cubicBezTo>
                  <a:cubicBezTo>
                    <a:pt x="2843247" y="1063226"/>
                    <a:pt x="2819297" y="1086025"/>
                    <a:pt x="2814591" y="1088640"/>
                  </a:cubicBezTo>
                  <a:cubicBezTo>
                    <a:pt x="2809884" y="1091359"/>
                    <a:pt x="2804028" y="1111648"/>
                    <a:pt x="2804028" y="1122839"/>
                  </a:cubicBezTo>
                  <a:cubicBezTo>
                    <a:pt x="2803923" y="1134029"/>
                    <a:pt x="2797020" y="1149926"/>
                    <a:pt x="2798485" y="1173457"/>
                  </a:cubicBezTo>
                  <a:cubicBezTo>
                    <a:pt x="2799844" y="1196884"/>
                    <a:pt x="2807374" y="1195211"/>
                    <a:pt x="2812499" y="1217905"/>
                  </a:cubicBezTo>
                  <a:cubicBezTo>
                    <a:pt x="2817623" y="1240600"/>
                    <a:pt x="2815636" y="1237881"/>
                    <a:pt x="2820238" y="1252732"/>
                  </a:cubicBezTo>
                  <a:cubicBezTo>
                    <a:pt x="2824840" y="1267583"/>
                    <a:pt x="2817833" y="1272394"/>
                    <a:pt x="2817833" y="1272394"/>
                  </a:cubicBezTo>
                  <a:cubicBezTo>
                    <a:pt x="2817833" y="1272289"/>
                    <a:pt x="2804341" y="1296239"/>
                    <a:pt x="2800890" y="1298644"/>
                  </a:cubicBezTo>
                  <a:cubicBezTo>
                    <a:pt x="2797543" y="1301050"/>
                    <a:pt x="2785203" y="1311822"/>
                    <a:pt x="2781960" y="1303037"/>
                  </a:cubicBezTo>
                  <a:cubicBezTo>
                    <a:pt x="2778718" y="1294147"/>
                    <a:pt x="2769201" y="1293206"/>
                    <a:pt x="2766587" y="1281074"/>
                  </a:cubicBezTo>
                  <a:cubicBezTo>
                    <a:pt x="2763972" y="1268838"/>
                    <a:pt x="2755082" y="1264550"/>
                    <a:pt x="2750062" y="1248130"/>
                  </a:cubicBezTo>
                  <a:cubicBezTo>
                    <a:pt x="2745147" y="1231711"/>
                    <a:pt x="2738872" y="1239554"/>
                    <a:pt x="2733538" y="1221566"/>
                  </a:cubicBezTo>
                  <a:cubicBezTo>
                    <a:pt x="2728204" y="1203682"/>
                    <a:pt x="2686371" y="1149298"/>
                    <a:pt x="2675285" y="1130996"/>
                  </a:cubicBezTo>
                  <a:cubicBezTo>
                    <a:pt x="2664199" y="1112694"/>
                    <a:pt x="2668591" y="1119701"/>
                    <a:pt x="2665454" y="1090104"/>
                  </a:cubicBezTo>
                  <a:cubicBezTo>
                    <a:pt x="2662212" y="1060506"/>
                    <a:pt x="2648093" y="1068350"/>
                    <a:pt x="2647674" y="1055696"/>
                  </a:cubicBezTo>
                  <a:cubicBezTo>
                    <a:pt x="2647256" y="1043041"/>
                    <a:pt x="2636379" y="1053395"/>
                    <a:pt x="2635020" y="1058519"/>
                  </a:cubicBezTo>
                  <a:cubicBezTo>
                    <a:pt x="2633660" y="1063539"/>
                    <a:pt x="2620169" y="1079332"/>
                    <a:pt x="2607410" y="1070965"/>
                  </a:cubicBezTo>
                  <a:cubicBezTo>
                    <a:pt x="2594755" y="1062598"/>
                    <a:pt x="2594860" y="1057787"/>
                    <a:pt x="2584610" y="1048793"/>
                  </a:cubicBezTo>
                  <a:cubicBezTo>
                    <a:pt x="2574466" y="1039903"/>
                    <a:pt x="2571537" y="1038962"/>
                    <a:pt x="2556582" y="1032582"/>
                  </a:cubicBezTo>
                  <a:cubicBezTo>
                    <a:pt x="2541731" y="1026307"/>
                    <a:pt x="2536188" y="1009888"/>
                    <a:pt x="2531168" y="1010934"/>
                  </a:cubicBezTo>
                  <a:cubicBezTo>
                    <a:pt x="2526148" y="1011979"/>
                    <a:pt x="2502407" y="1002776"/>
                    <a:pt x="2502407" y="1002776"/>
                  </a:cubicBezTo>
                  <a:cubicBezTo>
                    <a:pt x="2492995" y="1003717"/>
                    <a:pt x="2483373" y="1004763"/>
                    <a:pt x="2473856" y="1005809"/>
                  </a:cubicBezTo>
                  <a:cubicBezTo>
                    <a:pt x="2466012" y="1008110"/>
                    <a:pt x="2458064" y="1010411"/>
                    <a:pt x="2450220" y="1012607"/>
                  </a:cubicBezTo>
                  <a:cubicBezTo>
                    <a:pt x="2450220" y="1012607"/>
                    <a:pt x="2427420" y="1017627"/>
                    <a:pt x="2410269" y="1018150"/>
                  </a:cubicBezTo>
                  <a:cubicBezTo>
                    <a:pt x="2393117" y="1018777"/>
                    <a:pt x="2393849" y="1021810"/>
                    <a:pt x="2385587" y="1015535"/>
                  </a:cubicBezTo>
                  <a:cubicBezTo>
                    <a:pt x="2377325" y="1009260"/>
                    <a:pt x="2363101" y="1010829"/>
                    <a:pt x="2357454" y="999116"/>
                  </a:cubicBezTo>
                  <a:cubicBezTo>
                    <a:pt x="2351806" y="987507"/>
                    <a:pt x="2351283" y="995664"/>
                    <a:pt x="2344172" y="993991"/>
                  </a:cubicBezTo>
                  <a:cubicBezTo>
                    <a:pt x="2337060" y="992318"/>
                    <a:pt x="2335596" y="997442"/>
                    <a:pt x="2332354" y="994932"/>
                  </a:cubicBezTo>
                  <a:cubicBezTo>
                    <a:pt x="2329112" y="992422"/>
                    <a:pt x="2316771" y="996710"/>
                    <a:pt x="2301292" y="998488"/>
                  </a:cubicBezTo>
                  <a:cubicBezTo>
                    <a:pt x="2285709" y="1000266"/>
                    <a:pt x="2275460" y="991272"/>
                    <a:pt x="2255589" y="981023"/>
                  </a:cubicBezTo>
                  <a:cubicBezTo>
                    <a:pt x="2235718" y="970773"/>
                    <a:pt x="2224841" y="969937"/>
                    <a:pt x="2213546" y="951321"/>
                  </a:cubicBezTo>
                  <a:cubicBezTo>
                    <a:pt x="2202251" y="932809"/>
                    <a:pt x="2203611" y="969727"/>
                    <a:pt x="2219403" y="990540"/>
                  </a:cubicBezTo>
                  <a:cubicBezTo>
                    <a:pt x="2235195" y="1011352"/>
                    <a:pt x="2233940" y="1011561"/>
                    <a:pt x="2237496" y="1020555"/>
                  </a:cubicBezTo>
                  <a:cubicBezTo>
                    <a:pt x="2240947" y="1029550"/>
                    <a:pt x="2245235" y="1030177"/>
                    <a:pt x="2255903" y="1052140"/>
                  </a:cubicBezTo>
                  <a:cubicBezTo>
                    <a:pt x="2266675" y="1074102"/>
                    <a:pt x="2273264" y="1062912"/>
                    <a:pt x="2285814" y="1076299"/>
                  </a:cubicBezTo>
                  <a:cubicBezTo>
                    <a:pt x="2298364" y="1089685"/>
                    <a:pt x="2302233" y="1072638"/>
                    <a:pt x="2320117" y="1063853"/>
                  </a:cubicBezTo>
                  <a:cubicBezTo>
                    <a:pt x="2337897" y="1054963"/>
                    <a:pt x="2328798" y="1050571"/>
                    <a:pt x="2342080" y="1023379"/>
                  </a:cubicBezTo>
                  <a:cubicBezTo>
                    <a:pt x="2355362" y="996292"/>
                    <a:pt x="2350970" y="1021497"/>
                    <a:pt x="2364775" y="1039380"/>
                  </a:cubicBezTo>
                  <a:cubicBezTo>
                    <a:pt x="2378475" y="1057369"/>
                    <a:pt x="2376488" y="1054545"/>
                    <a:pt x="2392908" y="1067095"/>
                  </a:cubicBezTo>
                  <a:cubicBezTo>
                    <a:pt x="2409223" y="1079541"/>
                    <a:pt x="2413616" y="1075357"/>
                    <a:pt x="2424701" y="1082574"/>
                  </a:cubicBezTo>
                  <a:cubicBezTo>
                    <a:pt x="2435892" y="1089685"/>
                    <a:pt x="2425224" y="1106628"/>
                    <a:pt x="2418426" y="1122629"/>
                  </a:cubicBezTo>
                  <a:cubicBezTo>
                    <a:pt x="2411733" y="1138631"/>
                    <a:pt x="2406922" y="1141350"/>
                    <a:pt x="2406608" y="1151076"/>
                  </a:cubicBezTo>
                  <a:cubicBezTo>
                    <a:pt x="2406295" y="1160803"/>
                    <a:pt x="2398346" y="1183602"/>
                    <a:pt x="2389456" y="1196989"/>
                  </a:cubicBezTo>
                  <a:cubicBezTo>
                    <a:pt x="2380567" y="1210271"/>
                    <a:pt x="2368435" y="1232443"/>
                    <a:pt x="2368435" y="1232443"/>
                  </a:cubicBezTo>
                  <a:cubicBezTo>
                    <a:pt x="2368435" y="1232443"/>
                    <a:pt x="2333295" y="1264759"/>
                    <a:pt x="2328170" y="1265909"/>
                  </a:cubicBezTo>
                  <a:cubicBezTo>
                    <a:pt x="2323150" y="1267060"/>
                    <a:pt x="2285605" y="1312972"/>
                    <a:pt x="2285605" y="1312972"/>
                  </a:cubicBezTo>
                  <a:cubicBezTo>
                    <a:pt x="2276192" y="1318306"/>
                    <a:pt x="2266780" y="1323744"/>
                    <a:pt x="2257367" y="1329183"/>
                  </a:cubicBezTo>
                  <a:cubicBezTo>
                    <a:pt x="2257367" y="1329183"/>
                    <a:pt x="2232790" y="1326673"/>
                    <a:pt x="2230175" y="1320816"/>
                  </a:cubicBezTo>
                  <a:cubicBezTo>
                    <a:pt x="2227456" y="1314959"/>
                    <a:pt x="2210095" y="1291323"/>
                    <a:pt x="2205389" y="1271243"/>
                  </a:cubicBezTo>
                  <a:cubicBezTo>
                    <a:pt x="2200787" y="1251058"/>
                    <a:pt x="2169516" y="1225645"/>
                    <a:pt x="2164810" y="1216964"/>
                  </a:cubicBezTo>
                  <a:cubicBezTo>
                    <a:pt x="2160104" y="1208284"/>
                    <a:pt x="2139292" y="1193537"/>
                    <a:pt x="2132075" y="1185380"/>
                  </a:cubicBezTo>
                  <a:cubicBezTo>
                    <a:pt x="2124859" y="1177222"/>
                    <a:pt x="2106348" y="1155364"/>
                    <a:pt x="2103628" y="1149507"/>
                  </a:cubicBezTo>
                  <a:cubicBezTo>
                    <a:pt x="2100909" y="1143651"/>
                    <a:pt x="2089614" y="1129846"/>
                    <a:pt x="2078110" y="1109661"/>
                  </a:cubicBezTo>
                  <a:cubicBezTo>
                    <a:pt x="2066606" y="1089476"/>
                    <a:pt x="2033034" y="1066049"/>
                    <a:pt x="2031570" y="1059879"/>
                  </a:cubicBezTo>
                  <a:cubicBezTo>
                    <a:pt x="2030106" y="1053708"/>
                    <a:pt x="2010862" y="1040113"/>
                    <a:pt x="2007097" y="1040949"/>
                  </a:cubicBezTo>
                  <a:cubicBezTo>
                    <a:pt x="2003228" y="1041786"/>
                    <a:pt x="1994338" y="1048688"/>
                    <a:pt x="1994338" y="1048688"/>
                  </a:cubicBezTo>
                  <a:cubicBezTo>
                    <a:pt x="1994338" y="1048688"/>
                    <a:pt x="1973003" y="1037080"/>
                    <a:pt x="1970598" y="1032792"/>
                  </a:cubicBezTo>
                  <a:cubicBezTo>
                    <a:pt x="1968192" y="1028399"/>
                    <a:pt x="1980428" y="1051826"/>
                    <a:pt x="1985344" y="1055591"/>
                  </a:cubicBezTo>
                  <a:cubicBezTo>
                    <a:pt x="1990259" y="1059356"/>
                    <a:pt x="2036381" y="1123884"/>
                    <a:pt x="2042133" y="1137271"/>
                  </a:cubicBezTo>
                  <a:cubicBezTo>
                    <a:pt x="2047990" y="1150658"/>
                    <a:pt x="2054160" y="1154214"/>
                    <a:pt x="2061586" y="1168751"/>
                  </a:cubicBezTo>
                  <a:cubicBezTo>
                    <a:pt x="2069011" y="1183288"/>
                    <a:pt x="2074763" y="1185275"/>
                    <a:pt x="2088882" y="1211421"/>
                  </a:cubicBezTo>
                  <a:cubicBezTo>
                    <a:pt x="2103001" y="1237463"/>
                    <a:pt x="2106348" y="1228678"/>
                    <a:pt x="2117329" y="1247293"/>
                  </a:cubicBezTo>
                  <a:cubicBezTo>
                    <a:pt x="2128310" y="1266014"/>
                    <a:pt x="2129774" y="1260785"/>
                    <a:pt x="2143475" y="1273962"/>
                  </a:cubicBezTo>
                  <a:cubicBezTo>
                    <a:pt x="2157175" y="1287140"/>
                    <a:pt x="2153829" y="1278146"/>
                    <a:pt x="2169830" y="1295611"/>
                  </a:cubicBezTo>
                  <a:cubicBezTo>
                    <a:pt x="2185831" y="1313181"/>
                    <a:pt x="2192316" y="1318201"/>
                    <a:pt x="2203402" y="1331902"/>
                  </a:cubicBezTo>
                  <a:cubicBezTo>
                    <a:pt x="2214488" y="1345707"/>
                    <a:pt x="2219821" y="1357420"/>
                    <a:pt x="2228502" y="1378233"/>
                  </a:cubicBezTo>
                  <a:cubicBezTo>
                    <a:pt x="2237182" y="1399045"/>
                    <a:pt x="2242621" y="1381475"/>
                    <a:pt x="2254648" y="1381998"/>
                  </a:cubicBezTo>
                  <a:cubicBezTo>
                    <a:pt x="2254648" y="1381998"/>
                    <a:pt x="2271904" y="1369866"/>
                    <a:pt x="2309241" y="1364532"/>
                  </a:cubicBezTo>
                  <a:cubicBezTo>
                    <a:pt x="2346577" y="1359199"/>
                    <a:pt x="2332563" y="1355956"/>
                    <a:pt x="2337269" y="1353237"/>
                  </a:cubicBezTo>
                  <a:cubicBezTo>
                    <a:pt x="2341975" y="1350518"/>
                    <a:pt x="2356513" y="1343929"/>
                    <a:pt x="2358291" y="1340269"/>
                  </a:cubicBezTo>
                  <a:cubicBezTo>
                    <a:pt x="2360173" y="1336608"/>
                    <a:pt x="2360905" y="1399672"/>
                    <a:pt x="2360696" y="1411072"/>
                  </a:cubicBezTo>
                  <a:cubicBezTo>
                    <a:pt x="2360487" y="1422472"/>
                    <a:pt x="2350970" y="1445794"/>
                    <a:pt x="2350970" y="1445794"/>
                  </a:cubicBezTo>
                  <a:cubicBezTo>
                    <a:pt x="2350970" y="1445794"/>
                    <a:pt x="2344276" y="1463573"/>
                    <a:pt x="2343963" y="1468489"/>
                  </a:cubicBezTo>
                  <a:cubicBezTo>
                    <a:pt x="2343649" y="1473509"/>
                    <a:pt x="2332354" y="1506976"/>
                    <a:pt x="2326811" y="1524546"/>
                  </a:cubicBezTo>
                  <a:cubicBezTo>
                    <a:pt x="2321268" y="1542116"/>
                    <a:pt x="2309136" y="1559686"/>
                    <a:pt x="2304116" y="1567321"/>
                  </a:cubicBezTo>
                  <a:cubicBezTo>
                    <a:pt x="2299096" y="1574955"/>
                    <a:pt x="2293553" y="1592525"/>
                    <a:pt x="2288324" y="1611664"/>
                  </a:cubicBezTo>
                  <a:cubicBezTo>
                    <a:pt x="2283199" y="1630803"/>
                    <a:pt x="2265525" y="1672428"/>
                    <a:pt x="2265525" y="1672428"/>
                  </a:cubicBezTo>
                  <a:cubicBezTo>
                    <a:pt x="2265525" y="1672428"/>
                    <a:pt x="2254439" y="1701084"/>
                    <a:pt x="2251928" y="1708195"/>
                  </a:cubicBezTo>
                  <a:cubicBezTo>
                    <a:pt x="2249523" y="1715307"/>
                    <a:pt x="2243876" y="1732982"/>
                    <a:pt x="2245235" y="1739152"/>
                  </a:cubicBezTo>
                  <a:cubicBezTo>
                    <a:pt x="2246490" y="1745323"/>
                    <a:pt x="2248164" y="1766135"/>
                    <a:pt x="2254752" y="1772724"/>
                  </a:cubicBezTo>
                  <a:cubicBezTo>
                    <a:pt x="2261341" y="1779313"/>
                    <a:pt x="2268976" y="1810060"/>
                    <a:pt x="2281421" y="1833173"/>
                  </a:cubicBezTo>
                  <a:cubicBezTo>
                    <a:pt x="2293867" y="1856286"/>
                    <a:pt x="2287696" y="1851266"/>
                    <a:pt x="2295435" y="1877099"/>
                  </a:cubicBezTo>
                  <a:cubicBezTo>
                    <a:pt x="2303175" y="1902931"/>
                    <a:pt x="2304011" y="1907637"/>
                    <a:pt x="2304953" y="1912343"/>
                  </a:cubicBezTo>
                  <a:cubicBezTo>
                    <a:pt x="2305789" y="1917050"/>
                    <a:pt x="2302338" y="1939012"/>
                    <a:pt x="2303907" y="1946856"/>
                  </a:cubicBezTo>
                  <a:cubicBezTo>
                    <a:pt x="2305475" y="1954595"/>
                    <a:pt x="2289997" y="1974676"/>
                    <a:pt x="2282571" y="1983042"/>
                  </a:cubicBezTo>
                  <a:cubicBezTo>
                    <a:pt x="2275146" y="1991304"/>
                    <a:pt x="2274832" y="1996324"/>
                    <a:pt x="2269603" y="2002495"/>
                  </a:cubicBezTo>
                  <a:cubicBezTo>
                    <a:pt x="2264374" y="2008665"/>
                    <a:pt x="2251824" y="2042760"/>
                    <a:pt x="2251824" y="2042760"/>
                  </a:cubicBezTo>
                  <a:cubicBezTo>
                    <a:pt x="2251824" y="2042760"/>
                    <a:pt x="2242934" y="2069429"/>
                    <a:pt x="2246281" y="2093169"/>
                  </a:cubicBezTo>
                  <a:cubicBezTo>
                    <a:pt x="2249628" y="2116805"/>
                    <a:pt x="2250255" y="2100386"/>
                    <a:pt x="2253602" y="2104464"/>
                  </a:cubicBezTo>
                  <a:cubicBezTo>
                    <a:pt x="2256949" y="2108543"/>
                    <a:pt x="2258413" y="2129355"/>
                    <a:pt x="2263537" y="2142847"/>
                  </a:cubicBezTo>
                  <a:cubicBezTo>
                    <a:pt x="2268767" y="2156338"/>
                    <a:pt x="2261446" y="2151632"/>
                    <a:pt x="2258099" y="2154037"/>
                  </a:cubicBezTo>
                  <a:cubicBezTo>
                    <a:pt x="2254752" y="2156442"/>
                    <a:pt x="2252870" y="2166692"/>
                    <a:pt x="2247745" y="2172862"/>
                  </a:cubicBezTo>
                  <a:cubicBezTo>
                    <a:pt x="2242516" y="2179137"/>
                    <a:pt x="2236764" y="2188655"/>
                    <a:pt x="2234672" y="2210408"/>
                  </a:cubicBezTo>
                  <a:cubicBezTo>
                    <a:pt x="2233626" y="2221285"/>
                    <a:pt x="2233338" y="2224632"/>
                    <a:pt x="2233012" y="2226148"/>
                  </a:cubicBezTo>
                  <a:lnTo>
                    <a:pt x="2231411" y="2230168"/>
                  </a:lnTo>
                  <a:lnTo>
                    <a:pt x="2210990" y="2243627"/>
                  </a:lnTo>
                  <a:cubicBezTo>
                    <a:pt x="2170522" y="2267600"/>
                    <a:pt x="2128829" y="2289671"/>
                    <a:pt x="2086042" y="2309725"/>
                  </a:cubicBezTo>
                  <a:lnTo>
                    <a:pt x="2023248" y="2335506"/>
                  </a:lnTo>
                  <a:lnTo>
                    <a:pt x="2019177" y="2329019"/>
                  </a:lnTo>
                  <a:cubicBezTo>
                    <a:pt x="2018078" y="2327647"/>
                    <a:pt x="2016928" y="2326705"/>
                    <a:pt x="2013686" y="2323359"/>
                  </a:cubicBezTo>
                  <a:cubicBezTo>
                    <a:pt x="2007202" y="2316770"/>
                    <a:pt x="2000927" y="2311645"/>
                    <a:pt x="1991305" y="2302442"/>
                  </a:cubicBezTo>
                  <a:cubicBezTo>
                    <a:pt x="1981683" y="2293134"/>
                    <a:pt x="1986180" y="2290519"/>
                    <a:pt x="1983566" y="2284558"/>
                  </a:cubicBezTo>
                  <a:cubicBezTo>
                    <a:pt x="1980951" y="2278597"/>
                    <a:pt x="1976663" y="2264896"/>
                    <a:pt x="1973212" y="2260817"/>
                  </a:cubicBezTo>
                  <a:cubicBezTo>
                    <a:pt x="1969761" y="2256634"/>
                    <a:pt x="1966519" y="2236136"/>
                    <a:pt x="1964741" y="2228396"/>
                  </a:cubicBezTo>
                  <a:cubicBezTo>
                    <a:pt x="1962963" y="2220553"/>
                    <a:pt x="1960453" y="2214696"/>
                    <a:pt x="1955224" y="2202773"/>
                  </a:cubicBezTo>
                  <a:cubicBezTo>
                    <a:pt x="1949994" y="2190955"/>
                    <a:pt x="1944452" y="2188968"/>
                    <a:pt x="1941105" y="2179869"/>
                  </a:cubicBezTo>
                  <a:cubicBezTo>
                    <a:pt x="1937758" y="2170875"/>
                    <a:pt x="1930960" y="2157698"/>
                    <a:pt x="1921652" y="2145148"/>
                  </a:cubicBezTo>
                  <a:cubicBezTo>
                    <a:pt x="1912344" y="2132597"/>
                    <a:pt x="1903559" y="2116596"/>
                    <a:pt x="1890172" y="2103314"/>
                  </a:cubicBezTo>
                  <a:cubicBezTo>
                    <a:pt x="1876786" y="2090032"/>
                    <a:pt x="1884107" y="2088358"/>
                    <a:pt x="1879400" y="2073089"/>
                  </a:cubicBezTo>
                  <a:cubicBezTo>
                    <a:pt x="1874589" y="2057820"/>
                    <a:pt x="1877099" y="2045793"/>
                    <a:pt x="1877099" y="2034393"/>
                  </a:cubicBezTo>
                  <a:cubicBezTo>
                    <a:pt x="1878564" y="2029164"/>
                    <a:pt x="1880028" y="2023935"/>
                    <a:pt x="1881387" y="2018705"/>
                  </a:cubicBezTo>
                  <a:cubicBezTo>
                    <a:pt x="1883165" y="2009084"/>
                    <a:pt x="1884943" y="1999357"/>
                    <a:pt x="1886617" y="1989735"/>
                  </a:cubicBezTo>
                  <a:cubicBezTo>
                    <a:pt x="1886826" y="1986389"/>
                    <a:pt x="1886930" y="1983147"/>
                    <a:pt x="1887035" y="1979800"/>
                  </a:cubicBezTo>
                  <a:cubicBezTo>
                    <a:pt x="1887035" y="1979800"/>
                    <a:pt x="1884943" y="1958988"/>
                    <a:pt x="1885152" y="1954073"/>
                  </a:cubicBezTo>
                  <a:cubicBezTo>
                    <a:pt x="1885362" y="1949157"/>
                    <a:pt x="1877204" y="1936293"/>
                    <a:pt x="1871661" y="1929391"/>
                  </a:cubicBezTo>
                  <a:cubicBezTo>
                    <a:pt x="1866223" y="1922384"/>
                    <a:pt x="1869569" y="1920083"/>
                    <a:pt x="1868419" y="1908892"/>
                  </a:cubicBezTo>
                  <a:cubicBezTo>
                    <a:pt x="1867164" y="1897702"/>
                    <a:pt x="1864759" y="1898224"/>
                    <a:pt x="1859948" y="1883060"/>
                  </a:cubicBezTo>
                  <a:cubicBezTo>
                    <a:pt x="1855137" y="1867791"/>
                    <a:pt x="1848548" y="1867686"/>
                    <a:pt x="1840390" y="1854822"/>
                  </a:cubicBezTo>
                  <a:cubicBezTo>
                    <a:pt x="1832233" y="1841958"/>
                    <a:pt x="1828259" y="1836311"/>
                    <a:pt x="1824494" y="1825748"/>
                  </a:cubicBezTo>
                  <a:cubicBezTo>
                    <a:pt x="1820729" y="1815185"/>
                    <a:pt x="1806819" y="1800334"/>
                    <a:pt x="1801590" y="1795000"/>
                  </a:cubicBezTo>
                  <a:cubicBezTo>
                    <a:pt x="1796361" y="1789666"/>
                    <a:pt x="1786425" y="1780463"/>
                    <a:pt x="1772202" y="1770632"/>
                  </a:cubicBezTo>
                  <a:cubicBezTo>
                    <a:pt x="1757978" y="1760697"/>
                    <a:pt x="1761639" y="1753376"/>
                    <a:pt x="1761639" y="1753376"/>
                  </a:cubicBezTo>
                  <a:cubicBezTo>
                    <a:pt x="1761639" y="1753376"/>
                    <a:pt x="1759547" y="1732668"/>
                    <a:pt x="1762266" y="1727125"/>
                  </a:cubicBezTo>
                  <a:cubicBezTo>
                    <a:pt x="1764985" y="1721582"/>
                    <a:pt x="1760279" y="1701397"/>
                    <a:pt x="1759442" y="1691776"/>
                  </a:cubicBezTo>
                  <a:cubicBezTo>
                    <a:pt x="1758606" y="1682154"/>
                    <a:pt x="1745324" y="1659041"/>
                    <a:pt x="1745324" y="1659041"/>
                  </a:cubicBezTo>
                  <a:cubicBezTo>
                    <a:pt x="1743546" y="1657263"/>
                    <a:pt x="1741872" y="1655485"/>
                    <a:pt x="1740094" y="1653707"/>
                  </a:cubicBezTo>
                  <a:cubicBezTo>
                    <a:pt x="1735074" y="1649419"/>
                    <a:pt x="1730159" y="1645027"/>
                    <a:pt x="1725139" y="1640739"/>
                  </a:cubicBezTo>
                  <a:cubicBezTo>
                    <a:pt x="1725139" y="1640739"/>
                    <a:pt x="1714157" y="1644922"/>
                    <a:pt x="1710183" y="1639275"/>
                  </a:cubicBezTo>
                  <a:cubicBezTo>
                    <a:pt x="1706209" y="1633627"/>
                    <a:pt x="1698261" y="1645236"/>
                    <a:pt x="1698261" y="1645236"/>
                  </a:cubicBezTo>
                  <a:cubicBezTo>
                    <a:pt x="1695542" y="1645340"/>
                    <a:pt x="1692927" y="1645340"/>
                    <a:pt x="1690312" y="1645340"/>
                  </a:cubicBezTo>
                  <a:cubicBezTo>
                    <a:pt x="1690312" y="1645340"/>
                    <a:pt x="1681318" y="1640948"/>
                    <a:pt x="1678599" y="1634987"/>
                  </a:cubicBezTo>
                  <a:cubicBezTo>
                    <a:pt x="1675880" y="1629025"/>
                    <a:pt x="1668559" y="1625783"/>
                    <a:pt x="1663330" y="1620449"/>
                  </a:cubicBezTo>
                  <a:cubicBezTo>
                    <a:pt x="1658100" y="1615115"/>
                    <a:pt x="1654126" y="1620868"/>
                    <a:pt x="1649211" y="1617103"/>
                  </a:cubicBezTo>
                  <a:cubicBezTo>
                    <a:pt x="1644400" y="1613338"/>
                    <a:pt x="1641681" y="1618881"/>
                    <a:pt x="1629235" y="1616789"/>
                  </a:cubicBezTo>
                  <a:cubicBezTo>
                    <a:pt x="1616790" y="1614697"/>
                    <a:pt x="1621392" y="1623482"/>
                    <a:pt x="1614384" y="1621809"/>
                  </a:cubicBezTo>
                  <a:cubicBezTo>
                    <a:pt x="1607377" y="1620136"/>
                    <a:pt x="1602462" y="1627770"/>
                    <a:pt x="1597442" y="1628921"/>
                  </a:cubicBezTo>
                  <a:cubicBezTo>
                    <a:pt x="1592422" y="1630071"/>
                    <a:pt x="1581859" y="1642307"/>
                    <a:pt x="1578094" y="1643144"/>
                  </a:cubicBezTo>
                  <a:cubicBezTo>
                    <a:pt x="1574224" y="1643981"/>
                    <a:pt x="1563034" y="1653080"/>
                    <a:pt x="1558014" y="1654230"/>
                  </a:cubicBezTo>
                  <a:cubicBezTo>
                    <a:pt x="1552994" y="1655380"/>
                    <a:pt x="1547241" y="1664898"/>
                    <a:pt x="1541803" y="1664479"/>
                  </a:cubicBezTo>
                  <a:cubicBezTo>
                    <a:pt x="1536365" y="1664061"/>
                    <a:pt x="1533646" y="1669499"/>
                    <a:pt x="1526220" y="1666362"/>
                  </a:cubicBezTo>
                  <a:cubicBezTo>
                    <a:pt x="1518795" y="1663120"/>
                    <a:pt x="1512520" y="1675983"/>
                    <a:pt x="1509487" y="1679958"/>
                  </a:cubicBezTo>
                  <a:cubicBezTo>
                    <a:pt x="1506349" y="1683932"/>
                    <a:pt x="1493904" y="1693240"/>
                    <a:pt x="1488151" y="1691253"/>
                  </a:cubicBezTo>
                  <a:cubicBezTo>
                    <a:pt x="1482399" y="1689370"/>
                    <a:pt x="1474137" y="1699410"/>
                    <a:pt x="1467967" y="1695854"/>
                  </a:cubicBezTo>
                  <a:cubicBezTo>
                    <a:pt x="1461796" y="1692299"/>
                    <a:pt x="1453325" y="1695854"/>
                    <a:pt x="1448410" y="1692089"/>
                  </a:cubicBezTo>
                  <a:cubicBezTo>
                    <a:pt x="1443494" y="1688324"/>
                    <a:pt x="1431362" y="1687802"/>
                    <a:pt x="1426133" y="1682468"/>
                  </a:cubicBezTo>
                  <a:cubicBezTo>
                    <a:pt x="1420904" y="1677134"/>
                    <a:pt x="1400824" y="1665421"/>
                    <a:pt x="1400824" y="1665421"/>
                  </a:cubicBezTo>
                  <a:cubicBezTo>
                    <a:pt x="1400824" y="1665421"/>
                    <a:pt x="1384090" y="1651302"/>
                    <a:pt x="1380535" y="1647223"/>
                  </a:cubicBezTo>
                  <a:cubicBezTo>
                    <a:pt x="1376979" y="1643144"/>
                    <a:pt x="1362755" y="1628502"/>
                    <a:pt x="1360454" y="1624110"/>
                  </a:cubicBezTo>
                  <a:cubicBezTo>
                    <a:pt x="1358154" y="1619822"/>
                    <a:pt x="1342884" y="1600474"/>
                    <a:pt x="1340583" y="1596081"/>
                  </a:cubicBezTo>
                  <a:cubicBezTo>
                    <a:pt x="1338178" y="1591689"/>
                    <a:pt x="1327197" y="1584368"/>
                    <a:pt x="1320712" y="1579348"/>
                  </a:cubicBezTo>
                  <a:cubicBezTo>
                    <a:pt x="1314124" y="1574328"/>
                    <a:pt x="1296449" y="1567007"/>
                    <a:pt x="1296449" y="1567007"/>
                  </a:cubicBezTo>
                  <a:cubicBezTo>
                    <a:pt x="1296449" y="1567007"/>
                    <a:pt x="1290488" y="1558640"/>
                    <a:pt x="1291952" y="1553411"/>
                  </a:cubicBezTo>
                  <a:cubicBezTo>
                    <a:pt x="1293521" y="1548182"/>
                    <a:pt x="1285049" y="1528938"/>
                    <a:pt x="1285049" y="1528938"/>
                  </a:cubicBezTo>
                  <a:cubicBezTo>
                    <a:pt x="1285049" y="1528938"/>
                    <a:pt x="1274277" y="1516807"/>
                    <a:pt x="1275009" y="1508440"/>
                  </a:cubicBezTo>
                  <a:cubicBezTo>
                    <a:pt x="1275741" y="1500178"/>
                    <a:pt x="1279506" y="1481353"/>
                    <a:pt x="1279925" y="1471522"/>
                  </a:cubicBezTo>
                  <a:cubicBezTo>
                    <a:pt x="1280239" y="1461691"/>
                    <a:pt x="1278565" y="1453952"/>
                    <a:pt x="1276578" y="1433244"/>
                  </a:cubicBezTo>
                  <a:cubicBezTo>
                    <a:pt x="1274591" y="1412536"/>
                    <a:pt x="1272813" y="1416197"/>
                    <a:pt x="1268211" y="1407516"/>
                  </a:cubicBezTo>
                  <a:cubicBezTo>
                    <a:pt x="1263610" y="1398836"/>
                    <a:pt x="1262564" y="1394130"/>
                    <a:pt x="1255452" y="1368088"/>
                  </a:cubicBezTo>
                  <a:cubicBezTo>
                    <a:pt x="1255766" y="1365264"/>
                    <a:pt x="1255975" y="1362545"/>
                    <a:pt x="1256289" y="1359721"/>
                  </a:cubicBezTo>
                  <a:cubicBezTo>
                    <a:pt x="1256289" y="1359721"/>
                    <a:pt x="1262041" y="1337236"/>
                    <a:pt x="1262041" y="1319247"/>
                  </a:cubicBezTo>
                  <a:cubicBezTo>
                    <a:pt x="1262145" y="1301363"/>
                    <a:pt x="1267270" y="1288709"/>
                    <a:pt x="1268839" y="1283480"/>
                  </a:cubicBezTo>
                  <a:cubicBezTo>
                    <a:pt x="1270303" y="1278250"/>
                    <a:pt x="1273963" y="1270825"/>
                    <a:pt x="1276996" y="1260366"/>
                  </a:cubicBezTo>
                  <a:cubicBezTo>
                    <a:pt x="1280134" y="1249804"/>
                    <a:pt x="1284422" y="1239031"/>
                    <a:pt x="1287455" y="1235057"/>
                  </a:cubicBezTo>
                  <a:cubicBezTo>
                    <a:pt x="1290592" y="1231083"/>
                    <a:pt x="1294880" y="1220311"/>
                    <a:pt x="1294880" y="1220311"/>
                  </a:cubicBezTo>
                  <a:cubicBezTo>
                    <a:pt x="1294880" y="1220311"/>
                    <a:pt x="1301992" y="1203891"/>
                    <a:pt x="1308162" y="1195943"/>
                  </a:cubicBezTo>
                  <a:cubicBezTo>
                    <a:pt x="1314333" y="1187994"/>
                    <a:pt x="1327615" y="1163626"/>
                    <a:pt x="1327615" y="1163626"/>
                  </a:cubicBezTo>
                  <a:cubicBezTo>
                    <a:pt x="1327615" y="1163626"/>
                    <a:pt x="1324582" y="1149612"/>
                    <a:pt x="1321654" y="1142187"/>
                  </a:cubicBezTo>
                  <a:cubicBezTo>
                    <a:pt x="1318725" y="1134657"/>
                    <a:pt x="1326046" y="1119910"/>
                    <a:pt x="1326046" y="1119910"/>
                  </a:cubicBezTo>
                  <a:cubicBezTo>
                    <a:pt x="1326255" y="1114995"/>
                    <a:pt x="1326569" y="1110079"/>
                    <a:pt x="1326778" y="1105059"/>
                  </a:cubicBezTo>
                  <a:cubicBezTo>
                    <a:pt x="1333995" y="1097320"/>
                    <a:pt x="1341106" y="1089685"/>
                    <a:pt x="1348218" y="1082051"/>
                  </a:cubicBezTo>
                  <a:cubicBezTo>
                    <a:pt x="1351251" y="1075985"/>
                    <a:pt x="1354389" y="1069814"/>
                    <a:pt x="1357421" y="1063644"/>
                  </a:cubicBezTo>
                  <a:cubicBezTo>
                    <a:pt x="1361396" y="1051721"/>
                    <a:pt x="1365474" y="1039903"/>
                    <a:pt x="1369449" y="1028085"/>
                  </a:cubicBezTo>
                  <a:lnTo>
                    <a:pt x="1369762" y="1027458"/>
                  </a:lnTo>
                  <a:cubicBezTo>
                    <a:pt x="1369762" y="1027458"/>
                    <a:pt x="1378652" y="1038439"/>
                    <a:pt x="1383149" y="1040740"/>
                  </a:cubicBezTo>
                  <a:cubicBezTo>
                    <a:pt x="1387646" y="1042936"/>
                    <a:pt x="1396954" y="1037498"/>
                    <a:pt x="1403961" y="1027667"/>
                  </a:cubicBezTo>
                  <a:cubicBezTo>
                    <a:pt x="1411073" y="1017836"/>
                    <a:pt x="1418080" y="1025994"/>
                    <a:pt x="1425296" y="1022752"/>
                  </a:cubicBezTo>
                  <a:cubicBezTo>
                    <a:pt x="1432408" y="1019300"/>
                    <a:pt x="1437115" y="1016686"/>
                    <a:pt x="1446841" y="1019300"/>
                  </a:cubicBezTo>
                  <a:cubicBezTo>
                    <a:pt x="1456567" y="1021915"/>
                    <a:pt x="1463261" y="1010515"/>
                    <a:pt x="1468176" y="1002881"/>
                  </a:cubicBezTo>
                  <a:cubicBezTo>
                    <a:pt x="1473091" y="995141"/>
                    <a:pt x="1477484" y="997442"/>
                    <a:pt x="1477484" y="997442"/>
                  </a:cubicBezTo>
                  <a:cubicBezTo>
                    <a:pt x="1477484" y="997442"/>
                    <a:pt x="1489929" y="988030"/>
                    <a:pt x="1537620" y="972133"/>
                  </a:cubicBezTo>
                  <a:cubicBezTo>
                    <a:pt x="1585310" y="956236"/>
                    <a:pt x="1553830" y="968368"/>
                    <a:pt x="1562824" y="961361"/>
                  </a:cubicBezTo>
                  <a:cubicBezTo>
                    <a:pt x="1571714" y="954458"/>
                    <a:pt x="1583846" y="950066"/>
                    <a:pt x="1591585" y="943372"/>
                  </a:cubicBezTo>
                  <a:cubicBezTo>
                    <a:pt x="1599115" y="936783"/>
                    <a:pt x="1595978" y="945673"/>
                    <a:pt x="1603299" y="948915"/>
                  </a:cubicBezTo>
                  <a:cubicBezTo>
                    <a:pt x="1610619" y="952053"/>
                    <a:pt x="1599324" y="966172"/>
                    <a:pt x="1600893" y="978826"/>
                  </a:cubicBezTo>
                  <a:cubicBezTo>
                    <a:pt x="1602462" y="991586"/>
                    <a:pt x="1600788" y="990226"/>
                    <a:pt x="1606645" y="1010201"/>
                  </a:cubicBezTo>
                  <a:cubicBezTo>
                    <a:pt x="1612502" y="1030073"/>
                    <a:pt x="1621705" y="1006750"/>
                    <a:pt x="1637393" y="1029340"/>
                  </a:cubicBezTo>
                  <a:cubicBezTo>
                    <a:pt x="1653080" y="1051931"/>
                    <a:pt x="1658205" y="1027876"/>
                    <a:pt x="1670023" y="1033315"/>
                  </a:cubicBezTo>
                  <a:cubicBezTo>
                    <a:pt x="1681841" y="1038753"/>
                    <a:pt x="1691881" y="1036452"/>
                    <a:pt x="1716354" y="1050571"/>
                  </a:cubicBezTo>
                  <a:cubicBezTo>
                    <a:pt x="1740826" y="1064585"/>
                    <a:pt x="1742395" y="1054440"/>
                    <a:pt x="1756619" y="1052872"/>
                  </a:cubicBezTo>
                  <a:cubicBezTo>
                    <a:pt x="1770842" y="1051303"/>
                    <a:pt x="1766031" y="1058938"/>
                    <a:pt x="1765613" y="1045969"/>
                  </a:cubicBezTo>
                  <a:cubicBezTo>
                    <a:pt x="1765299" y="1033001"/>
                    <a:pt x="1776280" y="1028817"/>
                    <a:pt x="1770424" y="1004031"/>
                  </a:cubicBezTo>
                  <a:cubicBezTo>
                    <a:pt x="1764672" y="979245"/>
                    <a:pt x="1771156" y="995769"/>
                    <a:pt x="1777640" y="1000789"/>
                  </a:cubicBezTo>
                  <a:cubicBezTo>
                    <a:pt x="1784124" y="1005913"/>
                    <a:pt x="1796256" y="1001521"/>
                    <a:pt x="1806401" y="1010620"/>
                  </a:cubicBezTo>
                  <a:cubicBezTo>
                    <a:pt x="1816545" y="1019823"/>
                    <a:pt x="1832337" y="1008110"/>
                    <a:pt x="1847084" y="1014594"/>
                  </a:cubicBezTo>
                  <a:cubicBezTo>
                    <a:pt x="1861830" y="1021078"/>
                    <a:pt x="1889859" y="1005077"/>
                    <a:pt x="1907324" y="1006018"/>
                  </a:cubicBezTo>
                  <a:cubicBezTo>
                    <a:pt x="1924685" y="1007064"/>
                    <a:pt x="1938176" y="1002358"/>
                    <a:pt x="1949890" y="1001416"/>
                  </a:cubicBezTo>
                  <a:cubicBezTo>
                    <a:pt x="1961603" y="1000371"/>
                    <a:pt x="1964218" y="994932"/>
                    <a:pt x="1970179" y="992004"/>
                  </a:cubicBezTo>
                  <a:cubicBezTo>
                    <a:pt x="1976036" y="989075"/>
                    <a:pt x="1979278" y="980186"/>
                    <a:pt x="1985135" y="944732"/>
                  </a:cubicBezTo>
                  <a:cubicBezTo>
                    <a:pt x="1985135" y="944732"/>
                    <a:pt x="1985971" y="926639"/>
                    <a:pt x="1983671" y="901120"/>
                  </a:cubicBezTo>
                  <a:cubicBezTo>
                    <a:pt x="1981265" y="875602"/>
                    <a:pt x="1979383" y="889093"/>
                    <a:pt x="1975408" y="878530"/>
                  </a:cubicBezTo>
                  <a:cubicBezTo>
                    <a:pt x="1971434" y="867967"/>
                    <a:pt x="1958675" y="880517"/>
                    <a:pt x="1954178" y="878321"/>
                  </a:cubicBezTo>
                  <a:cubicBezTo>
                    <a:pt x="1949681" y="876125"/>
                    <a:pt x="1930751" y="885119"/>
                    <a:pt x="1921234" y="883969"/>
                  </a:cubicBezTo>
                  <a:cubicBezTo>
                    <a:pt x="1911717" y="882818"/>
                    <a:pt x="1907010" y="890453"/>
                    <a:pt x="1896552" y="891080"/>
                  </a:cubicBezTo>
                  <a:cubicBezTo>
                    <a:pt x="1886094" y="891812"/>
                    <a:pt x="1876472" y="895577"/>
                    <a:pt x="1869465" y="893904"/>
                  </a:cubicBezTo>
                  <a:cubicBezTo>
                    <a:pt x="1862458" y="892231"/>
                    <a:pt x="1855869" y="892021"/>
                    <a:pt x="1844469" y="883132"/>
                  </a:cubicBezTo>
                  <a:cubicBezTo>
                    <a:pt x="1833070" y="874242"/>
                    <a:pt x="1828363" y="881772"/>
                    <a:pt x="1824703" y="861378"/>
                  </a:cubicBezTo>
                  <a:cubicBezTo>
                    <a:pt x="1821042" y="840985"/>
                    <a:pt x="1814140" y="839311"/>
                    <a:pt x="1814558" y="819649"/>
                  </a:cubicBezTo>
                  <a:cubicBezTo>
                    <a:pt x="1815081" y="799988"/>
                    <a:pt x="1800335" y="809714"/>
                    <a:pt x="1789667" y="825192"/>
                  </a:cubicBezTo>
                  <a:cubicBezTo>
                    <a:pt x="1779000" y="840671"/>
                    <a:pt x="1769378" y="828121"/>
                    <a:pt x="1762789" y="827912"/>
                  </a:cubicBezTo>
                  <a:cubicBezTo>
                    <a:pt x="1756200" y="827702"/>
                    <a:pt x="1760384" y="839834"/>
                    <a:pt x="1760593" y="846318"/>
                  </a:cubicBezTo>
                  <a:cubicBezTo>
                    <a:pt x="1760907" y="852802"/>
                    <a:pt x="1780255" y="868072"/>
                    <a:pt x="1786007" y="870059"/>
                  </a:cubicBezTo>
                  <a:cubicBezTo>
                    <a:pt x="1791759" y="872046"/>
                    <a:pt x="1775757" y="882191"/>
                    <a:pt x="1775757" y="882191"/>
                  </a:cubicBezTo>
                  <a:cubicBezTo>
                    <a:pt x="1775757" y="882191"/>
                    <a:pt x="1777117" y="893381"/>
                    <a:pt x="1778581" y="899552"/>
                  </a:cubicBezTo>
                  <a:cubicBezTo>
                    <a:pt x="1780045" y="905722"/>
                    <a:pt x="1775444" y="908441"/>
                    <a:pt x="1770947" y="906140"/>
                  </a:cubicBezTo>
                  <a:cubicBezTo>
                    <a:pt x="1766449" y="903840"/>
                    <a:pt x="1767391" y="913461"/>
                    <a:pt x="1761848" y="906559"/>
                  </a:cubicBezTo>
                  <a:cubicBezTo>
                    <a:pt x="1756305" y="899656"/>
                    <a:pt x="1751390" y="895786"/>
                    <a:pt x="1746160" y="890453"/>
                  </a:cubicBezTo>
                  <a:cubicBezTo>
                    <a:pt x="1741036" y="885119"/>
                    <a:pt x="1732355" y="870686"/>
                    <a:pt x="1728381" y="865039"/>
                  </a:cubicBezTo>
                  <a:cubicBezTo>
                    <a:pt x="1724407" y="859287"/>
                    <a:pt x="1715517" y="854894"/>
                    <a:pt x="1712275" y="852280"/>
                  </a:cubicBezTo>
                  <a:cubicBezTo>
                    <a:pt x="1709033" y="849770"/>
                    <a:pt x="1702862" y="834814"/>
                    <a:pt x="1699620" y="820800"/>
                  </a:cubicBezTo>
                  <a:cubicBezTo>
                    <a:pt x="1696274" y="806890"/>
                    <a:pt x="1684456" y="801347"/>
                    <a:pt x="1676194" y="804903"/>
                  </a:cubicBezTo>
                  <a:cubicBezTo>
                    <a:pt x="1667827" y="808354"/>
                    <a:pt x="1664480" y="799360"/>
                    <a:pt x="1651093" y="792562"/>
                  </a:cubicBezTo>
                  <a:cubicBezTo>
                    <a:pt x="1637811" y="785764"/>
                    <a:pt x="1639589" y="782104"/>
                    <a:pt x="1625052" y="775620"/>
                  </a:cubicBezTo>
                  <a:cubicBezTo>
                    <a:pt x="1610410" y="769135"/>
                    <a:pt x="1599324" y="760246"/>
                    <a:pt x="1584996" y="760246"/>
                  </a:cubicBezTo>
                  <a:cubicBezTo>
                    <a:pt x="1570668" y="760246"/>
                    <a:pt x="1581336" y="772482"/>
                    <a:pt x="1586251" y="782836"/>
                  </a:cubicBezTo>
                  <a:cubicBezTo>
                    <a:pt x="1591271" y="793085"/>
                    <a:pt x="1593049" y="789425"/>
                    <a:pt x="1604553" y="799883"/>
                  </a:cubicBezTo>
                  <a:cubicBezTo>
                    <a:pt x="1616058" y="810237"/>
                    <a:pt x="1620869" y="814106"/>
                    <a:pt x="1620869" y="814106"/>
                  </a:cubicBezTo>
                  <a:cubicBezTo>
                    <a:pt x="1620869" y="814106"/>
                    <a:pt x="1643040" y="825401"/>
                    <a:pt x="1650884" y="825297"/>
                  </a:cubicBezTo>
                  <a:cubicBezTo>
                    <a:pt x="1658728" y="825192"/>
                    <a:pt x="1679854" y="848201"/>
                    <a:pt x="1687175" y="851443"/>
                  </a:cubicBezTo>
                  <a:cubicBezTo>
                    <a:pt x="1694496" y="854685"/>
                    <a:pt x="1691254" y="852070"/>
                    <a:pt x="1690208" y="858868"/>
                  </a:cubicBezTo>
                  <a:cubicBezTo>
                    <a:pt x="1689162" y="865562"/>
                    <a:pt x="1683933" y="860228"/>
                    <a:pt x="1676612" y="856986"/>
                  </a:cubicBezTo>
                  <a:cubicBezTo>
                    <a:pt x="1669291" y="853744"/>
                    <a:pt x="1673056" y="864307"/>
                    <a:pt x="1673997" y="873928"/>
                  </a:cubicBezTo>
                  <a:cubicBezTo>
                    <a:pt x="1674834" y="883446"/>
                    <a:pt x="1675775" y="881668"/>
                    <a:pt x="1675775" y="881668"/>
                  </a:cubicBezTo>
                  <a:cubicBezTo>
                    <a:pt x="1675775" y="881668"/>
                    <a:pt x="1659356" y="918063"/>
                    <a:pt x="1656636" y="923606"/>
                  </a:cubicBezTo>
                  <a:cubicBezTo>
                    <a:pt x="1653917" y="929149"/>
                    <a:pt x="1643354" y="923397"/>
                    <a:pt x="1635719" y="918586"/>
                  </a:cubicBezTo>
                  <a:cubicBezTo>
                    <a:pt x="1627980" y="913775"/>
                    <a:pt x="1645655" y="916285"/>
                    <a:pt x="1651198" y="911788"/>
                  </a:cubicBezTo>
                  <a:cubicBezTo>
                    <a:pt x="1656741" y="907291"/>
                    <a:pt x="1664899" y="885851"/>
                    <a:pt x="1665944" y="879053"/>
                  </a:cubicBezTo>
                  <a:cubicBezTo>
                    <a:pt x="1666990" y="872255"/>
                    <a:pt x="1657578" y="871209"/>
                    <a:pt x="1657578" y="871209"/>
                  </a:cubicBezTo>
                  <a:cubicBezTo>
                    <a:pt x="1657578" y="871209"/>
                    <a:pt x="1646283" y="862320"/>
                    <a:pt x="1643982" y="857927"/>
                  </a:cubicBezTo>
                  <a:cubicBezTo>
                    <a:pt x="1641681" y="853535"/>
                    <a:pt x="1630281" y="849560"/>
                    <a:pt x="1617836" y="840985"/>
                  </a:cubicBezTo>
                  <a:cubicBezTo>
                    <a:pt x="1605390" y="832304"/>
                    <a:pt x="1601102" y="836592"/>
                    <a:pt x="1595455" y="834605"/>
                  </a:cubicBezTo>
                  <a:cubicBezTo>
                    <a:pt x="1589807" y="832618"/>
                    <a:pt x="1582486" y="829376"/>
                    <a:pt x="1574015" y="826447"/>
                  </a:cubicBezTo>
                  <a:cubicBezTo>
                    <a:pt x="1565544" y="823519"/>
                    <a:pt x="1556027" y="804380"/>
                    <a:pt x="1551216" y="800615"/>
                  </a:cubicBezTo>
                  <a:cubicBezTo>
                    <a:pt x="1546509" y="796745"/>
                    <a:pt x="1542222" y="801033"/>
                    <a:pt x="1542222" y="801033"/>
                  </a:cubicBezTo>
                  <a:cubicBezTo>
                    <a:pt x="1542222" y="800929"/>
                    <a:pt x="1533018" y="806367"/>
                    <a:pt x="1527580" y="799465"/>
                  </a:cubicBezTo>
                  <a:cubicBezTo>
                    <a:pt x="1522141" y="792562"/>
                    <a:pt x="1518585" y="799883"/>
                    <a:pt x="1525593" y="819545"/>
                  </a:cubicBezTo>
                  <a:cubicBezTo>
                    <a:pt x="1532600" y="839102"/>
                    <a:pt x="1494427" y="831467"/>
                    <a:pt x="1487838" y="831467"/>
                  </a:cubicBezTo>
                  <a:cubicBezTo>
                    <a:pt x="1481249" y="831363"/>
                    <a:pt x="1472673" y="851338"/>
                    <a:pt x="1472673" y="851338"/>
                  </a:cubicBezTo>
                  <a:cubicBezTo>
                    <a:pt x="1469745" y="861797"/>
                    <a:pt x="1466816" y="872360"/>
                    <a:pt x="1463888" y="882818"/>
                  </a:cubicBezTo>
                  <a:cubicBezTo>
                    <a:pt x="1463888" y="882818"/>
                    <a:pt x="1451233" y="890662"/>
                    <a:pt x="1446109" y="896728"/>
                  </a:cubicBezTo>
                  <a:cubicBezTo>
                    <a:pt x="1440880" y="902898"/>
                    <a:pt x="1434814" y="928835"/>
                    <a:pt x="1440566" y="937306"/>
                  </a:cubicBezTo>
                  <a:cubicBezTo>
                    <a:pt x="1446318" y="945778"/>
                    <a:pt x="1442030" y="950066"/>
                    <a:pt x="1436592" y="961152"/>
                  </a:cubicBezTo>
                  <a:cubicBezTo>
                    <a:pt x="1431049" y="972238"/>
                    <a:pt x="1408458" y="988971"/>
                    <a:pt x="1404275" y="999743"/>
                  </a:cubicBezTo>
                  <a:cubicBezTo>
                    <a:pt x="1399987" y="1010411"/>
                    <a:pt x="1389320" y="1009679"/>
                    <a:pt x="1377711" y="1004240"/>
                  </a:cubicBezTo>
                  <a:cubicBezTo>
                    <a:pt x="1365997" y="998802"/>
                    <a:pt x="1359513" y="1005286"/>
                    <a:pt x="1355434" y="1004554"/>
                  </a:cubicBezTo>
                  <a:cubicBezTo>
                    <a:pt x="1351356" y="1003822"/>
                    <a:pt x="1333263" y="1004868"/>
                    <a:pt x="1333263" y="1004868"/>
                  </a:cubicBezTo>
                  <a:cubicBezTo>
                    <a:pt x="1333263" y="1004868"/>
                    <a:pt x="1324478" y="1000371"/>
                    <a:pt x="1319039" y="986984"/>
                  </a:cubicBezTo>
                  <a:cubicBezTo>
                    <a:pt x="1313601" y="973597"/>
                    <a:pt x="1311614" y="964289"/>
                    <a:pt x="1313392" y="954040"/>
                  </a:cubicBezTo>
                  <a:cubicBezTo>
                    <a:pt x="1315170" y="943791"/>
                    <a:pt x="1310045" y="925384"/>
                    <a:pt x="1305862" y="911683"/>
                  </a:cubicBezTo>
                  <a:cubicBezTo>
                    <a:pt x="1301678" y="897878"/>
                    <a:pt x="1301574" y="884805"/>
                    <a:pt x="1310463" y="871314"/>
                  </a:cubicBezTo>
                  <a:cubicBezTo>
                    <a:pt x="1319353" y="857718"/>
                    <a:pt x="1308894" y="863470"/>
                    <a:pt x="1325210" y="861274"/>
                  </a:cubicBezTo>
                  <a:cubicBezTo>
                    <a:pt x="1341629" y="859078"/>
                    <a:pt x="1352506" y="861378"/>
                    <a:pt x="1368089" y="867549"/>
                  </a:cubicBezTo>
                  <a:cubicBezTo>
                    <a:pt x="1383672" y="873719"/>
                    <a:pt x="1388797" y="861065"/>
                    <a:pt x="1393085" y="856777"/>
                  </a:cubicBezTo>
                  <a:cubicBezTo>
                    <a:pt x="1397268" y="852489"/>
                    <a:pt x="1399360" y="861797"/>
                    <a:pt x="1402497" y="846318"/>
                  </a:cubicBezTo>
                  <a:cubicBezTo>
                    <a:pt x="1405739" y="830944"/>
                    <a:pt x="1396327" y="829794"/>
                    <a:pt x="1400196" y="817453"/>
                  </a:cubicBezTo>
                  <a:cubicBezTo>
                    <a:pt x="1404066" y="805112"/>
                    <a:pt x="1394549" y="808982"/>
                    <a:pt x="1394549" y="808982"/>
                  </a:cubicBezTo>
                  <a:cubicBezTo>
                    <a:pt x="1394549" y="808982"/>
                    <a:pt x="1384300" y="791830"/>
                    <a:pt x="1380325" y="791098"/>
                  </a:cubicBezTo>
                  <a:cubicBezTo>
                    <a:pt x="1376247" y="790366"/>
                    <a:pt x="1371227" y="785032"/>
                    <a:pt x="1362546" y="780535"/>
                  </a:cubicBezTo>
                  <a:cubicBezTo>
                    <a:pt x="1353761" y="776038"/>
                    <a:pt x="1341106" y="770809"/>
                    <a:pt x="1375828" y="764324"/>
                  </a:cubicBezTo>
                  <a:cubicBezTo>
                    <a:pt x="1410550" y="757840"/>
                    <a:pt x="1361500" y="751356"/>
                    <a:pt x="1357735" y="745709"/>
                  </a:cubicBezTo>
                  <a:cubicBezTo>
                    <a:pt x="1353970" y="740061"/>
                    <a:pt x="1362546" y="731380"/>
                    <a:pt x="1376665" y="731380"/>
                  </a:cubicBezTo>
                  <a:cubicBezTo>
                    <a:pt x="1390784" y="731380"/>
                    <a:pt x="1382835" y="729916"/>
                    <a:pt x="1388588" y="726988"/>
                  </a:cubicBezTo>
                  <a:cubicBezTo>
                    <a:pt x="1394444" y="724060"/>
                    <a:pt x="1392875" y="722805"/>
                    <a:pt x="1403543" y="718621"/>
                  </a:cubicBezTo>
                  <a:cubicBezTo>
                    <a:pt x="1414211" y="714542"/>
                    <a:pt x="1412223" y="711719"/>
                    <a:pt x="1416825" y="708999"/>
                  </a:cubicBezTo>
                  <a:cubicBezTo>
                    <a:pt x="1421322" y="706280"/>
                    <a:pt x="1421113" y="693207"/>
                    <a:pt x="1431572" y="676056"/>
                  </a:cubicBezTo>
                  <a:cubicBezTo>
                    <a:pt x="1441925" y="658904"/>
                    <a:pt x="1435232" y="675219"/>
                    <a:pt x="1447259" y="665806"/>
                  </a:cubicBezTo>
                  <a:cubicBezTo>
                    <a:pt x="1459286" y="656498"/>
                    <a:pt x="1445481" y="640079"/>
                    <a:pt x="1452070" y="635268"/>
                  </a:cubicBezTo>
                  <a:cubicBezTo>
                    <a:pt x="1458659" y="630457"/>
                    <a:pt x="1463783" y="624391"/>
                    <a:pt x="1478007" y="619476"/>
                  </a:cubicBezTo>
                  <a:cubicBezTo>
                    <a:pt x="1492335" y="614560"/>
                    <a:pt x="1478007" y="619476"/>
                    <a:pt x="1481354" y="617070"/>
                  </a:cubicBezTo>
                  <a:cubicBezTo>
                    <a:pt x="1484596" y="614665"/>
                    <a:pt x="1488151" y="595840"/>
                    <a:pt x="1496414" y="587368"/>
                  </a:cubicBezTo>
                  <a:cubicBezTo>
                    <a:pt x="1504780" y="578897"/>
                    <a:pt x="1499865" y="591447"/>
                    <a:pt x="1505826" y="595003"/>
                  </a:cubicBezTo>
                  <a:cubicBezTo>
                    <a:pt x="1511788" y="598559"/>
                    <a:pt x="1522037" y="592911"/>
                    <a:pt x="1527893" y="585067"/>
                  </a:cubicBezTo>
                  <a:cubicBezTo>
                    <a:pt x="1533750" y="577224"/>
                    <a:pt x="1541803" y="578688"/>
                    <a:pt x="1554667" y="579002"/>
                  </a:cubicBezTo>
                  <a:cubicBezTo>
                    <a:pt x="1567531" y="579315"/>
                    <a:pt x="1563661" y="589983"/>
                    <a:pt x="1569727" y="588623"/>
                  </a:cubicBezTo>
                  <a:cubicBezTo>
                    <a:pt x="1575793" y="587264"/>
                    <a:pt x="1581754" y="590820"/>
                    <a:pt x="1583950" y="583812"/>
                  </a:cubicBezTo>
                  <a:cubicBezTo>
                    <a:pt x="1586147" y="576805"/>
                    <a:pt x="1596500" y="566242"/>
                    <a:pt x="1602566" y="564883"/>
                  </a:cubicBezTo>
                  <a:cubicBezTo>
                    <a:pt x="1608737" y="563523"/>
                    <a:pt x="1620032" y="562582"/>
                    <a:pt x="1620032" y="562582"/>
                  </a:cubicBezTo>
                  <a:cubicBezTo>
                    <a:pt x="1620032" y="562582"/>
                    <a:pt x="1627667" y="562477"/>
                    <a:pt x="1631327" y="561641"/>
                  </a:cubicBezTo>
                  <a:cubicBezTo>
                    <a:pt x="1634987" y="560804"/>
                    <a:pt x="1649525" y="541247"/>
                    <a:pt x="1641472" y="518552"/>
                  </a:cubicBezTo>
                  <a:cubicBezTo>
                    <a:pt x="1633419" y="495857"/>
                    <a:pt x="1652976" y="507780"/>
                    <a:pt x="1660611" y="507780"/>
                  </a:cubicBezTo>
                  <a:cubicBezTo>
                    <a:pt x="1668245" y="507675"/>
                    <a:pt x="1676089" y="497844"/>
                    <a:pt x="1659983" y="468770"/>
                  </a:cubicBezTo>
                  <a:cubicBezTo>
                    <a:pt x="1643982" y="439696"/>
                    <a:pt x="1663748" y="458207"/>
                    <a:pt x="1674206" y="459148"/>
                  </a:cubicBezTo>
                  <a:cubicBezTo>
                    <a:pt x="1684560" y="460089"/>
                    <a:pt x="1695542" y="447853"/>
                    <a:pt x="1699620" y="438859"/>
                  </a:cubicBezTo>
                  <a:cubicBezTo>
                    <a:pt x="1703699" y="429865"/>
                    <a:pt x="1692927" y="422439"/>
                    <a:pt x="1688534" y="420138"/>
                  </a:cubicBezTo>
                  <a:cubicBezTo>
                    <a:pt x="1684246" y="417837"/>
                    <a:pt x="1673788" y="426623"/>
                    <a:pt x="1666153" y="426623"/>
                  </a:cubicBezTo>
                  <a:cubicBezTo>
                    <a:pt x="1658519" y="426727"/>
                    <a:pt x="1648060" y="435512"/>
                    <a:pt x="1641995" y="436872"/>
                  </a:cubicBezTo>
                  <a:cubicBezTo>
                    <a:pt x="1635929" y="438231"/>
                    <a:pt x="1616685" y="416373"/>
                    <a:pt x="1618359" y="412713"/>
                  </a:cubicBezTo>
                  <a:cubicBezTo>
                    <a:pt x="1620032" y="409052"/>
                    <a:pt x="1624738" y="381861"/>
                    <a:pt x="1628399" y="371298"/>
                  </a:cubicBezTo>
                  <a:cubicBezTo>
                    <a:pt x="1632059" y="360735"/>
                    <a:pt x="1625784" y="355610"/>
                    <a:pt x="1625784" y="355610"/>
                  </a:cubicBezTo>
                  <a:cubicBezTo>
                    <a:pt x="1625784" y="355715"/>
                    <a:pt x="1618463" y="336053"/>
                    <a:pt x="1589912" y="373389"/>
                  </a:cubicBezTo>
                  <a:cubicBezTo>
                    <a:pt x="1561256" y="410830"/>
                    <a:pt x="1572969" y="391901"/>
                    <a:pt x="1574329" y="407902"/>
                  </a:cubicBezTo>
                  <a:cubicBezTo>
                    <a:pt x="1575688" y="423903"/>
                    <a:pt x="1573178" y="429446"/>
                    <a:pt x="1576839" y="444925"/>
                  </a:cubicBezTo>
                  <a:cubicBezTo>
                    <a:pt x="1580499" y="460403"/>
                    <a:pt x="1594409" y="465423"/>
                    <a:pt x="1594409" y="465423"/>
                  </a:cubicBezTo>
                  <a:cubicBezTo>
                    <a:pt x="1594514" y="465423"/>
                    <a:pt x="1583427" y="493975"/>
                    <a:pt x="1586042" y="504851"/>
                  </a:cubicBezTo>
                  <a:cubicBezTo>
                    <a:pt x="1588552" y="515728"/>
                    <a:pt x="1567008" y="543443"/>
                    <a:pt x="1567008" y="543443"/>
                  </a:cubicBezTo>
                  <a:cubicBezTo>
                    <a:pt x="1567008" y="543443"/>
                    <a:pt x="1557491" y="557039"/>
                    <a:pt x="1553935" y="552960"/>
                  </a:cubicBezTo>
                  <a:cubicBezTo>
                    <a:pt x="1550379" y="548881"/>
                    <a:pt x="1531345" y="554843"/>
                    <a:pt x="1527580" y="532775"/>
                  </a:cubicBezTo>
                  <a:cubicBezTo>
                    <a:pt x="1523815" y="510813"/>
                    <a:pt x="1507500" y="517715"/>
                    <a:pt x="1475811" y="500459"/>
                  </a:cubicBezTo>
                  <a:cubicBezTo>
                    <a:pt x="1444122" y="483203"/>
                    <a:pt x="1453325" y="507257"/>
                    <a:pt x="1449037" y="516460"/>
                  </a:cubicBezTo>
                  <a:cubicBezTo>
                    <a:pt x="1444749" y="525664"/>
                    <a:pt x="1430003" y="470234"/>
                    <a:pt x="1433768" y="452978"/>
                  </a:cubicBezTo>
                  <a:cubicBezTo>
                    <a:pt x="1437533" y="435721"/>
                    <a:pt x="1433768" y="452978"/>
                    <a:pt x="1440670" y="449736"/>
                  </a:cubicBezTo>
                  <a:cubicBezTo>
                    <a:pt x="1447468" y="446494"/>
                    <a:pt x="1457090" y="444297"/>
                    <a:pt x="1465248" y="435931"/>
                  </a:cubicBezTo>
                  <a:cubicBezTo>
                    <a:pt x="1473405" y="427459"/>
                    <a:pt x="1466921" y="420766"/>
                    <a:pt x="1467130" y="410935"/>
                  </a:cubicBezTo>
                  <a:cubicBezTo>
                    <a:pt x="1467444" y="400999"/>
                    <a:pt x="1486792" y="370461"/>
                    <a:pt x="1492021" y="361048"/>
                  </a:cubicBezTo>
                  <a:cubicBezTo>
                    <a:pt x="1497355" y="351636"/>
                    <a:pt x="1517121" y="324235"/>
                    <a:pt x="1524024" y="311266"/>
                  </a:cubicBezTo>
                  <a:cubicBezTo>
                    <a:pt x="1530822" y="298193"/>
                    <a:pt x="1540025" y="289618"/>
                    <a:pt x="1550797" y="272570"/>
                  </a:cubicBezTo>
                  <a:cubicBezTo>
                    <a:pt x="1561465" y="255523"/>
                    <a:pt x="1568158" y="257301"/>
                    <a:pt x="1578303" y="253431"/>
                  </a:cubicBezTo>
                  <a:cubicBezTo>
                    <a:pt x="1588552" y="249562"/>
                    <a:pt x="1597546" y="250817"/>
                    <a:pt x="1609678" y="249771"/>
                  </a:cubicBezTo>
                  <a:cubicBezTo>
                    <a:pt x="1621810" y="248830"/>
                    <a:pt x="1632791" y="243182"/>
                    <a:pt x="1641785" y="244437"/>
                  </a:cubicBezTo>
                  <a:cubicBezTo>
                    <a:pt x="1650884" y="245797"/>
                    <a:pt x="1664480" y="246111"/>
                    <a:pt x="1696797" y="245692"/>
                  </a:cubicBezTo>
                  <a:cubicBezTo>
                    <a:pt x="1729008" y="245274"/>
                    <a:pt x="1705791" y="247052"/>
                    <a:pt x="1731100" y="253013"/>
                  </a:cubicBezTo>
                  <a:cubicBezTo>
                    <a:pt x="1756514" y="258974"/>
                    <a:pt x="1755991" y="252595"/>
                    <a:pt x="1772725" y="258870"/>
                  </a:cubicBezTo>
                  <a:cubicBezTo>
                    <a:pt x="1789458" y="265040"/>
                    <a:pt x="1780882" y="274976"/>
                    <a:pt x="1780568" y="283133"/>
                  </a:cubicBezTo>
                  <a:cubicBezTo>
                    <a:pt x="1780255" y="291291"/>
                    <a:pt x="1765613" y="297670"/>
                    <a:pt x="1753272" y="288885"/>
                  </a:cubicBezTo>
                  <a:cubicBezTo>
                    <a:pt x="1740931" y="280100"/>
                    <a:pt x="1735074" y="291082"/>
                    <a:pt x="1718445" y="299553"/>
                  </a:cubicBezTo>
                  <a:cubicBezTo>
                    <a:pt x="1701712" y="308024"/>
                    <a:pt x="1754632" y="327581"/>
                    <a:pt x="1767495" y="342746"/>
                  </a:cubicBezTo>
                  <a:cubicBezTo>
                    <a:pt x="1780359" y="357911"/>
                    <a:pt x="1789040" y="333334"/>
                    <a:pt x="1807028" y="301958"/>
                  </a:cubicBezTo>
                  <a:cubicBezTo>
                    <a:pt x="1824912" y="270688"/>
                    <a:pt x="1821879" y="282610"/>
                    <a:pt x="1838717" y="266191"/>
                  </a:cubicBezTo>
                  <a:cubicBezTo>
                    <a:pt x="1855555" y="249771"/>
                    <a:pt x="1870092" y="248411"/>
                    <a:pt x="1872289" y="238267"/>
                  </a:cubicBezTo>
                  <a:cubicBezTo>
                    <a:pt x="1874380" y="228122"/>
                    <a:pt x="1898121" y="223207"/>
                    <a:pt x="1906697" y="231260"/>
                  </a:cubicBezTo>
                  <a:cubicBezTo>
                    <a:pt x="1915377" y="239208"/>
                    <a:pt x="1926672" y="217559"/>
                    <a:pt x="1935980" y="223730"/>
                  </a:cubicBezTo>
                  <a:cubicBezTo>
                    <a:pt x="1945393" y="229900"/>
                    <a:pt x="1945497" y="208879"/>
                    <a:pt x="1960034" y="194760"/>
                  </a:cubicBezTo>
                  <a:cubicBezTo>
                    <a:pt x="1974572" y="180641"/>
                    <a:pt x="1973003" y="192145"/>
                    <a:pt x="1992560" y="202813"/>
                  </a:cubicBezTo>
                  <a:cubicBezTo>
                    <a:pt x="2012117" y="213480"/>
                    <a:pt x="2006470" y="203336"/>
                    <a:pt x="2017138" y="209297"/>
                  </a:cubicBezTo>
                  <a:cubicBezTo>
                    <a:pt x="2027805" y="215258"/>
                    <a:pt x="2064305" y="214526"/>
                    <a:pt x="2071626" y="193923"/>
                  </a:cubicBezTo>
                  <a:cubicBezTo>
                    <a:pt x="2079051" y="173215"/>
                    <a:pt x="2066919" y="194760"/>
                    <a:pt x="2049349" y="170915"/>
                  </a:cubicBezTo>
                  <a:cubicBezTo>
                    <a:pt x="2031779" y="147069"/>
                    <a:pt x="2033975" y="165895"/>
                    <a:pt x="2021844" y="139330"/>
                  </a:cubicBezTo>
                  <a:cubicBezTo>
                    <a:pt x="2009712" y="112766"/>
                    <a:pt x="2026445" y="122492"/>
                    <a:pt x="2041715" y="119564"/>
                  </a:cubicBezTo>
                  <a:cubicBezTo>
                    <a:pt x="2056984" y="116740"/>
                    <a:pt x="2050709" y="124270"/>
                    <a:pt x="2061063" y="125525"/>
                  </a:cubicBezTo>
                  <a:cubicBezTo>
                    <a:pt x="2071521" y="126780"/>
                    <a:pt x="2073194" y="135984"/>
                    <a:pt x="2079888" y="141108"/>
                  </a:cubicBezTo>
                  <a:cubicBezTo>
                    <a:pt x="2086476" y="146233"/>
                    <a:pt x="2091392" y="153344"/>
                    <a:pt x="2096412" y="165162"/>
                  </a:cubicBezTo>
                  <a:cubicBezTo>
                    <a:pt x="2101432" y="176980"/>
                    <a:pt x="2104674" y="198734"/>
                    <a:pt x="2109171" y="201139"/>
                  </a:cubicBezTo>
                  <a:cubicBezTo>
                    <a:pt x="2113773" y="203440"/>
                    <a:pt x="2114714" y="214422"/>
                    <a:pt x="2135004" y="202604"/>
                  </a:cubicBezTo>
                  <a:cubicBezTo>
                    <a:pt x="2155188" y="190890"/>
                    <a:pt x="2125905" y="178758"/>
                    <a:pt x="2099654" y="132637"/>
                  </a:cubicBezTo>
                  <a:cubicBezTo>
                    <a:pt x="2073299" y="86515"/>
                    <a:pt x="2119943" y="152822"/>
                    <a:pt x="2138978" y="168405"/>
                  </a:cubicBezTo>
                  <a:cubicBezTo>
                    <a:pt x="2158012" y="183988"/>
                    <a:pt x="2158744" y="151985"/>
                    <a:pt x="2157280" y="147488"/>
                  </a:cubicBezTo>
                  <a:cubicBezTo>
                    <a:pt x="2155816" y="142991"/>
                    <a:pt x="2146926" y="135147"/>
                    <a:pt x="2134167" y="111929"/>
                  </a:cubicBezTo>
                  <a:cubicBezTo>
                    <a:pt x="2121408" y="88816"/>
                    <a:pt x="2140024" y="99693"/>
                    <a:pt x="2158849" y="85156"/>
                  </a:cubicBezTo>
                  <a:cubicBezTo>
                    <a:pt x="2177569" y="70619"/>
                    <a:pt x="2180288" y="74906"/>
                    <a:pt x="2203297" y="69259"/>
                  </a:cubicBezTo>
                  <a:cubicBezTo>
                    <a:pt x="2226306" y="63611"/>
                    <a:pt x="2239169" y="50225"/>
                    <a:pt x="2244398" y="30458"/>
                  </a:cubicBezTo>
                  <a:cubicBezTo>
                    <a:pt x="2249628" y="10692"/>
                    <a:pt x="2259772" y="21569"/>
                    <a:pt x="2264479" y="20732"/>
                  </a:cubicBezTo>
                  <a:cubicBezTo>
                    <a:pt x="2269185" y="19895"/>
                    <a:pt x="2278074" y="13620"/>
                    <a:pt x="2320849" y="4940"/>
                  </a:cubicBezTo>
                  <a:cubicBezTo>
                    <a:pt x="2363624" y="-3636"/>
                    <a:pt x="2333713" y="9123"/>
                    <a:pt x="2355885" y="8600"/>
                  </a:cubicBezTo>
                  <a:cubicBezTo>
                    <a:pt x="2378161" y="8077"/>
                    <a:pt x="2374187" y="966"/>
                    <a:pt x="2388829" y="129"/>
                  </a:cubicBezTo>
                  <a:close/>
                </a:path>
              </a:pathLst>
            </a:custGeom>
            <a:solidFill>
              <a:schemeClr val="accent1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2" name="任意多边形: 形状 21"/>
            <p:cNvSpPr/>
            <p:nvPr userDrawn="1">
              <p:custDataLst>
                <p:tags r:id="rId15"/>
              </p:custDataLst>
            </p:nvPr>
          </p:nvSpPr>
          <p:spPr>
            <a:xfrm flipH="1">
              <a:off x="6735" y="5798"/>
              <a:ext cx="703" cy="865"/>
            </a:xfrm>
            <a:custGeom>
              <a:avLst/>
              <a:gdLst>
                <a:gd name="connsiteX0" fmla="*/ 143058 w 489126"/>
                <a:gd name="connsiteY0" fmla="*/ 4602 h 601581"/>
                <a:gd name="connsiteX1" fmla="*/ 4275 w 489126"/>
                <a:gd name="connsiteY1" fmla="*/ 285828 h 601581"/>
                <a:gd name="connsiteX2" fmla="*/ 119422 w 489126"/>
                <a:gd name="connsiteY2" fmla="*/ 573121 h 601581"/>
                <a:gd name="connsiteX3" fmla="*/ 343650 w 489126"/>
                <a:gd name="connsiteY3" fmla="*/ 562976 h 601581"/>
                <a:gd name="connsiteX4" fmla="*/ 405355 w 489126"/>
                <a:gd name="connsiteY4" fmla="*/ 375771 h 601581"/>
                <a:gd name="connsiteX5" fmla="*/ 405669 w 489126"/>
                <a:gd name="connsiteY5" fmla="*/ 192853 h 601581"/>
                <a:gd name="connsiteX6" fmla="*/ 489127 w 489126"/>
                <a:gd name="connsiteY6" fmla="*/ 0 h 601581"/>
                <a:gd name="connsiteX7" fmla="*/ 143058 w 489126"/>
                <a:gd name="connsiteY7" fmla="*/ 4497 h 601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9126" h="601581">
                  <a:moveTo>
                    <a:pt x="143058" y="4602"/>
                  </a:moveTo>
                  <a:cubicBezTo>
                    <a:pt x="143058" y="4602"/>
                    <a:pt x="21009" y="142966"/>
                    <a:pt x="4275" y="285828"/>
                  </a:cubicBezTo>
                  <a:cubicBezTo>
                    <a:pt x="-12458" y="428690"/>
                    <a:pt x="18708" y="532647"/>
                    <a:pt x="119422" y="573121"/>
                  </a:cubicBezTo>
                  <a:cubicBezTo>
                    <a:pt x="220137" y="613595"/>
                    <a:pt x="277972" y="611503"/>
                    <a:pt x="343650" y="562976"/>
                  </a:cubicBezTo>
                  <a:cubicBezTo>
                    <a:pt x="409329" y="514449"/>
                    <a:pt x="427736" y="448666"/>
                    <a:pt x="405355" y="375771"/>
                  </a:cubicBezTo>
                  <a:cubicBezTo>
                    <a:pt x="382974" y="302980"/>
                    <a:pt x="395315" y="235837"/>
                    <a:pt x="405669" y="192853"/>
                  </a:cubicBezTo>
                  <a:cubicBezTo>
                    <a:pt x="421984" y="125187"/>
                    <a:pt x="489127" y="0"/>
                    <a:pt x="489127" y="0"/>
                  </a:cubicBezTo>
                  <a:lnTo>
                    <a:pt x="143058" y="4497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3" name="任意多边形: 形状 22"/>
            <p:cNvSpPr/>
            <p:nvPr userDrawn="1">
              <p:custDataLst>
                <p:tags r:id="rId16"/>
              </p:custDataLst>
            </p:nvPr>
          </p:nvSpPr>
          <p:spPr>
            <a:xfrm flipH="1">
              <a:off x="7091" y="6437"/>
              <a:ext cx="204" cy="223"/>
            </a:xfrm>
            <a:custGeom>
              <a:avLst/>
              <a:gdLst>
                <a:gd name="connsiteX0" fmla="*/ 0 w 141711"/>
                <a:gd name="connsiteY0" fmla="*/ 0 h 155202"/>
                <a:gd name="connsiteX1" fmla="*/ 141711 w 141711"/>
                <a:gd name="connsiteY1" fmla="*/ 155203 h 15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711" h="155202">
                  <a:moveTo>
                    <a:pt x="0" y="0"/>
                  </a:moveTo>
                  <a:cubicBezTo>
                    <a:pt x="0" y="0"/>
                    <a:pt x="14433" y="133972"/>
                    <a:pt x="141711" y="155203"/>
                  </a:cubicBezTo>
                </a:path>
              </a:pathLst>
            </a:custGeom>
            <a:noFill/>
            <a:ln w="22225" cap="rnd">
              <a:solidFill>
                <a:schemeClr val="tx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4" name="任意多边形: 形状 23"/>
            <p:cNvSpPr/>
            <p:nvPr userDrawn="1">
              <p:custDataLst>
                <p:tags r:id="rId17"/>
              </p:custDataLst>
            </p:nvPr>
          </p:nvSpPr>
          <p:spPr>
            <a:xfrm flipH="1">
              <a:off x="6932" y="6357"/>
              <a:ext cx="167" cy="214"/>
            </a:xfrm>
            <a:custGeom>
              <a:avLst/>
              <a:gdLst>
                <a:gd name="connsiteX0" fmla="*/ 0 w 116297"/>
                <a:gd name="connsiteY0" fmla="*/ 0 h 148927"/>
                <a:gd name="connsiteX1" fmla="*/ 116297 w 116297"/>
                <a:gd name="connsiteY1" fmla="*/ 148928 h 148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6297" h="148927">
                  <a:moveTo>
                    <a:pt x="0" y="0"/>
                  </a:moveTo>
                  <a:cubicBezTo>
                    <a:pt x="0" y="0"/>
                    <a:pt x="30225" y="124455"/>
                    <a:pt x="116297" y="148928"/>
                  </a:cubicBezTo>
                </a:path>
              </a:pathLst>
            </a:custGeom>
            <a:noFill/>
            <a:ln w="22225" cap="rnd">
              <a:solidFill>
                <a:schemeClr val="tx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5" name="任意多边形: 形状 24"/>
            <p:cNvSpPr/>
            <p:nvPr userDrawn="1">
              <p:custDataLst>
                <p:tags r:id="rId18"/>
              </p:custDataLst>
            </p:nvPr>
          </p:nvSpPr>
          <p:spPr>
            <a:xfrm flipH="1">
              <a:off x="3068" y="4097"/>
              <a:ext cx="2822" cy="3787"/>
            </a:xfrm>
            <a:custGeom>
              <a:avLst/>
              <a:gdLst>
                <a:gd name="connsiteX0" fmla="*/ 1862641 w 1962853"/>
                <a:gd name="connsiteY0" fmla="*/ 1443444 h 2633734"/>
                <a:gd name="connsiteX1" fmla="*/ 1960114 w 1962853"/>
                <a:gd name="connsiteY1" fmla="*/ 991432 h 2633734"/>
                <a:gd name="connsiteX2" fmla="*/ 1795394 w 1962853"/>
                <a:gd name="connsiteY2" fmla="*/ 553121 h 2633734"/>
                <a:gd name="connsiteX3" fmla="*/ 974828 w 1962853"/>
                <a:gd name="connsiteY3" fmla="*/ 100272 h 2633734"/>
                <a:gd name="connsiteX4" fmla="*/ 404845 w 1962853"/>
                <a:gd name="connsiteY4" fmla="*/ 2486 h 2633734"/>
                <a:gd name="connsiteX5" fmla="*/ 0 w 1962853"/>
                <a:gd name="connsiteY5" fmla="*/ 107174 h 2633734"/>
                <a:gd name="connsiteX6" fmla="*/ 31375 w 1962853"/>
                <a:gd name="connsiteY6" fmla="*/ 770237 h 2633734"/>
                <a:gd name="connsiteX7" fmla="*/ 402335 w 1962853"/>
                <a:gd name="connsiteY7" fmla="*/ 1176651 h 2633734"/>
                <a:gd name="connsiteX8" fmla="*/ 1234405 w 1962853"/>
                <a:gd name="connsiteY8" fmla="*/ 1609733 h 2633734"/>
                <a:gd name="connsiteX9" fmla="*/ 1486662 w 1962853"/>
                <a:gd name="connsiteY9" fmla="*/ 1603876 h 2633734"/>
                <a:gd name="connsiteX10" fmla="*/ 1228130 w 1962853"/>
                <a:gd name="connsiteY10" fmla="*/ 1982784 h 2633734"/>
                <a:gd name="connsiteX11" fmla="*/ 1389712 w 1962853"/>
                <a:gd name="connsiteY11" fmla="*/ 2580273 h 2633734"/>
                <a:gd name="connsiteX12" fmla="*/ 1736931 w 1962853"/>
                <a:gd name="connsiteY12" fmla="*/ 2554336 h 2633734"/>
                <a:gd name="connsiteX13" fmla="*/ 1656715 w 1962853"/>
                <a:gd name="connsiteY13" fmla="*/ 2242571 h 2633734"/>
                <a:gd name="connsiteX14" fmla="*/ 1571479 w 1962853"/>
                <a:gd name="connsiteY14" fmla="*/ 1925368 h 2633734"/>
                <a:gd name="connsiteX15" fmla="*/ 1862432 w 1962853"/>
                <a:gd name="connsiteY15" fmla="*/ 1443549 h 2633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62853" h="2633734">
                  <a:moveTo>
                    <a:pt x="1862641" y="1443444"/>
                  </a:moveTo>
                  <a:cubicBezTo>
                    <a:pt x="1940556" y="1308531"/>
                    <a:pt x="1972977" y="1153642"/>
                    <a:pt x="1960114" y="991432"/>
                  </a:cubicBezTo>
                  <a:cubicBezTo>
                    <a:pt x="1947041" y="826712"/>
                    <a:pt x="1896840" y="691067"/>
                    <a:pt x="1795394" y="553121"/>
                  </a:cubicBezTo>
                  <a:cubicBezTo>
                    <a:pt x="1557988" y="230165"/>
                    <a:pt x="1192571" y="161558"/>
                    <a:pt x="974828" y="100272"/>
                  </a:cubicBezTo>
                  <a:cubicBezTo>
                    <a:pt x="812618" y="54673"/>
                    <a:pt x="572388" y="-13934"/>
                    <a:pt x="404845" y="2486"/>
                  </a:cubicBezTo>
                  <a:cubicBezTo>
                    <a:pt x="162628" y="26331"/>
                    <a:pt x="0" y="107174"/>
                    <a:pt x="0" y="107174"/>
                  </a:cubicBezTo>
                  <a:lnTo>
                    <a:pt x="31375" y="770237"/>
                  </a:lnTo>
                  <a:cubicBezTo>
                    <a:pt x="31375" y="770237"/>
                    <a:pt x="229771" y="1143393"/>
                    <a:pt x="402335" y="1176651"/>
                  </a:cubicBezTo>
                  <a:cubicBezTo>
                    <a:pt x="574794" y="1209908"/>
                    <a:pt x="1088092" y="1556918"/>
                    <a:pt x="1234405" y="1609733"/>
                  </a:cubicBezTo>
                  <a:cubicBezTo>
                    <a:pt x="1302594" y="1634310"/>
                    <a:pt x="1391386" y="1633683"/>
                    <a:pt x="1486662" y="1603876"/>
                  </a:cubicBezTo>
                  <a:cubicBezTo>
                    <a:pt x="1404040" y="1708251"/>
                    <a:pt x="1306882" y="1803527"/>
                    <a:pt x="1228130" y="1982784"/>
                  </a:cubicBezTo>
                  <a:cubicBezTo>
                    <a:pt x="1140384" y="2182435"/>
                    <a:pt x="1268186" y="2485938"/>
                    <a:pt x="1389712" y="2580273"/>
                  </a:cubicBezTo>
                  <a:cubicBezTo>
                    <a:pt x="1511239" y="2674608"/>
                    <a:pt x="1681083" y="2630160"/>
                    <a:pt x="1736931" y="2554336"/>
                  </a:cubicBezTo>
                  <a:cubicBezTo>
                    <a:pt x="1792779" y="2478513"/>
                    <a:pt x="1752410" y="2330526"/>
                    <a:pt x="1656715" y="2242571"/>
                  </a:cubicBezTo>
                  <a:cubicBezTo>
                    <a:pt x="1561126" y="2154616"/>
                    <a:pt x="1543974" y="2070321"/>
                    <a:pt x="1571479" y="1925368"/>
                  </a:cubicBezTo>
                  <a:cubicBezTo>
                    <a:pt x="1599090" y="1780414"/>
                    <a:pt x="1784517" y="1578462"/>
                    <a:pt x="1862432" y="144354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6" name="任意多边形: 形状 25"/>
            <p:cNvSpPr/>
            <p:nvPr userDrawn="1">
              <p:custDataLst>
                <p:tags r:id="rId19"/>
              </p:custDataLst>
            </p:nvPr>
          </p:nvSpPr>
          <p:spPr>
            <a:xfrm flipH="1">
              <a:off x="5229" y="5232"/>
              <a:ext cx="665" cy="1201"/>
            </a:xfrm>
            <a:custGeom>
              <a:avLst/>
              <a:gdLst>
                <a:gd name="connsiteX0" fmla="*/ 105 w 462676"/>
                <a:gd name="connsiteY0" fmla="*/ 163883 h 835382"/>
                <a:gd name="connsiteX1" fmla="*/ 85550 w 462676"/>
                <a:gd name="connsiteY1" fmla="*/ 407564 h 835382"/>
                <a:gd name="connsiteX2" fmla="*/ 40056 w 462676"/>
                <a:gd name="connsiteY2" fmla="*/ 750390 h 835382"/>
                <a:gd name="connsiteX3" fmla="*/ 333623 w 462676"/>
                <a:gd name="connsiteY3" fmla="*/ 789191 h 835382"/>
                <a:gd name="connsiteX4" fmla="*/ 462575 w 462676"/>
                <a:gd name="connsiteY4" fmla="*/ 482342 h 835382"/>
                <a:gd name="connsiteX5" fmla="*/ 383928 w 462676"/>
                <a:gd name="connsiteY5" fmla="*/ 181244 h 835382"/>
                <a:gd name="connsiteX6" fmla="*/ 249328 w 462676"/>
                <a:gd name="connsiteY6" fmla="*/ 0 h 835382"/>
                <a:gd name="connsiteX7" fmla="*/ 0 w 462676"/>
                <a:gd name="connsiteY7" fmla="*/ 163779 h 835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2676" h="835382">
                  <a:moveTo>
                    <a:pt x="105" y="163883"/>
                  </a:moveTo>
                  <a:cubicBezTo>
                    <a:pt x="105" y="163883"/>
                    <a:pt x="110754" y="284364"/>
                    <a:pt x="85550" y="407564"/>
                  </a:cubicBezTo>
                  <a:cubicBezTo>
                    <a:pt x="60345" y="530764"/>
                    <a:pt x="-11295" y="640368"/>
                    <a:pt x="40056" y="750390"/>
                  </a:cubicBezTo>
                  <a:cubicBezTo>
                    <a:pt x="91511" y="860413"/>
                    <a:pt x="267108" y="852674"/>
                    <a:pt x="333623" y="789191"/>
                  </a:cubicBezTo>
                  <a:cubicBezTo>
                    <a:pt x="400243" y="725709"/>
                    <a:pt x="465608" y="576572"/>
                    <a:pt x="462575" y="482342"/>
                  </a:cubicBezTo>
                  <a:cubicBezTo>
                    <a:pt x="459542" y="388111"/>
                    <a:pt x="435383" y="291371"/>
                    <a:pt x="383928" y="181244"/>
                  </a:cubicBezTo>
                  <a:cubicBezTo>
                    <a:pt x="332577" y="71222"/>
                    <a:pt x="249328" y="0"/>
                    <a:pt x="249328" y="0"/>
                  </a:cubicBezTo>
                  <a:lnTo>
                    <a:pt x="0" y="163779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7" name="任意多边形: 形状 26"/>
            <p:cNvSpPr/>
            <p:nvPr userDrawn="1">
              <p:custDataLst>
                <p:tags r:id="rId20"/>
              </p:custDataLst>
            </p:nvPr>
          </p:nvSpPr>
          <p:spPr>
            <a:xfrm flipH="1">
              <a:off x="5740" y="6139"/>
              <a:ext cx="46" cy="258"/>
            </a:xfrm>
            <a:custGeom>
              <a:avLst/>
              <a:gdLst>
                <a:gd name="connsiteX0" fmla="*/ 31720 w 31720"/>
                <a:gd name="connsiteY0" fmla="*/ 0 h 179152"/>
                <a:gd name="connsiteX1" fmla="*/ 23563 w 31720"/>
                <a:gd name="connsiteY1" fmla="*/ 179153 h 179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720" h="179152">
                  <a:moveTo>
                    <a:pt x="31720" y="0"/>
                  </a:moveTo>
                  <a:cubicBezTo>
                    <a:pt x="31720" y="0"/>
                    <a:pt x="-33854" y="89315"/>
                    <a:pt x="23563" y="179153"/>
                  </a:cubicBezTo>
                </a:path>
              </a:pathLst>
            </a:custGeom>
            <a:noFill/>
            <a:ln w="22225" cap="rnd">
              <a:solidFill>
                <a:schemeClr val="tx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8" name="任意多边形: 形状 27"/>
            <p:cNvSpPr/>
            <p:nvPr userDrawn="1">
              <p:custDataLst>
                <p:tags r:id="rId21"/>
              </p:custDataLst>
            </p:nvPr>
          </p:nvSpPr>
          <p:spPr>
            <a:xfrm flipH="1">
              <a:off x="5500" y="6209"/>
              <a:ext cx="76" cy="210"/>
            </a:xfrm>
            <a:custGeom>
              <a:avLst/>
              <a:gdLst>
                <a:gd name="connsiteX0" fmla="*/ 52815 w 52814"/>
                <a:gd name="connsiteY0" fmla="*/ 0 h 146312"/>
                <a:gd name="connsiteX1" fmla="*/ 0 w 52814"/>
                <a:gd name="connsiteY1" fmla="*/ 146313 h 146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814" h="146312">
                  <a:moveTo>
                    <a:pt x="52815" y="0"/>
                  </a:moveTo>
                  <a:cubicBezTo>
                    <a:pt x="52815" y="0"/>
                    <a:pt x="48109" y="102388"/>
                    <a:pt x="0" y="146313"/>
                  </a:cubicBezTo>
                </a:path>
              </a:pathLst>
            </a:custGeom>
            <a:noFill/>
            <a:ln w="22225" cap="rnd">
              <a:solidFill>
                <a:schemeClr val="tx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29" name="任意多边形: 形状 28"/>
            <p:cNvSpPr/>
            <p:nvPr userDrawn="1">
              <p:custDataLst>
                <p:tags r:id="rId22"/>
              </p:custDataLst>
            </p:nvPr>
          </p:nvSpPr>
          <p:spPr>
            <a:xfrm flipH="1">
              <a:off x="5247" y="5410"/>
              <a:ext cx="143" cy="434"/>
            </a:xfrm>
            <a:custGeom>
              <a:avLst/>
              <a:gdLst>
                <a:gd name="connsiteX0" fmla="*/ 0 w 99145"/>
                <a:gd name="connsiteY0" fmla="*/ 0 h 302038"/>
                <a:gd name="connsiteX1" fmla="*/ 99146 w 99145"/>
                <a:gd name="connsiteY1" fmla="*/ 302039 h 302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145" h="302038">
                  <a:moveTo>
                    <a:pt x="0" y="0"/>
                  </a:moveTo>
                  <a:cubicBezTo>
                    <a:pt x="0" y="0"/>
                    <a:pt x="95590" y="153111"/>
                    <a:pt x="99146" y="302039"/>
                  </a:cubicBezTo>
                </a:path>
              </a:pathLst>
            </a:custGeom>
            <a:noFill/>
            <a:ln w="22225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0" name="任意多边形: 形状 29"/>
            <p:cNvSpPr/>
            <p:nvPr userDrawn="1">
              <p:custDataLst>
                <p:tags r:id="rId23"/>
              </p:custDataLst>
            </p:nvPr>
          </p:nvSpPr>
          <p:spPr>
            <a:xfrm flipH="1">
              <a:off x="3451" y="4944"/>
              <a:ext cx="1479" cy="2166"/>
            </a:xfrm>
            <a:custGeom>
              <a:avLst/>
              <a:gdLst>
                <a:gd name="connsiteX0" fmla="*/ 486502 w 1028408"/>
                <a:gd name="connsiteY0" fmla="*/ 7151 h 1506144"/>
                <a:gd name="connsiteX1" fmla="*/ 72140 w 1028408"/>
                <a:gd name="connsiteY1" fmla="*/ 656304 h 1506144"/>
                <a:gd name="connsiteX2" fmla="*/ 308918 w 1028408"/>
                <a:gd name="connsiteY2" fmla="*/ 971730 h 1506144"/>
                <a:gd name="connsiteX3" fmla="*/ 10226 w 1028408"/>
                <a:gd name="connsiteY3" fmla="*/ 1298137 h 1506144"/>
                <a:gd name="connsiteX4" fmla="*/ 253907 w 1028408"/>
                <a:gd name="connsiteY4" fmla="*/ 1476975 h 1506144"/>
                <a:gd name="connsiteX5" fmla="*/ 664190 w 1028408"/>
                <a:gd name="connsiteY5" fmla="*/ 1127874 h 1506144"/>
                <a:gd name="connsiteX6" fmla="*/ 1027933 w 1028408"/>
                <a:gd name="connsiteY6" fmla="*/ 555590 h 1506144"/>
                <a:gd name="connsiteX7" fmla="*/ 486397 w 1028408"/>
                <a:gd name="connsiteY7" fmla="*/ 7256 h 1506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8408" h="1506144">
                  <a:moveTo>
                    <a:pt x="486502" y="7151"/>
                  </a:moveTo>
                  <a:cubicBezTo>
                    <a:pt x="157481" y="70948"/>
                    <a:pt x="-12155" y="395995"/>
                    <a:pt x="72140" y="656304"/>
                  </a:cubicBezTo>
                  <a:cubicBezTo>
                    <a:pt x="156539" y="916614"/>
                    <a:pt x="308918" y="971730"/>
                    <a:pt x="308918" y="971730"/>
                  </a:cubicBezTo>
                  <a:cubicBezTo>
                    <a:pt x="308918" y="971730"/>
                    <a:pt x="72245" y="1108526"/>
                    <a:pt x="10226" y="1298137"/>
                  </a:cubicBezTo>
                  <a:cubicBezTo>
                    <a:pt x="-51897" y="1487747"/>
                    <a:pt x="186555" y="1548720"/>
                    <a:pt x="253907" y="1476975"/>
                  </a:cubicBezTo>
                  <a:cubicBezTo>
                    <a:pt x="321259" y="1405231"/>
                    <a:pt x="427516" y="1313615"/>
                    <a:pt x="664190" y="1127874"/>
                  </a:cubicBezTo>
                  <a:cubicBezTo>
                    <a:pt x="900968" y="942133"/>
                    <a:pt x="1015279" y="832842"/>
                    <a:pt x="1027933" y="555590"/>
                  </a:cubicBezTo>
                  <a:cubicBezTo>
                    <a:pt x="1040588" y="278233"/>
                    <a:pt x="799103" y="-53403"/>
                    <a:pt x="486397" y="725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1" name="任意多边形: 形状 30"/>
            <p:cNvSpPr/>
            <p:nvPr userDrawn="1">
              <p:custDataLst>
                <p:tags r:id="rId24"/>
              </p:custDataLst>
            </p:nvPr>
          </p:nvSpPr>
          <p:spPr>
            <a:xfrm flipH="1">
              <a:off x="4678" y="5263"/>
              <a:ext cx="169" cy="887"/>
            </a:xfrm>
            <a:custGeom>
              <a:avLst/>
              <a:gdLst>
                <a:gd name="connsiteX0" fmla="*/ 84286 w 117648"/>
                <a:gd name="connsiteY0" fmla="*/ 0 h 617045"/>
                <a:gd name="connsiteX1" fmla="*/ 6266 w 117648"/>
                <a:gd name="connsiteY1" fmla="*/ 360606 h 617045"/>
                <a:gd name="connsiteX2" fmla="*/ 117648 w 117648"/>
                <a:gd name="connsiteY2" fmla="*/ 617046 h 617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648" h="617045">
                  <a:moveTo>
                    <a:pt x="84286" y="0"/>
                  </a:moveTo>
                  <a:cubicBezTo>
                    <a:pt x="84286" y="0"/>
                    <a:pt x="-27201" y="194945"/>
                    <a:pt x="6266" y="360606"/>
                  </a:cubicBezTo>
                  <a:cubicBezTo>
                    <a:pt x="39733" y="526267"/>
                    <a:pt x="117648" y="617046"/>
                    <a:pt x="117648" y="617046"/>
                  </a:cubicBezTo>
                </a:path>
              </a:pathLst>
            </a:custGeom>
            <a:noFill/>
            <a:ln w="22225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2" name="任意多边形: 形状 31"/>
            <p:cNvSpPr/>
            <p:nvPr userDrawn="1">
              <p:custDataLst>
                <p:tags r:id="rId25"/>
              </p:custDataLst>
            </p:nvPr>
          </p:nvSpPr>
          <p:spPr>
            <a:xfrm flipH="1">
              <a:off x="4781" y="6780"/>
              <a:ext cx="100" cy="239"/>
            </a:xfrm>
            <a:custGeom>
              <a:avLst/>
              <a:gdLst>
                <a:gd name="connsiteX0" fmla="*/ 93 w 69222"/>
                <a:gd name="connsiteY0" fmla="*/ 166079 h 166079"/>
                <a:gd name="connsiteX1" fmla="*/ 69223 w 69222"/>
                <a:gd name="connsiteY1" fmla="*/ 0 h 166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9222" h="166079">
                  <a:moveTo>
                    <a:pt x="93" y="166079"/>
                  </a:moveTo>
                  <a:cubicBezTo>
                    <a:pt x="93" y="166079"/>
                    <a:pt x="-5450" y="63273"/>
                    <a:pt x="69223" y="0"/>
                  </a:cubicBezTo>
                </a:path>
              </a:pathLst>
            </a:custGeom>
            <a:noFill/>
            <a:ln w="22225" cap="rnd">
              <a:solidFill>
                <a:schemeClr val="tx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3" name="任意多边形: 形状 32"/>
            <p:cNvSpPr/>
            <p:nvPr userDrawn="1">
              <p:custDataLst>
                <p:tags r:id="rId26"/>
              </p:custDataLst>
            </p:nvPr>
          </p:nvSpPr>
          <p:spPr>
            <a:xfrm flipH="1">
              <a:off x="4624" y="6897"/>
              <a:ext cx="111" cy="172"/>
            </a:xfrm>
            <a:custGeom>
              <a:avLst/>
              <a:gdLst>
                <a:gd name="connsiteX0" fmla="*/ 0 w 77287"/>
                <a:gd name="connsiteY0" fmla="*/ 119644 h 119644"/>
                <a:gd name="connsiteX1" fmla="*/ 77288 w 77287"/>
                <a:gd name="connsiteY1" fmla="*/ 0 h 1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7287" h="119644">
                  <a:moveTo>
                    <a:pt x="0" y="119644"/>
                  </a:moveTo>
                  <a:cubicBezTo>
                    <a:pt x="0" y="119644"/>
                    <a:pt x="8890" y="37964"/>
                    <a:pt x="77288" y="0"/>
                  </a:cubicBezTo>
                </a:path>
              </a:pathLst>
            </a:custGeom>
            <a:noFill/>
            <a:ln w="22225" cap="rnd">
              <a:solidFill>
                <a:schemeClr val="tx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4" name="任意多边形: 形状 33"/>
            <p:cNvSpPr/>
            <p:nvPr userDrawn="1">
              <p:custDataLst>
                <p:tags r:id="rId27"/>
              </p:custDataLst>
            </p:nvPr>
          </p:nvSpPr>
          <p:spPr>
            <a:xfrm flipH="1">
              <a:off x="3458" y="6080"/>
              <a:ext cx="316" cy="303"/>
            </a:xfrm>
            <a:custGeom>
              <a:avLst/>
              <a:gdLst>
                <a:gd name="connsiteX0" fmla="*/ 0 w 219835"/>
                <a:gd name="connsiteY0" fmla="*/ 210528 h 210527"/>
                <a:gd name="connsiteX1" fmla="*/ 219835 w 219835"/>
                <a:gd name="connsiteY1" fmla="*/ 0 h 21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9835" h="210527">
                  <a:moveTo>
                    <a:pt x="0" y="210528"/>
                  </a:moveTo>
                  <a:cubicBezTo>
                    <a:pt x="0" y="210528"/>
                    <a:pt x="125187" y="52083"/>
                    <a:pt x="219835" y="0"/>
                  </a:cubicBezTo>
                </a:path>
              </a:pathLst>
            </a:custGeom>
            <a:noFill/>
            <a:ln w="22225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5" name="任意多边形: 形状 34"/>
            <p:cNvSpPr/>
            <p:nvPr userDrawn="1">
              <p:custDataLst>
                <p:tags r:id="rId28"/>
              </p:custDataLst>
            </p:nvPr>
          </p:nvSpPr>
          <p:spPr>
            <a:xfrm flipH="1">
              <a:off x="3356" y="6932"/>
              <a:ext cx="688" cy="952"/>
            </a:xfrm>
            <a:custGeom>
              <a:avLst/>
              <a:gdLst>
                <a:gd name="connsiteX0" fmla="*/ 11548 w 478414"/>
                <a:gd name="connsiteY0" fmla="*/ 494264 h 661827"/>
                <a:gd name="connsiteX1" fmla="*/ 105778 w 478414"/>
                <a:gd name="connsiteY1" fmla="*/ 608365 h 661827"/>
                <a:gd name="connsiteX2" fmla="*/ 452997 w 478414"/>
                <a:gd name="connsiteY2" fmla="*/ 582429 h 661827"/>
                <a:gd name="connsiteX3" fmla="*/ 372781 w 478414"/>
                <a:gd name="connsiteY3" fmla="*/ 270664 h 661827"/>
                <a:gd name="connsiteX4" fmla="*/ 280120 w 478414"/>
                <a:gd name="connsiteY4" fmla="*/ 0 h 661827"/>
                <a:gd name="connsiteX5" fmla="*/ 11443 w 478414"/>
                <a:gd name="connsiteY5" fmla="*/ 494369 h 661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8414" h="661827">
                  <a:moveTo>
                    <a:pt x="11548" y="494264"/>
                  </a:moveTo>
                  <a:cubicBezTo>
                    <a:pt x="40622" y="543210"/>
                    <a:pt x="73461" y="583265"/>
                    <a:pt x="105778" y="608365"/>
                  </a:cubicBezTo>
                  <a:cubicBezTo>
                    <a:pt x="227304" y="702700"/>
                    <a:pt x="397149" y="658252"/>
                    <a:pt x="452997" y="582429"/>
                  </a:cubicBezTo>
                  <a:cubicBezTo>
                    <a:pt x="508845" y="506605"/>
                    <a:pt x="468475" y="358619"/>
                    <a:pt x="372781" y="270664"/>
                  </a:cubicBezTo>
                  <a:cubicBezTo>
                    <a:pt x="287859" y="192644"/>
                    <a:pt x="264955" y="117343"/>
                    <a:pt x="280120" y="0"/>
                  </a:cubicBezTo>
                  <a:cubicBezTo>
                    <a:pt x="193106" y="55534"/>
                    <a:pt x="-56014" y="240125"/>
                    <a:pt x="11443" y="494369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6" name="任意多边形: 形状 35"/>
            <p:cNvSpPr/>
            <p:nvPr userDrawn="1">
              <p:custDataLst>
                <p:tags r:id="rId29"/>
              </p:custDataLst>
            </p:nvPr>
          </p:nvSpPr>
          <p:spPr>
            <a:xfrm flipH="1">
              <a:off x="3068" y="4102"/>
              <a:ext cx="2088" cy="2137"/>
            </a:xfrm>
            <a:custGeom>
              <a:avLst/>
              <a:gdLst>
                <a:gd name="connsiteX0" fmla="*/ 1449383 w 1452018"/>
                <a:gd name="connsiteY0" fmla="*/ 988214 h 1486381"/>
                <a:gd name="connsiteX1" fmla="*/ 1284663 w 1452018"/>
                <a:gd name="connsiteY1" fmla="*/ 549903 h 1486381"/>
                <a:gd name="connsiteX2" fmla="*/ 464097 w 1452018"/>
                <a:gd name="connsiteY2" fmla="*/ 97054 h 1486381"/>
                <a:gd name="connsiteX3" fmla="*/ 15746 w 1452018"/>
                <a:gd name="connsiteY3" fmla="*/ 0 h 1486381"/>
                <a:gd name="connsiteX4" fmla="*/ 181616 w 1452018"/>
                <a:gd name="connsiteY4" fmla="*/ 556073 h 1486381"/>
                <a:gd name="connsiteX5" fmla="*/ 540339 w 1452018"/>
                <a:gd name="connsiteY5" fmla="*/ 1013524 h 1486381"/>
                <a:gd name="connsiteX6" fmla="*/ 1330994 w 1452018"/>
                <a:gd name="connsiteY6" fmla="*/ 1474007 h 1486381"/>
                <a:gd name="connsiteX7" fmla="*/ 1351807 w 1452018"/>
                <a:gd name="connsiteY7" fmla="*/ 1440227 h 1486381"/>
                <a:gd name="connsiteX8" fmla="*/ 1449279 w 1452018"/>
                <a:gd name="connsiteY8" fmla="*/ 988214 h 1486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52018" h="1486381">
                  <a:moveTo>
                    <a:pt x="1449383" y="988214"/>
                  </a:moveTo>
                  <a:cubicBezTo>
                    <a:pt x="1436310" y="823495"/>
                    <a:pt x="1386110" y="687849"/>
                    <a:pt x="1284663" y="549903"/>
                  </a:cubicBezTo>
                  <a:cubicBezTo>
                    <a:pt x="1047258" y="226947"/>
                    <a:pt x="681841" y="158340"/>
                    <a:pt x="464097" y="97054"/>
                  </a:cubicBezTo>
                  <a:cubicBezTo>
                    <a:pt x="338074" y="61600"/>
                    <a:pt x="165196" y="12550"/>
                    <a:pt x="15746" y="0"/>
                  </a:cubicBezTo>
                  <a:cubicBezTo>
                    <a:pt x="-15839" y="195049"/>
                    <a:pt x="-17408" y="471779"/>
                    <a:pt x="181616" y="556073"/>
                  </a:cubicBezTo>
                  <a:cubicBezTo>
                    <a:pt x="493590" y="688268"/>
                    <a:pt x="487524" y="708452"/>
                    <a:pt x="540339" y="1013524"/>
                  </a:cubicBezTo>
                  <a:cubicBezTo>
                    <a:pt x="586147" y="1278121"/>
                    <a:pt x="998522" y="1547844"/>
                    <a:pt x="1330994" y="1474007"/>
                  </a:cubicBezTo>
                  <a:cubicBezTo>
                    <a:pt x="1338524" y="1462399"/>
                    <a:pt x="1345531" y="1451104"/>
                    <a:pt x="1351807" y="1440227"/>
                  </a:cubicBezTo>
                  <a:cubicBezTo>
                    <a:pt x="1429721" y="1305313"/>
                    <a:pt x="1462143" y="1150424"/>
                    <a:pt x="1449279" y="988214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7" name="任意多边形: 形状 36"/>
            <p:cNvSpPr/>
            <p:nvPr userDrawn="1">
              <p:custDataLst>
                <p:tags r:id="rId30"/>
              </p:custDataLst>
            </p:nvPr>
          </p:nvSpPr>
          <p:spPr>
            <a:xfrm flipH="1">
              <a:off x="5372" y="3534"/>
              <a:ext cx="499" cy="900"/>
            </a:xfrm>
            <a:custGeom>
              <a:avLst/>
              <a:gdLst>
                <a:gd name="connsiteX0" fmla="*/ 18948 w 347206"/>
                <a:gd name="connsiteY0" fmla="*/ 587752 h 625924"/>
                <a:gd name="connsiteX1" fmla="*/ 71135 w 347206"/>
                <a:gd name="connsiteY1" fmla="*/ 5428 h 625924"/>
                <a:gd name="connsiteX2" fmla="*/ 307914 w 347206"/>
                <a:gd name="connsiteY2" fmla="*/ 211145 h 625924"/>
                <a:gd name="connsiteX3" fmla="*/ 301429 w 347206"/>
                <a:gd name="connsiteY3" fmla="*/ 467271 h 625924"/>
                <a:gd name="connsiteX4" fmla="*/ 68521 w 347206"/>
                <a:gd name="connsiteY4" fmla="*/ 625925 h 625924"/>
                <a:gd name="connsiteX5" fmla="*/ 18948 w 347206"/>
                <a:gd name="connsiteY5" fmla="*/ 587752 h 625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206" h="625924">
                  <a:moveTo>
                    <a:pt x="18948" y="587752"/>
                  </a:moveTo>
                  <a:cubicBezTo>
                    <a:pt x="18948" y="587752"/>
                    <a:pt x="-48509" y="40986"/>
                    <a:pt x="71135" y="5428"/>
                  </a:cubicBezTo>
                  <a:cubicBezTo>
                    <a:pt x="190675" y="-30131"/>
                    <a:pt x="271205" y="117124"/>
                    <a:pt x="307914" y="211145"/>
                  </a:cubicBezTo>
                  <a:cubicBezTo>
                    <a:pt x="344623" y="305166"/>
                    <a:pt x="376730" y="388624"/>
                    <a:pt x="301429" y="467271"/>
                  </a:cubicBezTo>
                  <a:cubicBezTo>
                    <a:pt x="226024" y="545918"/>
                    <a:pt x="68521" y="625925"/>
                    <a:pt x="68521" y="625925"/>
                  </a:cubicBezTo>
                  <a:lnTo>
                    <a:pt x="18948" y="587752"/>
                  </a:lnTo>
                  <a:close/>
                </a:path>
              </a:pathLst>
            </a:custGeom>
            <a:solidFill>
              <a:schemeClr val="accent6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8" name="任意多边形: 形状 37"/>
            <p:cNvSpPr/>
            <p:nvPr userDrawn="1">
              <p:custDataLst>
                <p:tags r:id="rId31"/>
              </p:custDataLst>
            </p:nvPr>
          </p:nvSpPr>
          <p:spPr>
            <a:xfrm flipH="1">
              <a:off x="4888" y="3591"/>
              <a:ext cx="916" cy="876"/>
            </a:xfrm>
            <a:custGeom>
              <a:avLst/>
              <a:gdLst>
                <a:gd name="connsiteX0" fmla="*/ 11548 w 637200"/>
                <a:gd name="connsiteY0" fmla="*/ 435594 h 609099"/>
                <a:gd name="connsiteX1" fmla="*/ 335758 w 637200"/>
                <a:gd name="connsiteY1" fmla="*/ 2 h 609099"/>
                <a:gd name="connsiteX2" fmla="*/ 527252 w 637200"/>
                <a:gd name="connsiteY2" fmla="*/ 188253 h 609099"/>
                <a:gd name="connsiteX3" fmla="*/ 587283 w 637200"/>
                <a:gd name="connsiteY3" fmla="*/ 447412 h 609099"/>
                <a:gd name="connsiteX4" fmla="*/ 73462 w 637200"/>
                <a:gd name="connsiteY4" fmla="*/ 609099 h 609099"/>
                <a:gd name="connsiteX5" fmla="*/ 11652 w 637200"/>
                <a:gd name="connsiteY5" fmla="*/ 435594 h 609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7200" h="609099">
                  <a:moveTo>
                    <a:pt x="11548" y="435594"/>
                  </a:moveTo>
                  <a:cubicBezTo>
                    <a:pt x="11548" y="435594"/>
                    <a:pt x="181183" y="-1044"/>
                    <a:pt x="335758" y="2"/>
                  </a:cubicBezTo>
                  <a:cubicBezTo>
                    <a:pt x="469103" y="943"/>
                    <a:pt x="442957" y="122888"/>
                    <a:pt x="527252" y="188253"/>
                  </a:cubicBezTo>
                  <a:cubicBezTo>
                    <a:pt x="611442" y="253618"/>
                    <a:pt x="692494" y="359143"/>
                    <a:pt x="587283" y="447412"/>
                  </a:cubicBezTo>
                  <a:cubicBezTo>
                    <a:pt x="453938" y="559317"/>
                    <a:pt x="73462" y="609099"/>
                    <a:pt x="73462" y="609099"/>
                  </a:cubicBezTo>
                  <a:cubicBezTo>
                    <a:pt x="73462" y="609099"/>
                    <a:pt x="-34992" y="519575"/>
                    <a:pt x="11652" y="435594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39" name="任意多边形: 形状 38"/>
            <p:cNvSpPr/>
            <p:nvPr userDrawn="1">
              <p:custDataLst>
                <p:tags r:id="rId32"/>
              </p:custDataLst>
            </p:nvPr>
          </p:nvSpPr>
          <p:spPr>
            <a:xfrm flipH="1">
              <a:off x="5250" y="3956"/>
              <a:ext cx="513" cy="464"/>
            </a:xfrm>
            <a:custGeom>
              <a:avLst/>
              <a:gdLst>
                <a:gd name="connsiteX0" fmla="*/ 105 w 356632"/>
                <a:gd name="connsiteY0" fmla="*/ 291511 h 322990"/>
                <a:gd name="connsiteX1" fmla="*/ 315844 w 356632"/>
                <a:gd name="connsiteY1" fmla="*/ 3277 h 322990"/>
                <a:gd name="connsiteX2" fmla="*/ 261355 w 356632"/>
                <a:gd name="connsiteY2" fmla="*/ 185462 h 322990"/>
                <a:gd name="connsiteX3" fmla="*/ 14014 w 356632"/>
                <a:gd name="connsiteY3" fmla="*/ 322990 h 322990"/>
                <a:gd name="connsiteX4" fmla="*/ 0 w 356632"/>
                <a:gd name="connsiteY4" fmla="*/ 291615 h 322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6632" h="322990">
                  <a:moveTo>
                    <a:pt x="105" y="291511"/>
                  </a:moveTo>
                  <a:cubicBezTo>
                    <a:pt x="105" y="291511"/>
                    <a:pt x="240648" y="-36047"/>
                    <a:pt x="315844" y="3277"/>
                  </a:cubicBezTo>
                  <a:cubicBezTo>
                    <a:pt x="391040" y="42601"/>
                    <a:pt x="356109" y="133380"/>
                    <a:pt x="261355" y="185462"/>
                  </a:cubicBezTo>
                  <a:cubicBezTo>
                    <a:pt x="166707" y="237545"/>
                    <a:pt x="14014" y="322990"/>
                    <a:pt x="14014" y="322990"/>
                  </a:cubicBezTo>
                  <a:lnTo>
                    <a:pt x="0" y="291615"/>
                  </a:lnTo>
                  <a:close/>
                </a:path>
              </a:pathLst>
            </a:custGeom>
            <a:solidFill>
              <a:schemeClr val="accent6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0" name="任意多边形: 形状 39"/>
            <p:cNvSpPr/>
            <p:nvPr userDrawn="1">
              <p:custDataLst>
                <p:tags r:id="rId33"/>
              </p:custDataLst>
            </p:nvPr>
          </p:nvSpPr>
          <p:spPr>
            <a:xfrm flipH="1">
              <a:off x="5451" y="4054"/>
              <a:ext cx="2195" cy="1870"/>
            </a:xfrm>
            <a:custGeom>
              <a:avLst/>
              <a:gdLst>
                <a:gd name="connsiteX0" fmla="*/ 356800 w 1526880"/>
                <a:gd name="connsiteY0" fmla="*/ 114368 h 1300251"/>
                <a:gd name="connsiteX1" fmla="*/ 9163 w 1526880"/>
                <a:gd name="connsiteY1" fmla="*/ 671696 h 1300251"/>
                <a:gd name="connsiteX2" fmla="*/ 80698 w 1526880"/>
                <a:gd name="connsiteY2" fmla="*/ 1107079 h 1300251"/>
                <a:gd name="connsiteX3" fmla="*/ 582702 w 1526880"/>
                <a:gd name="connsiteY3" fmla="*/ 1296167 h 1300251"/>
                <a:gd name="connsiteX4" fmla="*/ 1505446 w 1526880"/>
                <a:gd name="connsiteY4" fmla="*/ 826376 h 1300251"/>
                <a:gd name="connsiteX5" fmla="*/ 1248484 w 1526880"/>
                <a:gd name="connsiteY5" fmla="*/ 112799 h 1300251"/>
                <a:gd name="connsiteX6" fmla="*/ 356800 w 1526880"/>
                <a:gd name="connsiteY6" fmla="*/ 114368 h 130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26880" h="1300251">
                  <a:moveTo>
                    <a:pt x="356800" y="114368"/>
                  </a:moveTo>
                  <a:cubicBezTo>
                    <a:pt x="152129" y="227214"/>
                    <a:pt x="43153" y="456357"/>
                    <a:pt x="9163" y="671696"/>
                  </a:cubicBezTo>
                  <a:cubicBezTo>
                    <a:pt x="-15100" y="825644"/>
                    <a:pt x="8849" y="1020693"/>
                    <a:pt x="80698" y="1107079"/>
                  </a:cubicBezTo>
                  <a:cubicBezTo>
                    <a:pt x="152548" y="1193466"/>
                    <a:pt x="334106" y="1325137"/>
                    <a:pt x="582702" y="1296167"/>
                  </a:cubicBezTo>
                  <a:cubicBezTo>
                    <a:pt x="936719" y="1254857"/>
                    <a:pt x="1436630" y="1046630"/>
                    <a:pt x="1505446" y="826376"/>
                  </a:cubicBezTo>
                  <a:cubicBezTo>
                    <a:pt x="1574158" y="606226"/>
                    <a:pt x="1474803" y="312345"/>
                    <a:pt x="1248484" y="112799"/>
                  </a:cubicBezTo>
                  <a:cubicBezTo>
                    <a:pt x="1080835" y="-35083"/>
                    <a:pt x="637818" y="-40626"/>
                    <a:pt x="356800" y="11436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1" name="任意多边形: 形状 40"/>
            <p:cNvSpPr/>
            <p:nvPr userDrawn="1">
              <p:custDataLst>
                <p:tags r:id="rId34"/>
              </p:custDataLst>
            </p:nvPr>
          </p:nvSpPr>
          <p:spPr>
            <a:xfrm flipH="1">
              <a:off x="5461" y="4054"/>
              <a:ext cx="1365" cy="1117"/>
            </a:xfrm>
            <a:custGeom>
              <a:avLst/>
              <a:gdLst>
                <a:gd name="connsiteX0" fmla="*/ 281722 w 949386"/>
                <a:gd name="connsiteY0" fmla="*/ 710101 h 776992"/>
                <a:gd name="connsiteX1" fmla="*/ 949386 w 949386"/>
                <a:gd name="connsiteY1" fmla="*/ 588888 h 776992"/>
                <a:gd name="connsiteX2" fmla="*/ 678200 w 949386"/>
                <a:gd name="connsiteY2" fmla="*/ 112716 h 776992"/>
                <a:gd name="connsiteX3" fmla="*/ 4051 w 949386"/>
                <a:gd name="connsiteY3" fmla="*/ 31873 h 776992"/>
                <a:gd name="connsiteX4" fmla="*/ 281826 w 949386"/>
                <a:gd name="connsiteY4" fmla="*/ 710101 h 776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386" h="776992">
                  <a:moveTo>
                    <a:pt x="281722" y="710101"/>
                  </a:moveTo>
                  <a:cubicBezTo>
                    <a:pt x="496119" y="843027"/>
                    <a:pt x="787490" y="765007"/>
                    <a:pt x="949386" y="588888"/>
                  </a:cubicBezTo>
                  <a:cubicBezTo>
                    <a:pt x="923763" y="421449"/>
                    <a:pt x="829323" y="246061"/>
                    <a:pt x="678200" y="112716"/>
                  </a:cubicBezTo>
                  <a:cubicBezTo>
                    <a:pt x="549666" y="-653"/>
                    <a:pt x="259236" y="-30250"/>
                    <a:pt x="4051" y="31873"/>
                  </a:cubicBezTo>
                  <a:cubicBezTo>
                    <a:pt x="-11009" y="165008"/>
                    <a:pt x="2692" y="537014"/>
                    <a:pt x="281826" y="710101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2" name="任意多边形: 形状 41"/>
            <p:cNvSpPr/>
            <p:nvPr userDrawn="1">
              <p:custDataLst>
                <p:tags r:id="rId35"/>
              </p:custDataLst>
            </p:nvPr>
          </p:nvSpPr>
          <p:spPr>
            <a:xfrm flipH="1">
              <a:off x="5713" y="3500"/>
              <a:ext cx="818" cy="891"/>
            </a:xfrm>
            <a:custGeom>
              <a:avLst/>
              <a:gdLst>
                <a:gd name="connsiteX0" fmla="*/ 0 w 569146"/>
                <a:gd name="connsiteY0" fmla="*/ 444025 h 619934"/>
                <a:gd name="connsiteX1" fmla="*/ 374097 w 569146"/>
                <a:gd name="connsiteY1" fmla="*/ 693 h 619934"/>
                <a:gd name="connsiteX2" fmla="*/ 569146 w 569146"/>
                <a:gd name="connsiteY2" fmla="*/ 619935 h 619934"/>
                <a:gd name="connsiteX3" fmla="*/ 0 w 569146"/>
                <a:gd name="connsiteY3" fmla="*/ 444129 h 619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146" h="619934">
                  <a:moveTo>
                    <a:pt x="0" y="444025"/>
                  </a:moveTo>
                  <a:cubicBezTo>
                    <a:pt x="0" y="444025"/>
                    <a:pt x="202788" y="-20329"/>
                    <a:pt x="374097" y="693"/>
                  </a:cubicBezTo>
                  <a:cubicBezTo>
                    <a:pt x="545406" y="21714"/>
                    <a:pt x="569146" y="619935"/>
                    <a:pt x="569146" y="619935"/>
                  </a:cubicBezTo>
                  <a:lnTo>
                    <a:pt x="0" y="444129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3" name="任意多边形: 形状 42"/>
            <p:cNvSpPr/>
            <p:nvPr userDrawn="1">
              <p:custDataLst>
                <p:tags r:id="rId36"/>
              </p:custDataLst>
            </p:nvPr>
          </p:nvSpPr>
          <p:spPr>
            <a:xfrm flipH="1">
              <a:off x="5843" y="3782"/>
              <a:ext cx="424" cy="518"/>
            </a:xfrm>
            <a:custGeom>
              <a:avLst/>
              <a:gdLst>
                <a:gd name="connsiteX0" fmla="*/ 0 w 294717"/>
                <a:gd name="connsiteY0" fmla="*/ 241770 h 360368"/>
                <a:gd name="connsiteX1" fmla="*/ 183127 w 294717"/>
                <a:gd name="connsiteY1" fmla="*/ 1018 h 360368"/>
                <a:gd name="connsiteX2" fmla="*/ 294718 w 294717"/>
                <a:gd name="connsiteY2" fmla="*/ 360369 h 360368"/>
                <a:gd name="connsiteX3" fmla="*/ 0 w 294717"/>
                <a:gd name="connsiteY3" fmla="*/ 241770 h 360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717" h="360368">
                  <a:moveTo>
                    <a:pt x="0" y="241770"/>
                  </a:moveTo>
                  <a:cubicBezTo>
                    <a:pt x="0" y="241770"/>
                    <a:pt x="108035" y="-18226"/>
                    <a:pt x="183127" y="1018"/>
                  </a:cubicBezTo>
                  <a:cubicBezTo>
                    <a:pt x="258218" y="20261"/>
                    <a:pt x="294718" y="360369"/>
                    <a:pt x="294718" y="360369"/>
                  </a:cubicBezTo>
                  <a:cubicBezTo>
                    <a:pt x="294718" y="360369"/>
                    <a:pt x="90779" y="216670"/>
                    <a:pt x="0" y="24177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4" name="任意多边形: 形状 43"/>
            <p:cNvSpPr/>
            <p:nvPr userDrawn="1">
              <p:custDataLst>
                <p:tags r:id="rId37"/>
              </p:custDataLst>
            </p:nvPr>
          </p:nvSpPr>
          <p:spPr>
            <a:xfrm flipH="1">
              <a:off x="6050" y="3998"/>
              <a:ext cx="275" cy="170"/>
            </a:xfrm>
            <a:custGeom>
              <a:avLst/>
              <a:gdLst>
                <a:gd name="connsiteX0" fmla="*/ 182290 w 190949"/>
                <a:gd name="connsiteY0" fmla="*/ 38838 h 118007"/>
                <a:gd name="connsiteX1" fmla="*/ 62959 w 190949"/>
                <a:gd name="connsiteY1" fmla="*/ 60696 h 118007"/>
                <a:gd name="connsiteX2" fmla="*/ 49573 w 190949"/>
                <a:gd name="connsiteY2" fmla="*/ 66239 h 118007"/>
                <a:gd name="connsiteX3" fmla="*/ 48945 w 190949"/>
                <a:gd name="connsiteY3" fmla="*/ 63310 h 118007"/>
                <a:gd name="connsiteX4" fmla="*/ 134600 w 190949"/>
                <a:gd name="connsiteY4" fmla="*/ 13110 h 118007"/>
                <a:gd name="connsiteX5" fmla="*/ 129370 w 190949"/>
                <a:gd name="connsiteY5" fmla="*/ 37 h 118007"/>
                <a:gd name="connsiteX6" fmla="*/ 0 w 190949"/>
                <a:gd name="connsiteY6" fmla="*/ 67494 h 118007"/>
                <a:gd name="connsiteX7" fmla="*/ 35977 w 190949"/>
                <a:gd name="connsiteY7" fmla="*/ 118008 h 118007"/>
                <a:gd name="connsiteX8" fmla="*/ 37859 w 190949"/>
                <a:gd name="connsiteY8" fmla="*/ 113615 h 118007"/>
                <a:gd name="connsiteX9" fmla="*/ 97681 w 190949"/>
                <a:gd name="connsiteY9" fmla="*/ 89770 h 118007"/>
                <a:gd name="connsiteX10" fmla="*/ 185741 w 190949"/>
                <a:gd name="connsiteY10" fmla="*/ 52538 h 118007"/>
                <a:gd name="connsiteX11" fmla="*/ 182395 w 190949"/>
                <a:gd name="connsiteY11" fmla="*/ 38733 h 118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0949" h="118007">
                  <a:moveTo>
                    <a:pt x="182290" y="38838"/>
                  </a:moveTo>
                  <a:cubicBezTo>
                    <a:pt x="140770" y="35805"/>
                    <a:pt x="99878" y="46263"/>
                    <a:pt x="62959" y="60696"/>
                  </a:cubicBezTo>
                  <a:cubicBezTo>
                    <a:pt x="58776" y="62369"/>
                    <a:pt x="54174" y="64252"/>
                    <a:pt x="49573" y="66239"/>
                  </a:cubicBezTo>
                  <a:cubicBezTo>
                    <a:pt x="49573" y="65193"/>
                    <a:pt x="49259" y="64252"/>
                    <a:pt x="48945" y="63310"/>
                  </a:cubicBezTo>
                  <a:cubicBezTo>
                    <a:pt x="76242" y="45217"/>
                    <a:pt x="105421" y="29007"/>
                    <a:pt x="134600" y="13110"/>
                  </a:cubicBezTo>
                  <a:cubicBezTo>
                    <a:pt x="140979" y="9659"/>
                    <a:pt x="137319" y="-695"/>
                    <a:pt x="129370" y="37"/>
                  </a:cubicBezTo>
                  <a:cubicBezTo>
                    <a:pt x="74359" y="5371"/>
                    <a:pt x="35036" y="33295"/>
                    <a:pt x="0" y="67494"/>
                  </a:cubicBezTo>
                  <a:cubicBezTo>
                    <a:pt x="10667" y="85378"/>
                    <a:pt x="22799" y="102111"/>
                    <a:pt x="35977" y="118008"/>
                  </a:cubicBezTo>
                  <a:lnTo>
                    <a:pt x="37859" y="113615"/>
                  </a:lnTo>
                  <a:cubicBezTo>
                    <a:pt x="37859" y="113615"/>
                    <a:pt x="83249" y="93012"/>
                    <a:pt x="97681" y="89770"/>
                  </a:cubicBezTo>
                  <a:cubicBezTo>
                    <a:pt x="129893" y="82554"/>
                    <a:pt x="154261" y="61846"/>
                    <a:pt x="185741" y="52538"/>
                  </a:cubicBezTo>
                  <a:cubicBezTo>
                    <a:pt x="194735" y="49923"/>
                    <a:pt x="191075" y="39361"/>
                    <a:pt x="182395" y="38733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5" name="任意多边形: 形状 44"/>
            <p:cNvSpPr/>
            <p:nvPr userDrawn="1">
              <p:custDataLst>
                <p:tags r:id="rId38"/>
              </p:custDataLst>
            </p:nvPr>
          </p:nvSpPr>
          <p:spPr>
            <a:xfrm flipH="1">
              <a:off x="6972" y="4032"/>
              <a:ext cx="797" cy="798"/>
            </a:xfrm>
            <a:custGeom>
              <a:avLst/>
              <a:gdLst>
                <a:gd name="connsiteX0" fmla="*/ 47199 w 554641"/>
                <a:gd name="connsiteY0" fmla="*/ 16886 h 555284"/>
                <a:gd name="connsiteX1" fmla="*/ 70103 w 554641"/>
                <a:gd name="connsiteY1" fmla="*/ 361072 h 555284"/>
                <a:gd name="connsiteX2" fmla="*/ 170713 w 554641"/>
                <a:gd name="connsiteY2" fmla="*/ 555285 h 555284"/>
                <a:gd name="connsiteX3" fmla="*/ 554641 w 554641"/>
                <a:gd name="connsiteY3" fmla="*/ 203046 h 555284"/>
                <a:gd name="connsiteX4" fmla="*/ 47304 w 554641"/>
                <a:gd name="connsiteY4" fmla="*/ 16886 h 55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4641" h="555284">
                  <a:moveTo>
                    <a:pt x="47199" y="16886"/>
                  </a:moveTo>
                  <a:cubicBezTo>
                    <a:pt x="-49436" y="98148"/>
                    <a:pt x="25028" y="233584"/>
                    <a:pt x="70103" y="361072"/>
                  </a:cubicBezTo>
                  <a:cubicBezTo>
                    <a:pt x="102838" y="453525"/>
                    <a:pt x="170713" y="555285"/>
                    <a:pt x="170713" y="555285"/>
                  </a:cubicBezTo>
                  <a:lnTo>
                    <a:pt x="554641" y="203046"/>
                  </a:lnTo>
                  <a:cubicBezTo>
                    <a:pt x="554641" y="203046"/>
                    <a:pt x="150006" y="-69396"/>
                    <a:pt x="47304" y="16886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6" name="任意多边形: 形状 45"/>
            <p:cNvSpPr/>
            <p:nvPr userDrawn="1">
              <p:custDataLst>
                <p:tags r:id="rId39"/>
              </p:custDataLst>
            </p:nvPr>
          </p:nvSpPr>
          <p:spPr>
            <a:xfrm flipH="1">
              <a:off x="7276" y="4208"/>
              <a:ext cx="360" cy="463"/>
            </a:xfrm>
            <a:custGeom>
              <a:avLst/>
              <a:gdLst>
                <a:gd name="connsiteX0" fmla="*/ 106958 w 250238"/>
                <a:gd name="connsiteY0" fmla="*/ 321993 h 321992"/>
                <a:gd name="connsiteX1" fmla="*/ 7917 w 250238"/>
                <a:gd name="connsiteY1" fmla="*/ 3743 h 321992"/>
                <a:gd name="connsiteX2" fmla="*/ 250238 w 250238"/>
                <a:gd name="connsiteY2" fmla="*/ 157796 h 321992"/>
                <a:gd name="connsiteX3" fmla="*/ 106958 w 250238"/>
                <a:gd name="connsiteY3" fmla="*/ 321888 h 321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238" h="321992">
                  <a:moveTo>
                    <a:pt x="106958" y="321993"/>
                  </a:moveTo>
                  <a:cubicBezTo>
                    <a:pt x="106958" y="321993"/>
                    <a:pt x="-34439" y="35955"/>
                    <a:pt x="7917" y="3743"/>
                  </a:cubicBezTo>
                  <a:cubicBezTo>
                    <a:pt x="50169" y="-28468"/>
                    <a:pt x="250238" y="157796"/>
                    <a:pt x="250238" y="157796"/>
                  </a:cubicBezTo>
                  <a:cubicBezTo>
                    <a:pt x="250238" y="157796"/>
                    <a:pt x="132895" y="243345"/>
                    <a:pt x="106958" y="32188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7" name="任意多边形: 形状 46"/>
            <p:cNvSpPr/>
            <p:nvPr userDrawn="1">
              <p:custDataLst>
                <p:tags r:id="rId40"/>
              </p:custDataLst>
            </p:nvPr>
          </p:nvSpPr>
          <p:spPr>
            <a:xfrm flipH="1">
              <a:off x="7207" y="4361"/>
              <a:ext cx="233" cy="144"/>
            </a:xfrm>
            <a:custGeom>
              <a:avLst/>
              <a:gdLst>
                <a:gd name="connsiteX0" fmla="*/ 126794 w 142510"/>
                <a:gd name="connsiteY0" fmla="*/ 0 h 39912"/>
                <a:gd name="connsiteX1" fmla="*/ 57977 w 142510"/>
                <a:gd name="connsiteY1" fmla="*/ 3765 h 39912"/>
                <a:gd name="connsiteX2" fmla="*/ 4639 w 142510"/>
                <a:gd name="connsiteY2" fmla="*/ 17675 h 39912"/>
                <a:gd name="connsiteX3" fmla="*/ 9032 w 142510"/>
                <a:gd name="connsiteY3" fmla="*/ 38696 h 39912"/>
                <a:gd name="connsiteX4" fmla="*/ 128990 w 142510"/>
                <a:gd name="connsiteY4" fmla="*/ 30748 h 39912"/>
                <a:gd name="connsiteX5" fmla="*/ 126898 w 142510"/>
                <a:gd name="connsiteY5" fmla="*/ 105 h 39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3" h="144">
                  <a:moveTo>
                    <a:pt x="193" y="0"/>
                  </a:moveTo>
                  <a:cubicBezTo>
                    <a:pt x="160" y="2"/>
                    <a:pt x="126" y="6"/>
                    <a:pt x="94" y="5"/>
                  </a:cubicBezTo>
                  <a:cubicBezTo>
                    <a:pt x="64" y="5"/>
                    <a:pt x="41" y="2"/>
                    <a:pt x="17" y="25"/>
                  </a:cubicBezTo>
                  <a:cubicBezTo>
                    <a:pt x="6" y="35"/>
                    <a:pt x="8" y="54"/>
                    <a:pt x="23" y="56"/>
                  </a:cubicBezTo>
                  <a:cubicBezTo>
                    <a:pt x="80" y="61"/>
                    <a:pt x="138" y="52"/>
                    <a:pt x="196" y="44"/>
                  </a:cubicBezTo>
                  <a:cubicBezTo>
                    <a:pt x="224" y="40"/>
                    <a:pt x="220" y="-2"/>
                    <a:pt x="193" y="0"/>
                  </a:cubicBezTo>
                  <a:lnTo>
                    <a:pt x="193" y="0"/>
                  </a:lnTo>
                  <a:close/>
                  <a:moveTo>
                    <a:pt x="216" y="43"/>
                  </a:moveTo>
                  <a:cubicBezTo>
                    <a:pt x="169" y="49"/>
                    <a:pt x="125" y="61"/>
                    <a:pt x="79" y="74"/>
                  </a:cubicBezTo>
                  <a:cubicBezTo>
                    <a:pt x="51" y="82"/>
                    <a:pt x="19" y="99"/>
                    <a:pt x="2" y="125"/>
                  </a:cubicBezTo>
                  <a:cubicBezTo>
                    <a:pt x="-4" y="135"/>
                    <a:pt x="3" y="149"/>
                    <a:pt x="15" y="143"/>
                  </a:cubicBezTo>
                  <a:cubicBezTo>
                    <a:pt x="39" y="132"/>
                    <a:pt x="65" y="135"/>
                    <a:pt x="89" y="125"/>
                  </a:cubicBezTo>
                  <a:cubicBezTo>
                    <a:pt x="133" y="106"/>
                    <a:pt x="173" y="89"/>
                    <a:pt x="218" y="77"/>
                  </a:cubicBezTo>
                  <a:cubicBezTo>
                    <a:pt x="239" y="72"/>
                    <a:pt x="238" y="41"/>
                    <a:pt x="216" y="43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0457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49" name="任意多边形: 形状 48"/>
            <p:cNvSpPr/>
            <p:nvPr userDrawn="1">
              <p:custDataLst>
                <p:tags r:id="rId41"/>
              </p:custDataLst>
            </p:nvPr>
          </p:nvSpPr>
          <p:spPr>
            <a:xfrm flipH="1">
              <a:off x="5562" y="5383"/>
              <a:ext cx="1676" cy="525"/>
            </a:xfrm>
            <a:custGeom>
              <a:avLst/>
              <a:gdLst>
                <a:gd name="connsiteX0" fmla="*/ 0 w 1165484"/>
                <a:gd name="connsiteY0" fmla="*/ 319400 h 365073"/>
                <a:gd name="connsiteX1" fmla="*/ 310824 w 1165484"/>
                <a:gd name="connsiteY1" fmla="*/ 364371 h 365073"/>
                <a:gd name="connsiteX2" fmla="*/ 767751 w 1165484"/>
                <a:gd name="connsiteY2" fmla="*/ 241589 h 365073"/>
                <a:gd name="connsiteX3" fmla="*/ 1165484 w 1165484"/>
                <a:gd name="connsiteY3" fmla="*/ 0 h 365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5484" h="365073">
                  <a:moveTo>
                    <a:pt x="0" y="319400"/>
                  </a:moveTo>
                  <a:cubicBezTo>
                    <a:pt x="0" y="319400"/>
                    <a:pt x="133031" y="371692"/>
                    <a:pt x="310824" y="364371"/>
                  </a:cubicBezTo>
                  <a:cubicBezTo>
                    <a:pt x="445319" y="358723"/>
                    <a:pt x="612967" y="304444"/>
                    <a:pt x="767751" y="241589"/>
                  </a:cubicBezTo>
                  <a:cubicBezTo>
                    <a:pt x="1073450" y="117343"/>
                    <a:pt x="1165484" y="0"/>
                    <a:pt x="1165484" y="0"/>
                  </a:cubicBezTo>
                </a:path>
              </a:pathLst>
            </a:custGeom>
            <a:noFill/>
            <a:ln w="22225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0" name="任意多边形: 形状 49"/>
            <p:cNvSpPr/>
            <p:nvPr userDrawn="1">
              <p:custDataLst>
                <p:tags r:id="rId42"/>
              </p:custDataLst>
            </p:nvPr>
          </p:nvSpPr>
          <p:spPr>
            <a:xfrm flipH="1">
              <a:off x="5931" y="4576"/>
              <a:ext cx="508" cy="453"/>
            </a:xfrm>
            <a:custGeom>
              <a:avLst/>
              <a:gdLst>
                <a:gd name="connsiteX0" fmla="*/ 12857 w 353552"/>
                <a:gd name="connsiteY0" fmla="*/ 265261 h 314958"/>
                <a:gd name="connsiteX1" fmla="*/ 133129 w 353552"/>
                <a:gd name="connsiteY1" fmla="*/ 15096 h 314958"/>
                <a:gd name="connsiteX2" fmla="*/ 348990 w 353552"/>
                <a:gd name="connsiteY2" fmla="*/ 82866 h 314958"/>
                <a:gd name="connsiteX3" fmla="*/ 209789 w 353552"/>
                <a:gd name="connsiteY3" fmla="*/ 297368 h 314958"/>
                <a:gd name="connsiteX4" fmla="*/ 12753 w 353552"/>
                <a:gd name="connsiteY4" fmla="*/ 265365 h 314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3552" h="314958">
                  <a:moveTo>
                    <a:pt x="12857" y="265261"/>
                  </a:moveTo>
                  <a:cubicBezTo>
                    <a:pt x="-20923" y="215583"/>
                    <a:pt x="9406" y="56302"/>
                    <a:pt x="133129" y="15096"/>
                  </a:cubicBezTo>
                  <a:cubicBezTo>
                    <a:pt x="245766" y="-22450"/>
                    <a:pt x="325773" y="13736"/>
                    <a:pt x="348990" y="82866"/>
                  </a:cubicBezTo>
                  <a:cubicBezTo>
                    <a:pt x="372208" y="151892"/>
                    <a:pt x="303915" y="264215"/>
                    <a:pt x="209789" y="297368"/>
                  </a:cubicBezTo>
                  <a:cubicBezTo>
                    <a:pt x="115663" y="330626"/>
                    <a:pt x="46429" y="314938"/>
                    <a:pt x="12753" y="265365"/>
                  </a:cubicBezTo>
                  <a:close/>
                </a:path>
              </a:pathLst>
            </a:custGeom>
            <a:solidFill>
              <a:schemeClr val="accent3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1" name="任意多边形: 形状 50"/>
            <p:cNvSpPr/>
            <p:nvPr userDrawn="1">
              <p:custDataLst>
                <p:tags r:id="rId43"/>
              </p:custDataLst>
            </p:nvPr>
          </p:nvSpPr>
          <p:spPr>
            <a:xfrm flipH="1">
              <a:off x="5999" y="4588"/>
              <a:ext cx="350" cy="409"/>
            </a:xfrm>
            <a:custGeom>
              <a:avLst/>
              <a:gdLst>
                <a:gd name="connsiteX0" fmla="*/ 224022 w 243291"/>
                <a:gd name="connsiteY0" fmla="*/ 84431 h 284398"/>
                <a:gd name="connsiteX1" fmla="*/ 181143 w 243291"/>
                <a:gd name="connsiteY1" fmla="*/ 275401 h 284398"/>
                <a:gd name="connsiteX2" fmla="*/ 18828 w 243291"/>
                <a:gd name="connsiteY2" fmla="*/ 193094 h 284398"/>
                <a:gd name="connsiteX3" fmla="*/ 53759 w 243291"/>
                <a:gd name="connsiteY3" fmla="*/ 12059 h 284398"/>
                <a:gd name="connsiteX4" fmla="*/ 224022 w 243291"/>
                <a:gd name="connsiteY4" fmla="*/ 84536 h 284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291" h="284398">
                  <a:moveTo>
                    <a:pt x="224022" y="84431"/>
                  </a:moveTo>
                  <a:cubicBezTo>
                    <a:pt x="265124" y="158058"/>
                    <a:pt x="235631" y="248105"/>
                    <a:pt x="181143" y="275401"/>
                  </a:cubicBezTo>
                  <a:cubicBezTo>
                    <a:pt x="126654" y="302698"/>
                    <a:pt x="53968" y="265780"/>
                    <a:pt x="18828" y="193094"/>
                  </a:cubicBezTo>
                  <a:cubicBezTo>
                    <a:pt x="-16417" y="120408"/>
                    <a:pt x="-729" y="39251"/>
                    <a:pt x="53759" y="12059"/>
                  </a:cubicBezTo>
                  <a:cubicBezTo>
                    <a:pt x="108248" y="-15238"/>
                    <a:pt x="177796" y="1705"/>
                    <a:pt x="224022" y="84536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2" name="任意多边形: 形状 51"/>
            <p:cNvSpPr/>
            <p:nvPr userDrawn="1">
              <p:custDataLst>
                <p:tags r:id="rId44"/>
              </p:custDataLst>
            </p:nvPr>
          </p:nvSpPr>
          <p:spPr>
            <a:xfrm flipH="1">
              <a:off x="6952" y="4923"/>
              <a:ext cx="486" cy="415"/>
            </a:xfrm>
            <a:custGeom>
              <a:avLst/>
              <a:gdLst>
                <a:gd name="connsiteX0" fmla="*/ 96374 w 337946"/>
                <a:gd name="connsiteY0" fmla="*/ 16849 h 288968"/>
                <a:gd name="connsiteX1" fmla="*/ 14276 w 337946"/>
                <a:gd name="connsiteY1" fmla="*/ 220997 h 288968"/>
                <a:gd name="connsiteX2" fmla="*/ 241955 w 337946"/>
                <a:gd name="connsiteY2" fmla="*/ 269524 h 288968"/>
                <a:gd name="connsiteX3" fmla="*/ 334617 w 337946"/>
                <a:gd name="connsiteY3" fmla="*/ 108569 h 288968"/>
                <a:gd name="connsiteX4" fmla="*/ 96270 w 337946"/>
                <a:gd name="connsiteY4" fmla="*/ 16849 h 288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946" h="288968">
                  <a:moveTo>
                    <a:pt x="96374" y="16849"/>
                  </a:moveTo>
                  <a:cubicBezTo>
                    <a:pt x="4340" y="65899"/>
                    <a:pt x="-18773" y="156155"/>
                    <a:pt x="14276" y="220997"/>
                  </a:cubicBezTo>
                  <a:cubicBezTo>
                    <a:pt x="47220" y="285839"/>
                    <a:pt x="163831" y="309161"/>
                    <a:pt x="241955" y="269524"/>
                  </a:cubicBezTo>
                  <a:cubicBezTo>
                    <a:pt x="320184" y="229991"/>
                    <a:pt x="348317" y="166613"/>
                    <a:pt x="334617" y="108569"/>
                  </a:cubicBezTo>
                  <a:cubicBezTo>
                    <a:pt x="320916" y="50420"/>
                    <a:pt x="197507" y="-37012"/>
                    <a:pt x="96270" y="16849"/>
                  </a:cubicBezTo>
                  <a:close/>
                </a:path>
              </a:pathLst>
            </a:custGeom>
            <a:solidFill>
              <a:schemeClr val="accent3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3" name="任意多边形: 形状 52"/>
            <p:cNvSpPr/>
            <p:nvPr userDrawn="1">
              <p:custDataLst>
                <p:tags r:id="rId45"/>
              </p:custDataLst>
            </p:nvPr>
          </p:nvSpPr>
          <p:spPr>
            <a:xfrm flipH="1">
              <a:off x="7004" y="4924"/>
              <a:ext cx="324" cy="397"/>
            </a:xfrm>
            <a:custGeom>
              <a:avLst/>
              <a:gdLst>
                <a:gd name="connsiteX0" fmla="*/ 9426 w 225245"/>
                <a:gd name="connsiteY0" fmla="*/ 176370 h 276351"/>
                <a:gd name="connsiteX1" fmla="*/ 153961 w 225245"/>
                <a:gd name="connsiteY1" fmla="*/ 271751 h 276351"/>
                <a:gd name="connsiteX2" fmla="*/ 216503 w 225245"/>
                <a:gd name="connsiteY2" fmla="*/ 110273 h 276351"/>
                <a:gd name="connsiteX3" fmla="*/ 68098 w 225245"/>
                <a:gd name="connsiteY3" fmla="*/ 3911 h 276351"/>
                <a:gd name="connsiteX4" fmla="*/ 9322 w 225245"/>
                <a:gd name="connsiteY4" fmla="*/ 176370 h 276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45" h="276351">
                  <a:moveTo>
                    <a:pt x="9426" y="176370"/>
                  </a:moveTo>
                  <a:cubicBezTo>
                    <a:pt x="34213" y="253344"/>
                    <a:pt x="96754" y="289948"/>
                    <a:pt x="153961" y="271751"/>
                  </a:cubicBezTo>
                  <a:cubicBezTo>
                    <a:pt x="211169" y="253448"/>
                    <a:pt x="241289" y="187247"/>
                    <a:pt x="216503" y="110273"/>
                  </a:cubicBezTo>
                  <a:cubicBezTo>
                    <a:pt x="191821" y="33299"/>
                    <a:pt x="125305" y="-14391"/>
                    <a:pt x="68098" y="3911"/>
                  </a:cubicBezTo>
                  <a:cubicBezTo>
                    <a:pt x="10890" y="22109"/>
                    <a:pt x="-15465" y="99396"/>
                    <a:pt x="9322" y="176370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4" name="任意多边形: 形状 53"/>
            <p:cNvSpPr/>
            <p:nvPr userDrawn="1">
              <p:custDataLst>
                <p:tags r:id="rId46"/>
              </p:custDataLst>
            </p:nvPr>
          </p:nvSpPr>
          <p:spPr>
            <a:xfrm flipH="1">
              <a:off x="6577" y="5108"/>
              <a:ext cx="112" cy="245"/>
            </a:xfrm>
            <a:custGeom>
              <a:avLst/>
              <a:gdLst>
                <a:gd name="connsiteX0" fmla="*/ 0 w 77706"/>
                <a:gd name="connsiteY0" fmla="*/ 0 h 170367"/>
                <a:gd name="connsiteX1" fmla="*/ 77706 w 77706"/>
                <a:gd name="connsiteY1" fmla="*/ 170367 h 170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7706" h="170367">
                  <a:moveTo>
                    <a:pt x="0" y="0"/>
                  </a:moveTo>
                  <a:cubicBezTo>
                    <a:pt x="0" y="0"/>
                    <a:pt x="25519" y="148405"/>
                    <a:pt x="77706" y="170367"/>
                  </a:cubicBezTo>
                </a:path>
              </a:pathLst>
            </a:custGeom>
            <a:noFill/>
            <a:ln w="31371" cap="flat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5" name="任意多边形: 形状 54"/>
            <p:cNvSpPr/>
            <p:nvPr userDrawn="1">
              <p:custDataLst>
                <p:tags r:id="rId47"/>
              </p:custDataLst>
            </p:nvPr>
          </p:nvSpPr>
          <p:spPr>
            <a:xfrm flipH="1">
              <a:off x="6580" y="5040"/>
              <a:ext cx="223" cy="151"/>
            </a:xfrm>
            <a:custGeom>
              <a:avLst/>
              <a:gdLst>
                <a:gd name="connsiteX0" fmla="*/ 3 w 154826"/>
                <a:gd name="connsiteY0" fmla="*/ 58240 h 104808"/>
                <a:gd name="connsiteX1" fmla="*/ 52295 w 154826"/>
                <a:gd name="connsiteY1" fmla="*/ 12118 h 104808"/>
                <a:gd name="connsiteX2" fmla="*/ 154682 w 154826"/>
                <a:gd name="connsiteY2" fmla="*/ 26028 h 104808"/>
                <a:gd name="connsiteX3" fmla="*/ 94965 w 154826"/>
                <a:gd name="connsiteY3" fmla="*/ 102479 h 104808"/>
                <a:gd name="connsiteX4" fmla="*/ 3 w 154826"/>
                <a:gd name="connsiteY4" fmla="*/ 58135 h 104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826" h="104808">
                  <a:moveTo>
                    <a:pt x="3" y="58240"/>
                  </a:moveTo>
                  <a:cubicBezTo>
                    <a:pt x="3" y="58240"/>
                    <a:pt x="-1253" y="31571"/>
                    <a:pt x="52295" y="12118"/>
                  </a:cubicBezTo>
                  <a:cubicBezTo>
                    <a:pt x="105841" y="-7230"/>
                    <a:pt x="152068" y="-3988"/>
                    <a:pt x="154682" y="26028"/>
                  </a:cubicBezTo>
                  <a:cubicBezTo>
                    <a:pt x="157401" y="55939"/>
                    <a:pt x="121006" y="91184"/>
                    <a:pt x="94965" y="102479"/>
                  </a:cubicBezTo>
                  <a:cubicBezTo>
                    <a:pt x="68923" y="113774"/>
                    <a:pt x="-207" y="81562"/>
                    <a:pt x="3" y="58135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6" name="任意多边形: 形状 55"/>
            <p:cNvSpPr/>
            <p:nvPr userDrawn="1">
              <p:custDataLst>
                <p:tags r:id="rId48"/>
              </p:custDataLst>
            </p:nvPr>
          </p:nvSpPr>
          <p:spPr>
            <a:xfrm flipH="1">
              <a:off x="6407" y="5160"/>
              <a:ext cx="445" cy="209"/>
            </a:xfrm>
            <a:custGeom>
              <a:avLst/>
              <a:gdLst>
                <a:gd name="connsiteX0" fmla="*/ 0 w 309254"/>
                <a:gd name="connsiteY0" fmla="*/ 109081 h 145239"/>
                <a:gd name="connsiteX1" fmla="*/ 160118 w 309254"/>
                <a:gd name="connsiteY1" fmla="*/ 141711 h 145239"/>
                <a:gd name="connsiteX2" fmla="*/ 309255 w 309254"/>
                <a:gd name="connsiteY2" fmla="*/ 0 h 1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9254" h="145239">
                  <a:moveTo>
                    <a:pt x="0" y="109081"/>
                  </a:moveTo>
                  <a:cubicBezTo>
                    <a:pt x="0" y="109081"/>
                    <a:pt x="92975" y="158654"/>
                    <a:pt x="160118" y="141711"/>
                  </a:cubicBezTo>
                  <a:cubicBezTo>
                    <a:pt x="203730" y="130730"/>
                    <a:pt x="270873" y="74359"/>
                    <a:pt x="309255" y="0"/>
                  </a:cubicBezTo>
                </a:path>
              </a:pathLst>
            </a:custGeom>
            <a:noFill/>
            <a:ln w="31371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7" name="任意多边形: 形状 56"/>
            <p:cNvSpPr/>
            <p:nvPr userDrawn="1">
              <p:custDataLst>
                <p:tags r:id="rId49"/>
              </p:custDataLst>
            </p:nvPr>
          </p:nvSpPr>
          <p:spPr>
            <a:xfrm flipH="1">
              <a:off x="7412" y="5358"/>
              <a:ext cx="531" cy="70"/>
            </a:xfrm>
            <a:custGeom>
              <a:avLst/>
              <a:gdLst>
                <a:gd name="connsiteX0" fmla="*/ 19965 w 369352"/>
                <a:gd name="connsiteY0" fmla="*/ 38957 h 48532"/>
                <a:gd name="connsiteX1" fmla="*/ 359131 w 369352"/>
                <a:gd name="connsiteY1" fmla="*/ 42618 h 48532"/>
                <a:gd name="connsiteX2" fmla="*/ 362791 w 369352"/>
                <a:gd name="connsiteY2" fmla="*/ 20655 h 48532"/>
                <a:gd name="connsiteX3" fmla="*/ 173494 w 369352"/>
                <a:gd name="connsiteY3" fmla="*/ 1307 h 48532"/>
                <a:gd name="connsiteX4" fmla="*/ 16513 w 369352"/>
                <a:gd name="connsiteY4" fmla="*/ 1621 h 48532"/>
                <a:gd name="connsiteX5" fmla="*/ 19860 w 369352"/>
                <a:gd name="connsiteY5" fmla="*/ 38957 h 48532"/>
                <a:gd name="connsiteX6" fmla="*/ 19860 w 369352"/>
                <a:gd name="connsiteY6" fmla="*/ 38957 h 48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9352" h="48532">
                  <a:moveTo>
                    <a:pt x="19965" y="38957"/>
                  </a:moveTo>
                  <a:cubicBezTo>
                    <a:pt x="133125" y="38748"/>
                    <a:pt x="246284" y="57887"/>
                    <a:pt x="359131" y="42618"/>
                  </a:cubicBezTo>
                  <a:cubicBezTo>
                    <a:pt x="370739" y="41049"/>
                    <a:pt x="373145" y="25989"/>
                    <a:pt x="362791" y="20655"/>
                  </a:cubicBezTo>
                  <a:cubicBezTo>
                    <a:pt x="307361" y="-8106"/>
                    <a:pt x="233630" y="2771"/>
                    <a:pt x="173494" y="1307"/>
                  </a:cubicBezTo>
                  <a:cubicBezTo>
                    <a:pt x="121307" y="52"/>
                    <a:pt x="68701" y="-994"/>
                    <a:pt x="16513" y="1621"/>
                  </a:cubicBezTo>
                  <a:cubicBezTo>
                    <a:pt x="-7959" y="2876"/>
                    <a:pt x="-3881" y="38957"/>
                    <a:pt x="19860" y="38957"/>
                  </a:cubicBezTo>
                  <a:lnTo>
                    <a:pt x="19860" y="3895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8" name="任意多边形: 形状 57"/>
            <p:cNvSpPr/>
            <p:nvPr userDrawn="1">
              <p:custDataLst>
                <p:tags r:id="rId50"/>
              </p:custDataLst>
            </p:nvPr>
          </p:nvSpPr>
          <p:spPr>
            <a:xfrm flipH="1">
              <a:off x="7406" y="5503"/>
              <a:ext cx="415" cy="201"/>
            </a:xfrm>
            <a:custGeom>
              <a:avLst/>
              <a:gdLst>
                <a:gd name="connsiteX0" fmla="*/ 23188 w 288517"/>
                <a:gd name="connsiteY0" fmla="*/ 137226 h 139797"/>
                <a:gd name="connsiteX1" fmla="*/ 157683 w 288517"/>
                <a:gd name="connsiteY1" fmla="*/ 76253 h 139797"/>
                <a:gd name="connsiteX2" fmla="*/ 282870 w 288517"/>
                <a:gd name="connsiteY2" fmla="*/ 23439 h 139797"/>
                <a:gd name="connsiteX3" fmla="*/ 274085 w 288517"/>
                <a:gd name="connsiteY3" fmla="*/ 12 h 139797"/>
                <a:gd name="connsiteX4" fmla="*/ 125576 w 288517"/>
                <a:gd name="connsiteY4" fmla="*/ 41845 h 139797"/>
                <a:gd name="connsiteX5" fmla="*/ 3526 w 288517"/>
                <a:gd name="connsiteY5" fmla="*/ 116414 h 139797"/>
                <a:gd name="connsiteX6" fmla="*/ 23188 w 288517"/>
                <a:gd name="connsiteY6" fmla="*/ 137121 h 139797"/>
                <a:gd name="connsiteX7" fmla="*/ 23188 w 288517"/>
                <a:gd name="connsiteY7" fmla="*/ 137121 h 139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8517" h="139797">
                  <a:moveTo>
                    <a:pt x="23188" y="137226"/>
                  </a:moveTo>
                  <a:cubicBezTo>
                    <a:pt x="62407" y="108674"/>
                    <a:pt x="113444" y="95601"/>
                    <a:pt x="157683" y="76253"/>
                  </a:cubicBezTo>
                  <a:cubicBezTo>
                    <a:pt x="199621" y="57951"/>
                    <a:pt x="242814" y="45715"/>
                    <a:pt x="282870" y="23439"/>
                  </a:cubicBezTo>
                  <a:cubicBezTo>
                    <a:pt x="294897" y="16745"/>
                    <a:pt x="285694" y="-511"/>
                    <a:pt x="274085" y="12"/>
                  </a:cubicBezTo>
                  <a:cubicBezTo>
                    <a:pt x="222211" y="2417"/>
                    <a:pt x="173371" y="22811"/>
                    <a:pt x="125576" y="41845"/>
                  </a:cubicBezTo>
                  <a:cubicBezTo>
                    <a:pt x="79140" y="60357"/>
                    <a:pt x="37620" y="78973"/>
                    <a:pt x="3526" y="116414"/>
                  </a:cubicBezTo>
                  <a:cubicBezTo>
                    <a:pt x="-7664" y="128650"/>
                    <a:pt x="10219" y="146638"/>
                    <a:pt x="23188" y="137121"/>
                  </a:cubicBezTo>
                  <a:lnTo>
                    <a:pt x="23188" y="137121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59" name="任意多边形: 形状 58"/>
            <p:cNvSpPr/>
            <p:nvPr userDrawn="1">
              <p:custDataLst>
                <p:tags r:id="rId51"/>
              </p:custDataLst>
            </p:nvPr>
          </p:nvSpPr>
          <p:spPr>
            <a:xfrm flipH="1">
              <a:off x="5337" y="4513"/>
              <a:ext cx="534" cy="341"/>
            </a:xfrm>
            <a:custGeom>
              <a:avLst/>
              <a:gdLst>
                <a:gd name="connsiteX0" fmla="*/ 352492 w 371382"/>
                <a:gd name="connsiteY0" fmla="*/ 895 h 237335"/>
                <a:gd name="connsiteX1" fmla="*/ 178360 w 371382"/>
                <a:gd name="connsiteY1" fmla="*/ 81006 h 237335"/>
                <a:gd name="connsiteX2" fmla="*/ 4437 w 371382"/>
                <a:gd name="connsiteY2" fmla="*/ 207344 h 237335"/>
                <a:gd name="connsiteX3" fmla="*/ 7051 w 371382"/>
                <a:gd name="connsiteY3" fmla="*/ 232549 h 237335"/>
                <a:gd name="connsiteX4" fmla="*/ 9561 w 371382"/>
                <a:gd name="connsiteY4" fmla="*/ 234117 h 237335"/>
                <a:gd name="connsiteX5" fmla="*/ 29014 w 371382"/>
                <a:gd name="connsiteY5" fmla="*/ 234117 h 237335"/>
                <a:gd name="connsiteX6" fmla="*/ 180556 w 371382"/>
                <a:gd name="connsiteY6" fmla="*/ 135808 h 237335"/>
                <a:gd name="connsiteX7" fmla="*/ 365983 w 371382"/>
                <a:gd name="connsiteY7" fmla="*/ 26100 h 237335"/>
                <a:gd name="connsiteX8" fmla="*/ 352387 w 371382"/>
                <a:gd name="connsiteY8" fmla="*/ 1000 h 23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382" h="237335">
                  <a:moveTo>
                    <a:pt x="352492" y="895"/>
                  </a:moveTo>
                  <a:cubicBezTo>
                    <a:pt x="292984" y="22230"/>
                    <a:pt x="233371" y="49631"/>
                    <a:pt x="178360" y="81006"/>
                  </a:cubicBezTo>
                  <a:cubicBezTo>
                    <a:pt x="122617" y="112800"/>
                    <a:pt x="51813" y="162268"/>
                    <a:pt x="4437" y="207344"/>
                  </a:cubicBezTo>
                  <a:cubicBezTo>
                    <a:pt x="-2048" y="213410"/>
                    <a:pt x="-1629" y="227006"/>
                    <a:pt x="7051" y="232549"/>
                  </a:cubicBezTo>
                  <a:cubicBezTo>
                    <a:pt x="7888" y="233072"/>
                    <a:pt x="8724" y="233595"/>
                    <a:pt x="9561" y="234117"/>
                  </a:cubicBezTo>
                  <a:cubicBezTo>
                    <a:pt x="16464" y="238615"/>
                    <a:pt x="23784" y="238196"/>
                    <a:pt x="29014" y="234117"/>
                  </a:cubicBezTo>
                  <a:cubicBezTo>
                    <a:pt x="50349" y="227529"/>
                    <a:pt x="148135" y="154529"/>
                    <a:pt x="180556" y="135808"/>
                  </a:cubicBezTo>
                  <a:cubicBezTo>
                    <a:pt x="252510" y="94184"/>
                    <a:pt x="310554" y="73581"/>
                    <a:pt x="365983" y="26100"/>
                  </a:cubicBezTo>
                  <a:cubicBezTo>
                    <a:pt x="378011" y="15746"/>
                    <a:pt x="368389" y="-4752"/>
                    <a:pt x="352387" y="100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0" name="任意多边形: 形状 59"/>
            <p:cNvSpPr/>
            <p:nvPr userDrawn="1">
              <p:custDataLst>
                <p:tags r:id="rId52"/>
              </p:custDataLst>
            </p:nvPr>
          </p:nvSpPr>
          <p:spPr>
            <a:xfrm flipH="1">
              <a:off x="5220" y="4817"/>
              <a:ext cx="650" cy="193"/>
            </a:xfrm>
            <a:custGeom>
              <a:avLst/>
              <a:gdLst>
                <a:gd name="connsiteX0" fmla="*/ 423508 w 451771"/>
                <a:gd name="connsiteY0" fmla="*/ 647 h 133965"/>
                <a:gd name="connsiteX1" fmla="*/ 215072 w 451771"/>
                <a:gd name="connsiteY1" fmla="*/ 39238 h 133965"/>
                <a:gd name="connsiteX2" fmla="*/ 9460 w 451771"/>
                <a:gd name="connsiteY2" fmla="*/ 103034 h 133965"/>
                <a:gd name="connsiteX3" fmla="*/ 16467 w 451771"/>
                <a:gd name="connsiteY3" fmla="*/ 133678 h 133965"/>
                <a:gd name="connsiteX4" fmla="*/ 236931 w 451771"/>
                <a:gd name="connsiteY4" fmla="*/ 84628 h 133965"/>
                <a:gd name="connsiteX5" fmla="*/ 441288 w 451771"/>
                <a:gd name="connsiteY5" fmla="*/ 28780 h 133965"/>
                <a:gd name="connsiteX6" fmla="*/ 423404 w 451771"/>
                <a:gd name="connsiteY6" fmla="*/ 751 h 13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1771" h="133965">
                  <a:moveTo>
                    <a:pt x="423508" y="647"/>
                  </a:moveTo>
                  <a:cubicBezTo>
                    <a:pt x="381152" y="-5315"/>
                    <a:pt x="253141" y="31708"/>
                    <a:pt x="215072" y="39238"/>
                  </a:cubicBezTo>
                  <a:cubicBezTo>
                    <a:pt x="145210" y="53043"/>
                    <a:pt x="73884" y="72287"/>
                    <a:pt x="9460" y="103034"/>
                  </a:cubicBezTo>
                  <a:cubicBezTo>
                    <a:pt x="-5600" y="110251"/>
                    <a:pt x="-2253" y="137024"/>
                    <a:pt x="16467" y="133678"/>
                  </a:cubicBezTo>
                  <a:cubicBezTo>
                    <a:pt x="90827" y="120186"/>
                    <a:pt x="162885" y="100629"/>
                    <a:pt x="236931" y="84628"/>
                  </a:cubicBezTo>
                  <a:cubicBezTo>
                    <a:pt x="310348" y="68731"/>
                    <a:pt x="361595" y="49487"/>
                    <a:pt x="441288" y="28780"/>
                  </a:cubicBezTo>
                  <a:cubicBezTo>
                    <a:pt x="450596" y="26374"/>
                    <a:pt x="465865" y="6608"/>
                    <a:pt x="423404" y="75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61" name="任意多边形: 形状 60"/>
            <p:cNvSpPr/>
            <p:nvPr userDrawn="1">
              <p:custDataLst>
                <p:tags r:id="rId53"/>
              </p:custDataLst>
            </p:nvPr>
          </p:nvSpPr>
          <p:spPr>
            <a:xfrm flipH="1">
              <a:off x="2817" y="7268"/>
              <a:ext cx="5085" cy="1551"/>
            </a:xfrm>
            <a:custGeom>
              <a:avLst/>
              <a:gdLst>
                <a:gd name="connsiteX0" fmla="*/ 3470516 w 3536299"/>
                <a:gd name="connsiteY0" fmla="*/ 392399 h 1078784"/>
                <a:gd name="connsiteX1" fmla="*/ 3536299 w 3536299"/>
                <a:gd name="connsiteY1" fmla="*/ 0 h 1078784"/>
                <a:gd name="connsiteX2" fmla="*/ 3236666 w 3536299"/>
                <a:gd name="connsiteY2" fmla="*/ 101028 h 1078784"/>
                <a:gd name="connsiteX3" fmla="*/ 1768097 w 3536299"/>
                <a:gd name="connsiteY3" fmla="*/ 283946 h 1078784"/>
                <a:gd name="connsiteX4" fmla="*/ 299529 w 3536299"/>
                <a:gd name="connsiteY4" fmla="*/ 101028 h 1078784"/>
                <a:gd name="connsiteX5" fmla="*/ 0 w 3536299"/>
                <a:gd name="connsiteY5" fmla="*/ 0 h 1078784"/>
                <a:gd name="connsiteX6" fmla="*/ 65783 w 3536299"/>
                <a:gd name="connsiteY6" fmla="*/ 392399 h 1078784"/>
                <a:gd name="connsiteX7" fmla="*/ 44448 w 3536299"/>
                <a:gd name="connsiteY7" fmla="*/ 755515 h 1078784"/>
                <a:gd name="connsiteX8" fmla="*/ 1768097 w 3536299"/>
                <a:gd name="connsiteY8" fmla="*/ 1078784 h 1078784"/>
                <a:gd name="connsiteX9" fmla="*/ 3491747 w 3536299"/>
                <a:gd name="connsiteY9" fmla="*/ 755515 h 1078784"/>
                <a:gd name="connsiteX10" fmla="*/ 3470516 w 3536299"/>
                <a:gd name="connsiteY10" fmla="*/ 392399 h 1078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36299" h="1078784">
                  <a:moveTo>
                    <a:pt x="3470516" y="392399"/>
                  </a:moveTo>
                  <a:cubicBezTo>
                    <a:pt x="3492374" y="261565"/>
                    <a:pt x="3536299" y="0"/>
                    <a:pt x="3536299" y="0"/>
                  </a:cubicBezTo>
                  <a:cubicBezTo>
                    <a:pt x="3536299" y="0"/>
                    <a:pt x="3435689" y="57626"/>
                    <a:pt x="3236666" y="101028"/>
                  </a:cubicBezTo>
                  <a:cubicBezTo>
                    <a:pt x="2924692" y="169217"/>
                    <a:pt x="2454796" y="283946"/>
                    <a:pt x="1768097" y="283946"/>
                  </a:cubicBezTo>
                  <a:cubicBezTo>
                    <a:pt x="1081399" y="283946"/>
                    <a:pt x="611398" y="169112"/>
                    <a:pt x="299529" y="101028"/>
                  </a:cubicBezTo>
                  <a:cubicBezTo>
                    <a:pt x="100610" y="57521"/>
                    <a:pt x="0" y="0"/>
                    <a:pt x="0" y="0"/>
                  </a:cubicBezTo>
                  <a:cubicBezTo>
                    <a:pt x="0" y="0"/>
                    <a:pt x="43821" y="261565"/>
                    <a:pt x="65783" y="392399"/>
                  </a:cubicBezTo>
                  <a:cubicBezTo>
                    <a:pt x="87641" y="523234"/>
                    <a:pt x="44448" y="755515"/>
                    <a:pt x="44448" y="755515"/>
                  </a:cubicBezTo>
                  <a:cubicBezTo>
                    <a:pt x="290848" y="893357"/>
                    <a:pt x="832907" y="1078784"/>
                    <a:pt x="1768097" y="1078784"/>
                  </a:cubicBezTo>
                  <a:cubicBezTo>
                    <a:pt x="2703288" y="1078784"/>
                    <a:pt x="3245346" y="893357"/>
                    <a:pt x="3491747" y="755515"/>
                  </a:cubicBezTo>
                  <a:cubicBezTo>
                    <a:pt x="3491747" y="755515"/>
                    <a:pt x="3448553" y="523234"/>
                    <a:pt x="3470516" y="392399"/>
                  </a:cubicBezTo>
                  <a:close/>
                </a:path>
              </a:pathLst>
            </a:custGeom>
            <a:solidFill>
              <a:schemeClr val="accent5"/>
            </a:solidFill>
            <a:ln w="104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  <p:sp>
          <p:nvSpPr>
            <p:cNvPr id="71" name="任意多边形: 形状 70"/>
            <p:cNvSpPr/>
            <p:nvPr userDrawn="1">
              <p:custDataLst>
                <p:tags r:id="rId54"/>
              </p:custDataLst>
            </p:nvPr>
          </p:nvSpPr>
          <p:spPr>
            <a:xfrm flipH="1">
              <a:off x="3615" y="2734"/>
              <a:ext cx="916" cy="1219"/>
            </a:xfrm>
            <a:custGeom>
              <a:avLst/>
              <a:gdLst>
                <a:gd name="connsiteX0" fmla="*/ 459622 w 581496"/>
                <a:gd name="connsiteY0" fmla="*/ 574522 h 773880"/>
                <a:gd name="connsiteX1" fmla="*/ 419236 w 581496"/>
                <a:gd name="connsiteY1" fmla="*/ 669391 h 773880"/>
                <a:gd name="connsiteX2" fmla="*/ 424380 w 581496"/>
                <a:gd name="connsiteY2" fmla="*/ 773880 h 773880"/>
                <a:gd name="connsiteX3" fmla="*/ 580018 w 581496"/>
                <a:gd name="connsiteY3" fmla="*/ 634244 h 773880"/>
                <a:gd name="connsiteX4" fmla="*/ 497532 w 581496"/>
                <a:gd name="connsiteY4" fmla="*/ 635196 h 773880"/>
                <a:gd name="connsiteX5" fmla="*/ 497437 w 581496"/>
                <a:gd name="connsiteY5" fmla="*/ 635196 h 773880"/>
                <a:gd name="connsiteX6" fmla="*/ 459622 w 581496"/>
                <a:gd name="connsiteY6" fmla="*/ 574522 h 773880"/>
                <a:gd name="connsiteX7" fmla="*/ 213513 w 581496"/>
                <a:gd name="connsiteY7" fmla="*/ 181 h 773880"/>
                <a:gd name="connsiteX8" fmla="*/ 128836 w 581496"/>
                <a:gd name="connsiteY8" fmla="*/ 75333 h 773880"/>
                <a:gd name="connsiteX9" fmla="*/ 128836 w 581496"/>
                <a:gd name="connsiteY9" fmla="*/ 75238 h 773880"/>
                <a:gd name="connsiteX10" fmla="*/ 12536 w 581496"/>
                <a:gd name="connsiteY10" fmla="*/ 38662 h 773880"/>
                <a:gd name="connsiteX11" fmla="*/ 132741 w 581496"/>
                <a:gd name="connsiteY11" fmla="*/ 307553 h 773880"/>
                <a:gd name="connsiteX12" fmla="*/ 221895 w 581496"/>
                <a:gd name="connsiteY12" fmla="*/ 160106 h 773880"/>
                <a:gd name="connsiteX13" fmla="*/ 213513 w 581496"/>
                <a:gd name="connsiteY13" fmla="*/ 181 h 773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1496" h="773880">
                  <a:moveTo>
                    <a:pt x="459622" y="574522"/>
                  </a:moveTo>
                  <a:cubicBezTo>
                    <a:pt x="419427" y="566045"/>
                    <a:pt x="405616" y="625766"/>
                    <a:pt x="419236" y="669391"/>
                  </a:cubicBezTo>
                  <a:cubicBezTo>
                    <a:pt x="432762" y="713015"/>
                    <a:pt x="424380" y="773880"/>
                    <a:pt x="424380" y="773880"/>
                  </a:cubicBezTo>
                  <a:cubicBezTo>
                    <a:pt x="424380" y="773880"/>
                    <a:pt x="599259" y="700061"/>
                    <a:pt x="580018" y="634244"/>
                  </a:cubicBezTo>
                  <a:cubicBezTo>
                    <a:pt x="564302" y="580427"/>
                    <a:pt x="497532" y="635196"/>
                    <a:pt x="497532" y="635196"/>
                  </a:cubicBezTo>
                  <a:lnTo>
                    <a:pt x="497437" y="635196"/>
                  </a:lnTo>
                  <a:cubicBezTo>
                    <a:pt x="497437" y="635196"/>
                    <a:pt x="499723" y="582999"/>
                    <a:pt x="459622" y="574522"/>
                  </a:cubicBezTo>
                  <a:close/>
                  <a:moveTo>
                    <a:pt x="213513" y="181"/>
                  </a:moveTo>
                  <a:cubicBezTo>
                    <a:pt x="152458" y="-4296"/>
                    <a:pt x="128836" y="75333"/>
                    <a:pt x="128836" y="75333"/>
                  </a:cubicBezTo>
                  <a:lnTo>
                    <a:pt x="128836" y="75238"/>
                  </a:lnTo>
                  <a:cubicBezTo>
                    <a:pt x="128836" y="75238"/>
                    <a:pt x="62447" y="-35633"/>
                    <a:pt x="12536" y="38662"/>
                  </a:cubicBezTo>
                  <a:cubicBezTo>
                    <a:pt x="-48424" y="129435"/>
                    <a:pt x="132741" y="307553"/>
                    <a:pt x="132741" y="307553"/>
                  </a:cubicBezTo>
                  <a:cubicBezTo>
                    <a:pt x="132741" y="307553"/>
                    <a:pt x="180271" y="219923"/>
                    <a:pt x="221895" y="160106"/>
                  </a:cubicBezTo>
                  <a:cubicBezTo>
                    <a:pt x="263519" y="100289"/>
                    <a:pt x="274664" y="4658"/>
                    <a:pt x="213513" y="18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ea typeface="汉仪正圆 55简" panose="00020600040101010101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5"/>
            </p:custDataLst>
          </p:nvPr>
        </p:nvSpPr>
        <p:spPr>
          <a:xfrm>
            <a:off x="5184381" y="1304955"/>
            <a:ext cx="5701295" cy="1043359"/>
          </a:xfrm>
        </p:spPr>
        <p:txBody>
          <a:bodyPr wrap="square" anchor="t">
            <a:noAutofit/>
          </a:bodyPr>
          <a:lstStyle>
            <a:lvl1pPr algn="ctr">
              <a:defRPr kumimoji="0" lang="zh-CN" altLang="en-US" sz="7200" b="1" i="0" u="none" strike="noStrike" kern="1200" cap="none" spc="0" normalizeH="0" baseline="0" noProof="1">
                <a:solidFill>
                  <a:schemeClr val="tx2"/>
                </a:solidFill>
                <a:latin typeface="汉仪粗圆简" panose="02010600000101010101" charset="-122"/>
                <a:ea typeface="汉仪粗圆简" panose="02010600000101010101" charset="-122"/>
                <a:cs typeface="+mj-cs"/>
              </a:defRPr>
            </a:lvl1pPr>
          </a:lstStyle>
          <a:p>
            <a:r>
              <a:rPr dirty="0"/>
              <a:t>一级标题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任意多边形: 形状 12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ea typeface="汉仪正圆 55简" panose="00020600040101010101" charset="-122"/>
            </a:endParaRPr>
          </a:p>
        </p:txBody>
      </p:sp>
      <p:sp>
        <p:nvSpPr>
          <p:cNvPr id="108" name="任意多边形: 形状 107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5685282 h 6858000"/>
              <a:gd name="connsiteX1" fmla="*/ 2058010 w 12192000"/>
              <a:gd name="connsiteY1" fmla="*/ 6858000 h 6858000"/>
              <a:gd name="connsiteX2" fmla="*/ 996005 w 12192000"/>
              <a:gd name="connsiteY2" fmla="*/ 6858000 h 6858000"/>
              <a:gd name="connsiteX3" fmla="*/ 0 w 12192000"/>
              <a:gd name="connsiteY3" fmla="*/ 6290432 h 6858000"/>
              <a:gd name="connsiteX4" fmla="*/ 1 w 12192000"/>
              <a:gd name="connsiteY4" fmla="*/ 4475119 h 6858000"/>
              <a:gd name="connsiteX5" fmla="*/ 4182020 w 12192000"/>
              <a:gd name="connsiteY5" fmla="*/ 6858000 h 6858000"/>
              <a:gd name="connsiteX6" fmla="*/ 3120015 w 12192000"/>
              <a:gd name="connsiteY6" fmla="*/ 6858000 h 6858000"/>
              <a:gd name="connsiteX7" fmla="*/ 1 w 12192000"/>
              <a:gd name="connsiteY7" fmla="*/ 5080269 h 6858000"/>
              <a:gd name="connsiteX8" fmla="*/ 0 w 12192000"/>
              <a:gd name="connsiteY8" fmla="*/ 3264956 h 6858000"/>
              <a:gd name="connsiteX9" fmla="*/ 6306028 w 12192000"/>
              <a:gd name="connsiteY9" fmla="*/ 6858000 h 6858000"/>
              <a:gd name="connsiteX10" fmla="*/ 5244023 w 12192000"/>
              <a:gd name="connsiteY10" fmla="*/ 6858000 h 6858000"/>
              <a:gd name="connsiteX11" fmla="*/ 0 w 12192000"/>
              <a:gd name="connsiteY11" fmla="*/ 3869969 h 6858000"/>
              <a:gd name="connsiteX12" fmla="*/ 2 w 12192000"/>
              <a:gd name="connsiteY12" fmla="*/ 2054657 h 6858000"/>
              <a:gd name="connsiteX13" fmla="*/ 8429874 w 12192000"/>
              <a:gd name="connsiteY13" fmla="*/ 6857999 h 6858000"/>
              <a:gd name="connsiteX14" fmla="*/ 7367870 w 12192000"/>
              <a:gd name="connsiteY14" fmla="*/ 6857999 h 6858000"/>
              <a:gd name="connsiteX15" fmla="*/ 2 w 12192000"/>
              <a:gd name="connsiteY15" fmla="*/ 2659807 h 6858000"/>
              <a:gd name="connsiteX16" fmla="*/ 1 w 12192000"/>
              <a:gd name="connsiteY16" fmla="*/ 844494 h 6858000"/>
              <a:gd name="connsiteX17" fmla="*/ 10553883 w 12192000"/>
              <a:gd name="connsiteY17" fmla="*/ 6858000 h 6858000"/>
              <a:gd name="connsiteX18" fmla="*/ 9491879 w 12192000"/>
              <a:gd name="connsiteY18" fmla="*/ 6858000 h 6858000"/>
              <a:gd name="connsiteX19" fmla="*/ 1 w 12192000"/>
              <a:gd name="connsiteY19" fmla="*/ 1449508 h 6858000"/>
              <a:gd name="connsiteX20" fmla="*/ 3827965 w 12192000"/>
              <a:gd name="connsiteY20" fmla="*/ 1 h 6858000"/>
              <a:gd name="connsiteX21" fmla="*/ 4889805 w 12192000"/>
              <a:gd name="connsiteY21" fmla="*/ 1 h 6858000"/>
              <a:gd name="connsiteX22" fmla="*/ 12191999 w 12192000"/>
              <a:gd name="connsiteY22" fmla="*/ 4160749 h 6858000"/>
              <a:gd name="connsiteX23" fmla="*/ 12191999 w 12192000"/>
              <a:gd name="connsiteY23" fmla="*/ 4765761 h 6858000"/>
              <a:gd name="connsiteX24" fmla="*/ 5951809 w 12192000"/>
              <a:gd name="connsiteY24" fmla="*/ 1 h 6858000"/>
              <a:gd name="connsiteX25" fmla="*/ 7013813 w 12192000"/>
              <a:gd name="connsiteY25" fmla="*/ 1 h 6858000"/>
              <a:gd name="connsiteX26" fmla="*/ 12192000 w 12192000"/>
              <a:gd name="connsiteY26" fmla="*/ 2950450 h 6858000"/>
              <a:gd name="connsiteX27" fmla="*/ 12192000 w 12192000"/>
              <a:gd name="connsiteY27" fmla="*/ 3555599 h 6858000"/>
              <a:gd name="connsiteX28" fmla="*/ 1703955 w 12192000"/>
              <a:gd name="connsiteY28" fmla="*/ 1 h 6858000"/>
              <a:gd name="connsiteX29" fmla="*/ 2765958 w 12192000"/>
              <a:gd name="connsiteY29" fmla="*/ 1 h 6858000"/>
              <a:gd name="connsiteX30" fmla="*/ 12191999 w 12192000"/>
              <a:gd name="connsiteY30" fmla="*/ 5370911 h 6858000"/>
              <a:gd name="connsiteX31" fmla="*/ 12191999 w 12192000"/>
              <a:gd name="connsiteY31" fmla="*/ 5976062 h 6858000"/>
              <a:gd name="connsiteX32" fmla="*/ 10199664 w 12192000"/>
              <a:gd name="connsiteY32" fmla="*/ 1 h 6858000"/>
              <a:gd name="connsiteX33" fmla="*/ 11261669 w 12192000"/>
              <a:gd name="connsiteY33" fmla="*/ 1 h 6858000"/>
              <a:gd name="connsiteX34" fmla="*/ 12191999 w 12192000"/>
              <a:gd name="connsiteY34" fmla="*/ 530124 h 6858000"/>
              <a:gd name="connsiteX35" fmla="*/ 12191999 w 12192000"/>
              <a:gd name="connsiteY35" fmla="*/ 1135137 h 6858000"/>
              <a:gd name="connsiteX36" fmla="*/ 8075818 w 12192000"/>
              <a:gd name="connsiteY36" fmla="*/ 1 h 6858000"/>
              <a:gd name="connsiteX37" fmla="*/ 9137822 w 12192000"/>
              <a:gd name="connsiteY37" fmla="*/ 1 h 6858000"/>
              <a:gd name="connsiteX38" fmla="*/ 12192000 w 12192000"/>
              <a:gd name="connsiteY38" fmla="*/ 1740286 h 6858000"/>
              <a:gd name="connsiteX39" fmla="*/ 12192000 w 12192000"/>
              <a:gd name="connsiteY39" fmla="*/ 2345436 h 6858000"/>
              <a:gd name="connsiteX40" fmla="*/ 1 w 12192000"/>
              <a:gd name="connsiteY40" fmla="*/ 0 h 6858000"/>
              <a:gd name="connsiteX41" fmla="*/ 641950 w 12192000"/>
              <a:gd name="connsiteY41" fmla="*/ 0 h 6858000"/>
              <a:gd name="connsiteX42" fmla="*/ 12192000 w 12192000"/>
              <a:gd name="connsiteY42" fmla="*/ 6581211 h 6858000"/>
              <a:gd name="connsiteX43" fmla="*/ 12192000 w 12192000"/>
              <a:gd name="connsiteY43" fmla="*/ 6858000 h 6858000"/>
              <a:gd name="connsiteX44" fmla="*/ 11615887 w 12192000"/>
              <a:gd name="connsiteY44" fmla="*/ 6858000 h 6858000"/>
              <a:gd name="connsiteX45" fmla="*/ 1 w 12192000"/>
              <a:gd name="connsiteY45" fmla="*/ 2393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92000" h="6858000">
                <a:moveTo>
                  <a:pt x="0" y="5685282"/>
                </a:moveTo>
                <a:lnTo>
                  <a:pt x="2058010" y="6858000"/>
                </a:lnTo>
                <a:lnTo>
                  <a:pt x="996005" y="6858000"/>
                </a:lnTo>
                <a:lnTo>
                  <a:pt x="0" y="6290432"/>
                </a:lnTo>
                <a:close/>
                <a:moveTo>
                  <a:pt x="1" y="4475119"/>
                </a:moveTo>
                <a:lnTo>
                  <a:pt x="4182020" y="6858000"/>
                </a:lnTo>
                <a:lnTo>
                  <a:pt x="3120015" y="6858000"/>
                </a:lnTo>
                <a:lnTo>
                  <a:pt x="1" y="5080269"/>
                </a:lnTo>
                <a:close/>
                <a:moveTo>
                  <a:pt x="0" y="3264956"/>
                </a:moveTo>
                <a:lnTo>
                  <a:pt x="6306028" y="6858000"/>
                </a:lnTo>
                <a:lnTo>
                  <a:pt x="5244023" y="6858000"/>
                </a:lnTo>
                <a:lnTo>
                  <a:pt x="0" y="3869969"/>
                </a:lnTo>
                <a:close/>
                <a:moveTo>
                  <a:pt x="2" y="2054657"/>
                </a:moveTo>
                <a:lnTo>
                  <a:pt x="8429874" y="6857999"/>
                </a:lnTo>
                <a:lnTo>
                  <a:pt x="7367870" y="6857999"/>
                </a:lnTo>
                <a:lnTo>
                  <a:pt x="2" y="2659807"/>
                </a:lnTo>
                <a:close/>
                <a:moveTo>
                  <a:pt x="1" y="844494"/>
                </a:moveTo>
                <a:lnTo>
                  <a:pt x="10553883" y="6858000"/>
                </a:lnTo>
                <a:lnTo>
                  <a:pt x="9491879" y="6858000"/>
                </a:lnTo>
                <a:lnTo>
                  <a:pt x="1" y="1449508"/>
                </a:lnTo>
                <a:close/>
                <a:moveTo>
                  <a:pt x="3827965" y="1"/>
                </a:moveTo>
                <a:lnTo>
                  <a:pt x="4889805" y="1"/>
                </a:lnTo>
                <a:lnTo>
                  <a:pt x="12191999" y="4160749"/>
                </a:lnTo>
                <a:lnTo>
                  <a:pt x="12191999" y="4765761"/>
                </a:lnTo>
                <a:close/>
                <a:moveTo>
                  <a:pt x="5951809" y="1"/>
                </a:moveTo>
                <a:lnTo>
                  <a:pt x="7013813" y="1"/>
                </a:lnTo>
                <a:lnTo>
                  <a:pt x="12192000" y="2950450"/>
                </a:lnTo>
                <a:lnTo>
                  <a:pt x="12192000" y="3555599"/>
                </a:lnTo>
                <a:close/>
                <a:moveTo>
                  <a:pt x="1703955" y="1"/>
                </a:moveTo>
                <a:lnTo>
                  <a:pt x="2765958" y="1"/>
                </a:lnTo>
                <a:lnTo>
                  <a:pt x="12191999" y="5370911"/>
                </a:lnTo>
                <a:lnTo>
                  <a:pt x="12191999" y="5976062"/>
                </a:lnTo>
                <a:close/>
                <a:moveTo>
                  <a:pt x="10199664" y="1"/>
                </a:moveTo>
                <a:lnTo>
                  <a:pt x="11261669" y="1"/>
                </a:lnTo>
                <a:lnTo>
                  <a:pt x="12191999" y="530124"/>
                </a:lnTo>
                <a:lnTo>
                  <a:pt x="12191999" y="1135137"/>
                </a:lnTo>
                <a:close/>
                <a:moveTo>
                  <a:pt x="8075818" y="1"/>
                </a:moveTo>
                <a:lnTo>
                  <a:pt x="9137822" y="1"/>
                </a:lnTo>
                <a:lnTo>
                  <a:pt x="12192000" y="1740286"/>
                </a:lnTo>
                <a:lnTo>
                  <a:pt x="12192000" y="2345436"/>
                </a:lnTo>
                <a:close/>
                <a:moveTo>
                  <a:pt x="1" y="0"/>
                </a:moveTo>
                <a:lnTo>
                  <a:pt x="641950" y="0"/>
                </a:lnTo>
                <a:lnTo>
                  <a:pt x="12192000" y="6581211"/>
                </a:lnTo>
                <a:lnTo>
                  <a:pt x="12192000" y="6858000"/>
                </a:lnTo>
                <a:lnTo>
                  <a:pt x="11615887" y="6858000"/>
                </a:lnTo>
                <a:lnTo>
                  <a:pt x="1" y="23934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0" name="矩形: 圆角 109"/>
          <p:cNvSpPr/>
          <p:nvPr userDrawn="1">
            <p:custDataLst>
              <p:tags r:id="rId4"/>
            </p:custDataLst>
          </p:nvPr>
        </p:nvSpPr>
        <p:spPr>
          <a:xfrm>
            <a:off x="438194" y="481255"/>
            <a:ext cx="11316814" cy="5856184"/>
          </a:xfrm>
          <a:prstGeom prst="roundRect">
            <a:avLst>
              <a:gd name="adj" fmla="val 6921"/>
            </a:avLst>
          </a:prstGeom>
          <a:solidFill>
            <a:schemeClr val="lt1"/>
          </a:solidFill>
          <a:ln w="22225">
            <a:noFill/>
          </a:ln>
          <a:effectLst>
            <a:outerShdw blurRad="254000" dist="254000" dir="5400000" algn="t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" name="椭圆 7"/>
          <p:cNvSpPr/>
          <p:nvPr userDrawn="1">
            <p:custDataLst>
              <p:tags r:id="rId5"/>
            </p:custDataLst>
          </p:nvPr>
        </p:nvSpPr>
        <p:spPr>
          <a:xfrm>
            <a:off x="3907225" y="1156699"/>
            <a:ext cx="4391451" cy="4391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56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6"/>
            </p:custDataLst>
          </p:nvPr>
        </p:nvSpPr>
        <p:spPr>
          <a:xfrm>
            <a:off x="3086725" y="4512367"/>
            <a:ext cx="544479" cy="1774981"/>
          </a:xfrm>
          <a:custGeom>
            <a:avLst/>
            <a:gdLst>
              <a:gd name="connsiteX0" fmla="*/ 403717 w 713922"/>
              <a:gd name="connsiteY0" fmla="*/ 1941869 h 2327345"/>
              <a:gd name="connsiteX1" fmla="*/ 433531 w 713922"/>
              <a:gd name="connsiteY1" fmla="*/ 1398372 h 2327345"/>
              <a:gd name="connsiteX2" fmla="*/ 712137 w 713922"/>
              <a:gd name="connsiteY2" fmla="*/ 641135 h 2327345"/>
              <a:gd name="connsiteX3" fmla="*/ 712137 w 713922"/>
              <a:gd name="connsiteY3" fmla="*/ 500641 h 2327345"/>
              <a:gd name="connsiteX4" fmla="*/ 590598 w 713922"/>
              <a:gd name="connsiteY4" fmla="*/ 155455 h 2327345"/>
              <a:gd name="connsiteX5" fmla="*/ 569262 w 713922"/>
              <a:gd name="connsiteY5" fmla="*/ 169647 h 2327345"/>
              <a:gd name="connsiteX6" fmla="*/ 604600 w 713922"/>
              <a:gd name="connsiteY6" fmla="*/ 270612 h 2327345"/>
              <a:gd name="connsiteX7" fmla="*/ 538591 w 713922"/>
              <a:gd name="connsiteY7" fmla="*/ 164694 h 2327345"/>
              <a:gd name="connsiteX8" fmla="*/ 355140 w 713922"/>
              <a:gd name="connsiteY8" fmla="*/ 5341 h 2327345"/>
              <a:gd name="connsiteX9" fmla="*/ 350949 w 713922"/>
              <a:gd name="connsiteY9" fmla="*/ 29915 h 2327345"/>
              <a:gd name="connsiteX10" fmla="*/ 383239 w 713922"/>
              <a:gd name="connsiteY10" fmla="*/ 67730 h 2327345"/>
              <a:gd name="connsiteX11" fmla="*/ 246174 w 713922"/>
              <a:gd name="connsiteY11" fmla="*/ 7722 h 2327345"/>
              <a:gd name="connsiteX12" fmla="*/ 30242 w 713922"/>
              <a:gd name="connsiteY12" fmla="*/ 10865 h 2327345"/>
              <a:gd name="connsiteX13" fmla="*/ 8049 w 713922"/>
              <a:gd name="connsiteY13" fmla="*/ 48965 h 2327345"/>
              <a:gd name="connsiteX14" fmla="*/ 51959 w 713922"/>
              <a:gd name="connsiteY14" fmla="*/ 92114 h 2327345"/>
              <a:gd name="connsiteX15" fmla="*/ 28718 w 713922"/>
              <a:gd name="connsiteY15" fmla="*/ 133071 h 2327345"/>
              <a:gd name="connsiteX16" fmla="*/ 85678 w 713922"/>
              <a:gd name="connsiteY16" fmla="*/ 175076 h 2327345"/>
              <a:gd name="connsiteX17" fmla="*/ 49292 w 713922"/>
              <a:gd name="connsiteY17" fmla="*/ 179172 h 2327345"/>
              <a:gd name="connsiteX18" fmla="*/ 58817 w 713922"/>
              <a:gd name="connsiteY18" fmla="*/ 217272 h 2327345"/>
              <a:gd name="connsiteX19" fmla="*/ 159592 w 713922"/>
              <a:gd name="connsiteY19" fmla="*/ 279185 h 2327345"/>
              <a:gd name="connsiteX20" fmla="*/ 107204 w 713922"/>
              <a:gd name="connsiteY20" fmla="*/ 286328 h 2327345"/>
              <a:gd name="connsiteX21" fmla="*/ 126254 w 713922"/>
              <a:gd name="connsiteY21" fmla="*/ 324428 h 2327345"/>
              <a:gd name="connsiteX22" fmla="*/ 278273 w 713922"/>
              <a:gd name="connsiteY22" fmla="*/ 412058 h 2327345"/>
              <a:gd name="connsiteX23" fmla="*/ 378667 w 713922"/>
              <a:gd name="connsiteY23" fmla="*/ 693522 h 2327345"/>
              <a:gd name="connsiteX24" fmla="*/ 143399 w 713922"/>
              <a:gd name="connsiteY24" fmla="*/ 1267213 h 2327345"/>
              <a:gd name="connsiteX25" fmla="*/ 162640 w 713922"/>
              <a:gd name="connsiteY25" fmla="*/ 2043024 h 2327345"/>
              <a:gd name="connsiteX26" fmla="*/ 567357 w 713922"/>
              <a:gd name="connsiteY26" fmla="*/ 2327346 h 2327345"/>
              <a:gd name="connsiteX27" fmla="*/ 610696 w 713922"/>
              <a:gd name="connsiteY27" fmla="*/ 2134560 h 2327345"/>
              <a:gd name="connsiteX28" fmla="*/ 403527 w 713922"/>
              <a:gd name="connsiteY28" fmla="*/ 1941869 h 232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13922" h="2327345">
                <a:moveTo>
                  <a:pt x="403717" y="1941869"/>
                </a:moveTo>
                <a:cubicBezTo>
                  <a:pt x="312182" y="1802137"/>
                  <a:pt x="385334" y="1610399"/>
                  <a:pt x="433531" y="1398372"/>
                </a:cubicBezTo>
                <a:cubicBezTo>
                  <a:pt x="481727" y="1186346"/>
                  <a:pt x="691468" y="992321"/>
                  <a:pt x="712137" y="641135"/>
                </a:cubicBezTo>
                <a:cubicBezTo>
                  <a:pt x="714518" y="600653"/>
                  <a:pt x="714518" y="560172"/>
                  <a:pt x="712137" y="500641"/>
                </a:cubicBezTo>
                <a:cubicBezTo>
                  <a:pt x="709946" y="445872"/>
                  <a:pt x="664988" y="237751"/>
                  <a:pt x="590598" y="155455"/>
                </a:cubicBezTo>
                <a:cubicBezTo>
                  <a:pt x="578596" y="142215"/>
                  <a:pt x="563166" y="153169"/>
                  <a:pt x="569262" y="169647"/>
                </a:cubicBezTo>
                <a:cubicBezTo>
                  <a:pt x="585931" y="214891"/>
                  <a:pt x="596313" y="236513"/>
                  <a:pt x="604600" y="270612"/>
                </a:cubicBezTo>
                <a:cubicBezTo>
                  <a:pt x="604600" y="270612"/>
                  <a:pt x="557070" y="191078"/>
                  <a:pt x="538591" y="164694"/>
                </a:cubicBezTo>
                <a:cubicBezTo>
                  <a:pt x="495157" y="102591"/>
                  <a:pt x="433340" y="22105"/>
                  <a:pt x="355140" y="5341"/>
                </a:cubicBezTo>
                <a:cubicBezTo>
                  <a:pt x="338471" y="1721"/>
                  <a:pt x="334566" y="21438"/>
                  <a:pt x="350949" y="29915"/>
                </a:cubicBezTo>
                <a:cubicBezTo>
                  <a:pt x="367237" y="38393"/>
                  <a:pt x="371809" y="54395"/>
                  <a:pt x="383239" y="67730"/>
                </a:cubicBezTo>
                <a:cubicBezTo>
                  <a:pt x="376571" y="64301"/>
                  <a:pt x="328660" y="26772"/>
                  <a:pt x="246174" y="7722"/>
                </a:cubicBezTo>
                <a:cubicBezTo>
                  <a:pt x="163687" y="-11328"/>
                  <a:pt x="33957" y="10865"/>
                  <a:pt x="30242" y="10865"/>
                </a:cubicBezTo>
                <a:cubicBezTo>
                  <a:pt x="7668" y="10865"/>
                  <a:pt x="-11382" y="34392"/>
                  <a:pt x="8049" y="48965"/>
                </a:cubicBezTo>
                <a:cubicBezTo>
                  <a:pt x="33481" y="68015"/>
                  <a:pt x="41386" y="82970"/>
                  <a:pt x="51959" y="92114"/>
                </a:cubicBezTo>
                <a:cubicBezTo>
                  <a:pt x="30147" y="87351"/>
                  <a:pt x="9097" y="115831"/>
                  <a:pt x="28718" y="133071"/>
                </a:cubicBezTo>
                <a:cubicBezTo>
                  <a:pt x="44625" y="146978"/>
                  <a:pt x="85392" y="172409"/>
                  <a:pt x="85678" y="175076"/>
                </a:cubicBezTo>
                <a:cubicBezTo>
                  <a:pt x="72438" y="173933"/>
                  <a:pt x="67866" y="176696"/>
                  <a:pt x="49292" y="179172"/>
                </a:cubicBezTo>
                <a:cubicBezTo>
                  <a:pt x="30623" y="181649"/>
                  <a:pt x="33576" y="203175"/>
                  <a:pt x="58817" y="217272"/>
                </a:cubicBezTo>
                <a:cubicBezTo>
                  <a:pt x="92917" y="236322"/>
                  <a:pt x="159592" y="279185"/>
                  <a:pt x="159592" y="279185"/>
                </a:cubicBezTo>
                <a:cubicBezTo>
                  <a:pt x="159592" y="279185"/>
                  <a:pt x="138160" y="279185"/>
                  <a:pt x="107204" y="286328"/>
                </a:cubicBezTo>
                <a:cubicBezTo>
                  <a:pt x="86344" y="291091"/>
                  <a:pt x="85773" y="310141"/>
                  <a:pt x="126254" y="324428"/>
                </a:cubicBezTo>
                <a:cubicBezTo>
                  <a:pt x="166735" y="338716"/>
                  <a:pt x="232553" y="363957"/>
                  <a:pt x="278273" y="412058"/>
                </a:cubicBezTo>
                <a:cubicBezTo>
                  <a:pt x="323898" y="460160"/>
                  <a:pt x="390573" y="576841"/>
                  <a:pt x="378667" y="693522"/>
                </a:cubicBezTo>
                <a:cubicBezTo>
                  <a:pt x="367808" y="800297"/>
                  <a:pt x="239792" y="1050424"/>
                  <a:pt x="143399" y="1267213"/>
                </a:cubicBezTo>
                <a:cubicBezTo>
                  <a:pt x="47006" y="1484002"/>
                  <a:pt x="47006" y="1811662"/>
                  <a:pt x="162640" y="2043024"/>
                </a:cubicBezTo>
                <a:cubicBezTo>
                  <a:pt x="278273" y="2274291"/>
                  <a:pt x="567357" y="2327346"/>
                  <a:pt x="567357" y="2327346"/>
                </a:cubicBezTo>
                <a:lnTo>
                  <a:pt x="610696" y="2134560"/>
                </a:lnTo>
                <a:cubicBezTo>
                  <a:pt x="610696" y="2134560"/>
                  <a:pt x="485061" y="2066265"/>
                  <a:pt x="403527" y="1941869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" name="任意多边形: 形状 10"/>
          <p:cNvSpPr/>
          <p:nvPr userDrawn="1">
            <p:custDataLst>
              <p:tags r:id="rId7"/>
            </p:custDataLst>
          </p:nvPr>
        </p:nvSpPr>
        <p:spPr>
          <a:xfrm>
            <a:off x="3428462" y="4775450"/>
            <a:ext cx="1532775" cy="1578077"/>
          </a:xfrm>
          <a:custGeom>
            <a:avLst/>
            <a:gdLst>
              <a:gd name="connsiteX0" fmla="*/ 1661333 w 2009774"/>
              <a:gd name="connsiteY0" fmla="*/ 69487 h 2069165"/>
              <a:gd name="connsiteX1" fmla="*/ 1801065 w 2009774"/>
              <a:gd name="connsiteY1" fmla="*/ 368191 h 2069165"/>
              <a:gd name="connsiteX2" fmla="*/ 1854024 w 2009774"/>
              <a:gd name="connsiteY2" fmla="*/ 734428 h 2069165"/>
              <a:gd name="connsiteX3" fmla="*/ 2008234 w 2009774"/>
              <a:gd name="connsiteY3" fmla="*/ 1437944 h 2069165"/>
              <a:gd name="connsiteX4" fmla="*/ 1979278 w 2009774"/>
              <a:gd name="connsiteY4" fmla="*/ 2069166 h 2069165"/>
              <a:gd name="connsiteX5" fmla="*/ 18271 w 2009774"/>
              <a:gd name="connsiteY5" fmla="*/ 2069166 h 2069165"/>
              <a:gd name="connsiteX6" fmla="*/ 210962 w 2009774"/>
              <a:gd name="connsiteY6" fmla="*/ 1033227 h 2069165"/>
              <a:gd name="connsiteX7" fmla="*/ 471184 w 2009774"/>
              <a:gd name="connsiteY7" fmla="*/ 512876 h 2069165"/>
              <a:gd name="connsiteX8" fmla="*/ 687974 w 2009774"/>
              <a:gd name="connsiteY8" fmla="*/ 40627 h 2069165"/>
              <a:gd name="connsiteX9" fmla="*/ 1661333 w 2009774"/>
              <a:gd name="connsiteY9" fmla="*/ 69583 h 206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09774" h="2069165">
                <a:moveTo>
                  <a:pt x="1661333" y="69487"/>
                </a:moveTo>
                <a:cubicBezTo>
                  <a:pt x="1661333" y="69487"/>
                  <a:pt x="1776967" y="194741"/>
                  <a:pt x="1801065" y="368191"/>
                </a:cubicBezTo>
                <a:cubicBezTo>
                  <a:pt x="1825163" y="541642"/>
                  <a:pt x="1819924" y="638987"/>
                  <a:pt x="1854024" y="734428"/>
                </a:cubicBezTo>
                <a:cubicBezTo>
                  <a:pt x="1910412" y="891971"/>
                  <a:pt x="1998613" y="1192199"/>
                  <a:pt x="2008234" y="1437944"/>
                </a:cubicBezTo>
                <a:cubicBezTo>
                  <a:pt x="2017854" y="1683689"/>
                  <a:pt x="1979278" y="2069166"/>
                  <a:pt x="1979278" y="2069166"/>
                </a:cubicBezTo>
                <a:lnTo>
                  <a:pt x="18271" y="2069166"/>
                </a:lnTo>
                <a:cubicBezTo>
                  <a:pt x="18271" y="2069166"/>
                  <a:pt x="-87743" y="1486141"/>
                  <a:pt x="210962" y="1033227"/>
                </a:cubicBezTo>
                <a:cubicBezTo>
                  <a:pt x="367648" y="795578"/>
                  <a:pt x="413368" y="666991"/>
                  <a:pt x="471184" y="512876"/>
                </a:cubicBezTo>
                <a:cubicBezTo>
                  <a:pt x="529001" y="358666"/>
                  <a:pt x="553100" y="146640"/>
                  <a:pt x="687974" y="40627"/>
                </a:cubicBezTo>
                <a:cubicBezTo>
                  <a:pt x="822847" y="-65387"/>
                  <a:pt x="1661333" y="69583"/>
                  <a:pt x="1661333" y="69583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" name="任意多边形: 形状 11"/>
          <p:cNvSpPr/>
          <p:nvPr userDrawn="1">
            <p:custDataLst>
              <p:tags r:id="rId8"/>
            </p:custDataLst>
          </p:nvPr>
        </p:nvSpPr>
        <p:spPr>
          <a:xfrm>
            <a:off x="4490446" y="3960392"/>
            <a:ext cx="384919" cy="420060"/>
          </a:xfrm>
          <a:custGeom>
            <a:avLst/>
            <a:gdLst>
              <a:gd name="connsiteX0" fmla="*/ 456438 w 504706"/>
              <a:gd name="connsiteY0" fmla="*/ 12522 h 550780"/>
              <a:gd name="connsiteX1" fmla="*/ 468058 w 504706"/>
              <a:gd name="connsiteY1" fmla="*/ 351612 h 550780"/>
              <a:gd name="connsiteX2" fmla="*/ 393763 w 504706"/>
              <a:gd name="connsiteY2" fmla="*/ 550780 h 550780"/>
              <a:gd name="connsiteX3" fmla="*/ 0 w 504706"/>
              <a:gd name="connsiteY3" fmla="*/ 278937 h 550780"/>
              <a:gd name="connsiteX4" fmla="*/ 456438 w 504706"/>
              <a:gd name="connsiteY4" fmla="*/ 12522 h 55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706" h="550780">
                <a:moveTo>
                  <a:pt x="456438" y="12522"/>
                </a:moveTo>
                <a:cubicBezTo>
                  <a:pt x="538543" y="94628"/>
                  <a:pt x="497300" y="224073"/>
                  <a:pt x="468058" y="351612"/>
                </a:cubicBezTo>
                <a:cubicBezTo>
                  <a:pt x="446913" y="444005"/>
                  <a:pt x="393763" y="550780"/>
                  <a:pt x="393763" y="550780"/>
                </a:cubicBezTo>
                <a:lnTo>
                  <a:pt x="0" y="278937"/>
                </a:lnTo>
                <a:cubicBezTo>
                  <a:pt x="0" y="278937"/>
                  <a:pt x="374332" y="-69583"/>
                  <a:pt x="456438" y="12522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9"/>
            </p:custDataLst>
          </p:nvPr>
        </p:nvSpPr>
        <p:spPr>
          <a:xfrm>
            <a:off x="3800049" y="4109829"/>
            <a:ext cx="1141914" cy="885340"/>
          </a:xfrm>
          <a:custGeom>
            <a:avLst/>
            <a:gdLst>
              <a:gd name="connsiteX0" fmla="*/ 880274 w 1497278"/>
              <a:gd name="connsiteY0" fmla="*/ 7463 h 1160853"/>
              <a:gd name="connsiteX1" fmla="*/ 1352524 w 1497278"/>
              <a:gd name="connsiteY1" fmla="*/ 359221 h 1160853"/>
              <a:gd name="connsiteX2" fmla="*/ 1497113 w 1497278"/>
              <a:gd name="connsiteY2" fmla="*/ 720599 h 1160853"/>
              <a:gd name="connsiteX3" fmla="*/ 1123924 w 1497278"/>
              <a:gd name="connsiteY3" fmla="*/ 1110267 h 1160853"/>
              <a:gd name="connsiteX4" fmla="*/ 105130 w 1497278"/>
              <a:gd name="connsiteY4" fmla="*/ 1014636 h 1160853"/>
              <a:gd name="connsiteX5" fmla="*/ 95033 w 1497278"/>
              <a:gd name="connsiteY5" fmla="*/ 301404 h 1160853"/>
              <a:gd name="connsiteX6" fmla="*/ 880465 w 1497278"/>
              <a:gd name="connsiteY6" fmla="*/ 7463 h 116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7278" h="1160853">
                <a:moveTo>
                  <a:pt x="880274" y="7463"/>
                </a:moveTo>
                <a:cubicBezTo>
                  <a:pt x="1097730" y="38990"/>
                  <a:pt x="1251273" y="180913"/>
                  <a:pt x="1352524" y="359221"/>
                </a:cubicBezTo>
                <a:cubicBezTo>
                  <a:pt x="1424819" y="486665"/>
                  <a:pt x="1501304" y="640780"/>
                  <a:pt x="1497113" y="720599"/>
                </a:cubicBezTo>
                <a:cubicBezTo>
                  <a:pt x="1487017" y="909004"/>
                  <a:pt x="1352334" y="1053403"/>
                  <a:pt x="1123924" y="1110267"/>
                </a:cubicBezTo>
                <a:cubicBezTo>
                  <a:pt x="798645" y="1191230"/>
                  <a:pt x="238575" y="1185705"/>
                  <a:pt x="105130" y="1014636"/>
                </a:cubicBezTo>
                <a:cubicBezTo>
                  <a:pt x="-28220" y="843662"/>
                  <a:pt x="-38126" y="552102"/>
                  <a:pt x="95033" y="301404"/>
                </a:cubicBezTo>
                <a:cubicBezTo>
                  <a:pt x="193617" y="115762"/>
                  <a:pt x="581666" y="-35876"/>
                  <a:pt x="880465" y="7463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5" name="任意多边形: 形状 14"/>
          <p:cNvSpPr/>
          <p:nvPr userDrawn="1">
            <p:custDataLst>
              <p:tags r:id="rId10"/>
            </p:custDataLst>
          </p:nvPr>
        </p:nvSpPr>
        <p:spPr>
          <a:xfrm>
            <a:off x="3751737" y="4002325"/>
            <a:ext cx="416280" cy="490506"/>
          </a:xfrm>
          <a:custGeom>
            <a:avLst/>
            <a:gdLst>
              <a:gd name="connsiteX0" fmla="*/ 545827 w 545826"/>
              <a:gd name="connsiteY0" fmla="*/ 292344 h 643149"/>
              <a:gd name="connsiteX1" fmla="*/ 45288 w 545826"/>
              <a:gd name="connsiteY1" fmla="*/ 9737 h 643149"/>
              <a:gd name="connsiteX2" fmla="*/ 121107 w 545826"/>
              <a:gd name="connsiteY2" fmla="*/ 643149 h 643149"/>
              <a:gd name="connsiteX3" fmla="*/ 545827 w 545826"/>
              <a:gd name="connsiteY3" fmla="*/ 292344 h 64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826" h="643149">
                <a:moveTo>
                  <a:pt x="545827" y="292344"/>
                </a:moveTo>
                <a:cubicBezTo>
                  <a:pt x="545827" y="292344"/>
                  <a:pt x="180638" y="-62653"/>
                  <a:pt x="45288" y="9737"/>
                </a:cubicBezTo>
                <a:cubicBezTo>
                  <a:pt x="-90063" y="82127"/>
                  <a:pt x="121107" y="643149"/>
                  <a:pt x="121107" y="643149"/>
                </a:cubicBezTo>
                <a:lnTo>
                  <a:pt x="545827" y="29234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11"/>
            </p:custDataLst>
          </p:nvPr>
        </p:nvSpPr>
        <p:spPr>
          <a:xfrm>
            <a:off x="3841548" y="4132070"/>
            <a:ext cx="210603" cy="280708"/>
          </a:xfrm>
          <a:custGeom>
            <a:avLst/>
            <a:gdLst>
              <a:gd name="connsiteX0" fmla="*/ 276144 w 276144"/>
              <a:gd name="connsiteY0" fmla="*/ 166800 h 368063"/>
              <a:gd name="connsiteX1" fmla="*/ 16398 w 276144"/>
              <a:gd name="connsiteY1" fmla="*/ 5542 h 368063"/>
              <a:gd name="connsiteX2" fmla="*/ 69833 w 276144"/>
              <a:gd name="connsiteY2" fmla="*/ 368063 h 368063"/>
              <a:gd name="connsiteX3" fmla="*/ 276144 w 276144"/>
              <a:gd name="connsiteY3" fmla="*/ 166705 h 368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144" h="368063">
                <a:moveTo>
                  <a:pt x="276144" y="166800"/>
                </a:moveTo>
                <a:cubicBezTo>
                  <a:pt x="276144" y="166800"/>
                  <a:pt x="73548" y="-35702"/>
                  <a:pt x="16398" y="5542"/>
                </a:cubicBezTo>
                <a:cubicBezTo>
                  <a:pt x="-40752" y="46880"/>
                  <a:pt x="69833" y="368063"/>
                  <a:pt x="69833" y="368063"/>
                </a:cubicBezTo>
                <a:cubicBezTo>
                  <a:pt x="69833" y="368063"/>
                  <a:pt x="186800" y="172610"/>
                  <a:pt x="276144" y="16670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12"/>
            </p:custDataLst>
          </p:nvPr>
        </p:nvSpPr>
        <p:spPr>
          <a:xfrm>
            <a:off x="3965017" y="4224456"/>
            <a:ext cx="111399" cy="63375"/>
          </a:xfrm>
          <a:custGeom>
            <a:avLst/>
            <a:gdLst>
              <a:gd name="connsiteX0" fmla="*/ 146068 w 146067"/>
              <a:gd name="connsiteY0" fmla="*/ 31377 h 83097"/>
              <a:gd name="connsiteX1" fmla="*/ 9765 w 146067"/>
              <a:gd name="connsiteY1" fmla="*/ 2421 h 83097"/>
              <a:gd name="connsiteX2" fmla="*/ 9765 w 146067"/>
              <a:gd name="connsiteY2" fmla="*/ 3087 h 83097"/>
              <a:gd name="connsiteX3" fmla="*/ 7098 w 146067"/>
              <a:gd name="connsiteY3" fmla="*/ 27852 h 83097"/>
              <a:gd name="connsiteX4" fmla="*/ 85013 w 146067"/>
              <a:gd name="connsiteY4" fmla="*/ 42616 h 83097"/>
              <a:gd name="connsiteX5" fmla="*/ 86156 w 146067"/>
              <a:gd name="connsiteY5" fmla="*/ 42997 h 83097"/>
              <a:gd name="connsiteX6" fmla="*/ 16623 w 146067"/>
              <a:gd name="connsiteY6" fmla="*/ 52141 h 83097"/>
              <a:gd name="connsiteX7" fmla="*/ 16623 w 146067"/>
              <a:gd name="connsiteY7" fmla="*/ 79097 h 83097"/>
              <a:gd name="connsiteX8" fmla="*/ 104920 w 146067"/>
              <a:gd name="connsiteY8" fmla="*/ 76811 h 83097"/>
              <a:gd name="connsiteX9" fmla="*/ 134447 w 146067"/>
              <a:gd name="connsiteY9" fmla="*/ 83097 h 83097"/>
              <a:gd name="connsiteX10" fmla="*/ 145972 w 146067"/>
              <a:gd name="connsiteY10" fmla="*/ 31377 h 83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6067" h="83097">
                <a:moveTo>
                  <a:pt x="146068" y="31377"/>
                </a:moveTo>
                <a:cubicBezTo>
                  <a:pt x="106349" y="1754"/>
                  <a:pt x="47770" y="-4152"/>
                  <a:pt x="9765" y="2421"/>
                </a:cubicBezTo>
                <a:cubicBezTo>
                  <a:pt x="9765" y="2611"/>
                  <a:pt x="9765" y="2802"/>
                  <a:pt x="9765" y="3087"/>
                </a:cubicBezTo>
                <a:cubicBezTo>
                  <a:pt x="-617" y="4326"/>
                  <a:pt x="-4523" y="25376"/>
                  <a:pt x="7098" y="27852"/>
                </a:cubicBezTo>
                <a:cubicBezTo>
                  <a:pt x="33101" y="33377"/>
                  <a:pt x="59200" y="35758"/>
                  <a:pt x="85013" y="42616"/>
                </a:cubicBezTo>
                <a:cubicBezTo>
                  <a:pt x="85393" y="42711"/>
                  <a:pt x="85775" y="42902"/>
                  <a:pt x="86156" y="42997"/>
                </a:cubicBezTo>
                <a:cubicBezTo>
                  <a:pt x="62819" y="44045"/>
                  <a:pt x="39007" y="48903"/>
                  <a:pt x="16623" y="52141"/>
                </a:cubicBezTo>
                <a:cubicBezTo>
                  <a:pt x="3764" y="54046"/>
                  <a:pt x="3097" y="79097"/>
                  <a:pt x="16623" y="79097"/>
                </a:cubicBezTo>
                <a:cubicBezTo>
                  <a:pt x="46055" y="79097"/>
                  <a:pt x="75488" y="76811"/>
                  <a:pt x="104920" y="76811"/>
                </a:cubicBezTo>
                <a:cubicBezTo>
                  <a:pt x="115016" y="76811"/>
                  <a:pt x="124732" y="79668"/>
                  <a:pt x="134447" y="83097"/>
                </a:cubicBezTo>
                <a:cubicBezTo>
                  <a:pt x="138067" y="65762"/>
                  <a:pt x="141781" y="48522"/>
                  <a:pt x="145972" y="31377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9" name="任意多边形: 形状 18"/>
          <p:cNvSpPr/>
          <p:nvPr userDrawn="1">
            <p:custDataLst>
              <p:tags r:id="rId13"/>
            </p:custDataLst>
          </p:nvPr>
        </p:nvSpPr>
        <p:spPr>
          <a:xfrm>
            <a:off x="4646632" y="4061631"/>
            <a:ext cx="168607" cy="242473"/>
          </a:xfrm>
          <a:custGeom>
            <a:avLst/>
            <a:gdLst>
              <a:gd name="connsiteX0" fmla="*/ 150304 w 221077"/>
              <a:gd name="connsiteY0" fmla="*/ 317929 h 317928"/>
              <a:gd name="connsiteX1" fmla="*/ 210693 w 221077"/>
              <a:gd name="connsiteY1" fmla="*/ 1889 h 317928"/>
              <a:gd name="connsiteX2" fmla="*/ 0 w 221077"/>
              <a:gd name="connsiteY2" fmla="*/ 185626 h 317928"/>
              <a:gd name="connsiteX3" fmla="*/ 150304 w 221077"/>
              <a:gd name="connsiteY3" fmla="*/ 317929 h 317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1077" h="317928">
                <a:moveTo>
                  <a:pt x="150304" y="317929"/>
                </a:moveTo>
                <a:cubicBezTo>
                  <a:pt x="150304" y="317929"/>
                  <a:pt x="253460" y="25606"/>
                  <a:pt x="210693" y="1889"/>
                </a:cubicBezTo>
                <a:cubicBezTo>
                  <a:pt x="167926" y="-21828"/>
                  <a:pt x="0" y="185626"/>
                  <a:pt x="0" y="185626"/>
                </a:cubicBezTo>
                <a:cubicBezTo>
                  <a:pt x="0" y="185626"/>
                  <a:pt x="118110" y="247920"/>
                  <a:pt x="150304" y="31792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1" name="任意多边形: 形状 20"/>
          <p:cNvSpPr/>
          <p:nvPr userDrawn="1">
            <p:custDataLst>
              <p:tags r:id="rId14"/>
            </p:custDataLst>
          </p:nvPr>
        </p:nvSpPr>
        <p:spPr>
          <a:xfrm>
            <a:off x="4621478" y="4163077"/>
            <a:ext cx="117945" cy="76463"/>
          </a:xfrm>
          <a:custGeom>
            <a:avLst/>
            <a:gdLst>
              <a:gd name="connsiteX0" fmla="*/ 152043 w 154650"/>
              <a:gd name="connsiteY0" fmla="*/ 74423 h 100256"/>
              <a:gd name="connsiteX1" fmla="*/ 128040 w 154650"/>
              <a:gd name="connsiteY1" fmla="*/ 61278 h 100256"/>
              <a:gd name="connsiteX2" fmla="*/ 84320 w 154650"/>
              <a:gd name="connsiteY2" fmla="*/ 57278 h 100256"/>
              <a:gd name="connsiteX3" fmla="*/ 66699 w 154650"/>
              <a:gd name="connsiteY3" fmla="*/ 59087 h 100256"/>
              <a:gd name="connsiteX4" fmla="*/ 136231 w 154650"/>
              <a:gd name="connsiteY4" fmla="*/ 11939 h 100256"/>
              <a:gd name="connsiteX5" fmla="*/ 133945 w 154650"/>
              <a:gd name="connsiteY5" fmla="*/ 1461 h 100256"/>
              <a:gd name="connsiteX6" fmla="*/ 67175 w 154650"/>
              <a:gd name="connsiteY6" fmla="*/ 17939 h 100256"/>
              <a:gd name="connsiteX7" fmla="*/ 5739 w 154650"/>
              <a:gd name="connsiteY7" fmla="*/ 68803 h 100256"/>
              <a:gd name="connsiteX8" fmla="*/ 2500 w 154650"/>
              <a:gd name="connsiteY8" fmla="*/ 78423 h 100256"/>
              <a:gd name="connsiteX9" fmla="*/ 10216 w 154650"/>
              <a:gd name="connsiteY9" fmla="*/ 99950 h 100256"/>
              <a:gd name="connsiteX10" fmla="*/ 94893 w 154650"/>
              <a:gd name="connsiteY10" fmla="*/ 90996 h 100256"/>
              <a:gd name="connsiteX11" fmla="*/ 152043 w 154650"/>
              <a:gd name="connsiteY11" fmla="*/ 82805 h 100256"/>
              <a:gd name="connsiteX12" fmla="*/ 152043 w 154650"/>
              <a:gd name="connsiteY12" fmla="*/ 74327 h 10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54650" h="100256">
                <a:moveTo>
                  <a:pt x="152043" y="74423"/>
                </a:moveTo>
                <a:cubicBezTo>
                  <a:pt x="142994" y="72137"/>
                  <a:pt x="136612" y="63278"/>
                  <a:pt x="128040" y="61278"/>
                </a:cubicBezTo>
                <a:cubicBezTo>
                  <a:pt x="113276" y="57754"/>
                  <a:pt x="99274" y="57278"/>
                  <a:pt x="84320" y="57278"/>
                </a:cubicBezTo>
                <a:cubicBezTo>
                  <a:pt x="78319" y="57278"/>
                  <a:pt x="72509" y="58040"/>
                  <a:pt x="66699" y="59087"/>
                </a:cubicBezTo>
                <a:cubicBezTo>
                  <a:pt x="90892" y="45372"/>
                  <a:pt x="115562" y="32227"/>
                  <a:pt x="136231" y="11939"/>
                </a:cubicBezTo>
                <a:cubicBezTo>
                  <a:pt x="139089" y="9081"/>
                  <a:pt x="137660" y="2318"/>
                  <a:pt x="133945" y="1461"/>
                </a:cubicBezTo>
                <a:cubicBezTo>
                  <a:pt x="110895" y="-3301"/>
                  <a:pt x="87273" y="3938"/>
                  <a:pt x="67175" y="17939"/>
                </a:cubicBezTo>
                <a:cubicBezTo>
                  <a:pt x="46887" y="32132"/>
                  <a:pt x="23170" y="49848"/>
                  <a:pt x="5739" y="68803"/>
                </a:cubicBezTo>
                <a:cubicBezTo>
                  <a:pt x="3167" y="71565"/>
                  <a:pt x="2310" y="74994"/>
                  <a:pt x="2500" y="78423"/>
                </a:cubicBezTo>
                <a:cubicBezTo>
                  <a:pt x="-3024" y="84900"/>
                  <a:pt x="1072" y="99188"/>
                  <a:pt x="10216" y="99950"/>
                </a:cubicBezTo>
                <a:cubicBezTo>
                  <a:pt x="39172" y="102236"/>
                  <a:pt x="66032" y="90996"/>
                  <a:pt x="94893" y="90996"/>
                </a:cubicBezTo>
                <a:cubicBezTo>
                  <a:pt x="114895" y="90996"/>
                  <a:pt x="132707" y="87186"/>
                  <a:pt x="152043" y="82805"/>
                </a:cubicBezTo>
                <a:cubicBezTo>
                  <a:pt x="155567" y="82043"/>
                  <a:pt x="155472" y="75280"/>
                  <a:pt x="152043" y="74327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2" name="任意多边形: 形状 21"/>
          <p:cNvSpPr/>
          <p:nvPr userDrawn="1">
            <p:custDataLst>
              <p:tags r:id="rId15"/>
            </p:custDataLst>
          </p:nvPr>
        </p:nvSpPr>
        <p:spPr>
          <a:xfrm>
            <a:off x="3942189" y="4924988"/>
            <a:ext cx="813096" cy="69018"/>
          </a:xfrm>
          <a:custGeom>
            <a:avLst/>
            <a:gdLst>
              <a:gd name="connsiteX0" fmla="*/ 1066133 w 1066133"/>
              <a:gd name="connsiteY0" fmla="*/ 0 h 90497"/>
              <a:gd name="connsiteX1" fmla="*/ 462534 w 1066133"/>
              <a:gd name="connsiteY1" fmla="*/ 90297 h 90497"/>
              <a:gd name="connsiteX2" fmla="*/ 0 w 1066133"/>
              <a:gd name="connsiteY2" fmla="*/ 13240 h 90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133" h="90497">
                <a:moveTo>
                  <a:pt x="1066133" y="0"/>
                </a:moveTo>
                <a:cubicBezTo>
                  <a:pt x="1066133" y="0"/>
                  <a:pt x="851726" y="95441"/>
                  <a:pt x="462534" y="90297"/>
                </a:cubicBezTo>
                <a:cubicBezTo>
                  <a:pt x="116872" y="85725"/>
                  <a:pt x="0" y="13240"/>
                  <a:pt x="0" y="13240"/>
                </a:cubicBezTo>
              </a:path>
            </a:pathLst>
          </a:custGeom>
          <a:noFill/>
          <a:ln w="15875" cap="rnd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3" name="任意多边形: 形状 22"/>
          <p:cNvSpPr/>
          <p:nvPr userDrawn="1">
            <p:custDataLst>
              <p:tags r:id="rId16"/>
            </p:custDataLst>
          </p:nvPr>
        </p:nvSpPr>
        <p:spPr>
          <a:xfrm>
            <a:off x="4410742" y="4608843"/>
            <a:ext cx="15988" cy="133955"/>
          </a:xfrm>
          <a:custGeom>
            <a:avLst/>
            <a:gdLst>
              <a:gd name="connsiteX0" fmla="*/ 12001 w 20964"/>
              <a:gd name="connsiteY0" fmla="*/ 0 h 175641"/>
              <a:gd name="connsiteX1" fmla="*/ 0 w 20964"/>
              <a:gd name="connsiteY1" fmla="*/ 175641 h 175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64" h="175641">
                <a:moveTo>
                  <a:pt x="12001" y="0"/>
                </a:moveTo>
                <a:cubicBezTo>
                  <a:pt x="12001" y="0"/>
                  <a:pt x="38671" y="139065"/>
                  <a:pt x="0" y="175641"/>
                </a:cubicBezTo>
              </a:path>
            </a:pathLst>
          </a:custGeom>
          <a:noFill/>
          <a:ln w="22225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17"/>
            </p:custDataLst>
          </p:nvPr>
        </p:nvSpPr>
        <p:spPr>
          <a:xfrm>
            <a:off x="4363331" y="4578831"/>
            <a:ext cx="113354" cy="71438"/>
          </a:xfrm>
          <a:custGeom>
            <a:avLst/>
            <a:gdLst>
              <a:gd name="connsiteX0" fmla="*/ 147700 w 148630"/>
              <a:gd name="connsiteY0" fmla="*/ 23255 h 93669"/>
              <a:gd name="connsiteX1" fmla="*/ 86455 w 148630"/>
              <a:gd name="connsiteY1" fmla="*/ 14 h 93669"/>
              <a:gd name="connsiteX2" fmla="*/ 920 w 148630"/>
              <a:gd name="connsiteY2" fmla="*/ 46115 h 93669"/>
              <a:gd name="connsiteX3" fmla="*/ 78835 w 148630"/>
              <a:gd name="connsiteY3" fmla="*/ 93644 h 93669"/>
              <a:gd name="connsiteX4" fmla="*/ 147796 w 148630"/>
              <a:gd name="connsiteY4" fmla="*/ 23159 h 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630" h="93669">
                <a:moveTo>
                  <a:pt x="147700" y="23255"/>
                </a:moveTo>
                <a:cubicBezTo>
                  <a:pt x="147700" y="23255"/>
                  <a:pt x="139985" y="-653"/>
                  <a:pt x="86455" y="14"/>
                </a:cubicBezTo>
                <a:cubicBezTo>
                  <a:pt x="32924" y="680"/>
                  <a:pt x="-6604" y="18873"/>
                  <a:pt x="920" y="46115"/>
                </a:cubicBezTo>
                <a:cubicBezTo>
                  <a:pt x="8445" y="73356"/>
                  <a:pt x="52070" y="92311"/>
                  <a:pt x="78835" y="93644"/>
                </a:cubicBezTo>
                <a:cubicBezTo>
                  <a:pt x="105505" y="94978"/>
                  <a:pt x="155701" y="43733"/>
                  <a:pt x="147796" y="2315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8"/>
            </p:custDataLst>
          </p:nvPr>
        </p:nvSpPr>
        <p:spPr>
          <a:xfrm>
            <a:off x="4303666" y="4649089"/>
            <a:ext cx="228972" cy="102873"/>
          </a:xfrm>
          <a:custGeom>
            <a:avLst/>
            <a:gdLst>
              <a:gd name="connsiteX0" fmla="*/ 300228 w 300228"/>
              <a:gd name="connsiteY0" fmla="*/ 37624 h 134885"/>
              <a:gd name="connsiteX1" fmla="*/ 136493 w 300228"/>
              <a:gd name="connsiteY1" fmla="*/ 133350 h 134885"/>
              <a:gd name="connsiteX2" fmla="*/ 0 w 300228"/>
              <a:gd name="connsiteY2" fmla="*/ 0 h 134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0228" h="134885">
                <a:moveTo>
                  <a:pt x="300228" y="37624"/>
                </a:moveTo>
                <a:cubicBezTo>
                  <a:pt x="300228" y="37624"/>
                  <a:pt x="209550" y="149162"/>
                  <a:pt x="136493" y="133350"/>
                </a:cubicBezTo>
                <a:cubicBezTo>
                  <a:pt x="63437" y="117443"/>
                  <a:pt x="20765" y="57531"/>
                  <a:pt x="0" y="0"/>
                </a:cubicBezTo>
              </a:path>
            </a:pathLst>
          </a:custGeom>
          <a:noFill/>
          <a:ln w="22225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7" name="任意多边形: 形状 26"/>
          <p:cNvSpPr/>
          <p:nvPr userDrawn="1">
            <p:custDataLst>
              <p:tags r:id="rId19"/>
            </p:custDataLst>
          </p:nvPr>
        </p:nvSpPr>
        <p:spPr>
          <a:xfrm>
            <a:off x="3686702" y="4509741"/>
            <a:ext cx="1368225" cy="237963"/>
          </a:xfrm>
          <a:custGeom>
            <a:avLst/>
            <a:gdLst>
              <a:gd name="connsiteX0" fmla="*/ 241867 w 1368162"/>
              <a:gd name="connsiteY0" fmla="*/ 178521 h 237951"/>
              <a:gd name="connsiteX1" fmla="*/ 319183 w 1368162"/>
              <a:gd name="connsiteY1" fmla="*/ 178711 h 237951"/>
              <a:gd name="connsiteX2" fmla="*/ 322234 w 1368162"/>
              <a:gd name="connsiteY2" fmla="*/ 201011 h 237951"/>
              <a:gd name="connsiteX3" fmla="*/ 161845 w 1368162"/>
              <a:gd name="connsiteY3" fmla="*/ 223821 h 237951"/>
              <a:gd name="connsiteX4" fmla="*/ 10536 w 1368162"/>
              <a:gd name="connsiteY4" fmla="*/ 237912 h 237951"/>
              <a:gd name="connsiteX5" fmla="*/ 15403 w 1368162"/>
              <a:gd name="connsiteY5" fmla="*/ 214595 h 237951"/>
              <a:gd name="connsiteX6" fmla="*/ 165041 w 1368162"/>
              <a:gd name="connsiteY6" fmla="*/ 187864 h 237951"/>
              <a:gd name="connsiteX7" fmla="*/ 241867 w 1368162"/>
              <a:gd name="connsiteY7" fmla="*/ 178521 h 237951"/>
              <a:gd name="connsiteX8" fmla="*/ 1257475 w 1368162"/>
              <a:gd name="connsiteY8" fmla="*/ 144714 h 237951"/>
              <a:gd name="connsiteX9" fmla="*/ 1358226 w 1368162"/>
              <a:gd name="connsiteY9" fmla="*/ 163964 h 237951"/>
              <a:gd name="connsiteX10" fmla="*/ 1350236 w 1368162"/>
              <a:gd name="connsiteY10" fmla="*/ 182850 h 237951"/>
              <a:gd name="connsiteX11" fmla="*/ 1350236 w 1368162"/>
              <a:gd name="connsiteY11" fmla="*/ 182923 h 237951"/>
              <a:gd name="connsiteX12" fmla="*/ 1244544 w 1368162"/>
              <a:gd name="connsiteY12" fmla="*/ 175949 h 237951"/>
              <a:gd name="connsiteX13" fmla="*/ 1147207 w 1368162"/>
              <a:gd name="connsiteY13" fmla="*/ 172099 h 237951"/>
              <a:gd name="connsiteX14" fmla="*/ 1147207 w 1368162"/>
              <a:gd name="connsiteY14" fmla="*/ 154157 h 237951"/>
              <a:gd name="connsiteX15" fmla="*/ 1257475 w 1368162"/>
              <a:gd name="connsiteY15" fmla="*/ 144714 h 237951"/>
              <a:gd name="connsiteX16" fmla="*/ 10536 w 1368162"/>
              <a:gd name="connsiteY16" fmla="*/ 54859 h 237951"/>
              <a:gd name="connsiteX17" fmla="*/ 147608 w 1368162"/>
              <a:gd name="connsiteY17" fmla="*/ 64666 h 237951"/>
              <a:gd name="connsiteX18" fmla="*/ 296301 w 1368162"/>
              <a:gd name="connsiteY18" fmla="*/ 105563 h 237951"/>
              <a:gd name="connsiteX19" fmla="*/ 300878 w 1368162"/>
              <a:gd name="connsiteY19" fmla="*/ 123141 h 237951"/>
              <a:gd name="connsiteX20" fmla="*/ 299643 w 1368162"/>
              <a:gd name="connsiteY20" fmla="*/ 124885 h 237951"/>
              <a:gd name="connsiteX21" fmla="*/ 286568 w 1368162"/>
              <a:gd name="connsiteY21" fmla="*/ 129752 h 237951"/>
              <a:gd name="connsiteX22" fmla="*/ 160029 w 1368162"/>
              <a:gd name="connsiteY22" fmla="*/ 102003 h 237951"/>
              <a:gd name="connsiteX23" fmla="*/ 7849 w 1368162"/>
              <a:gd name="connsiteY23" fmla="*/ 75199 h 237951"/>
              <a:gd name="connsiteX24" fmla="*/ 10609 w 1368162"/>
              <a:gd name="connsiteY24" fmla="*/ 54932 h 237951"/>
              <a:gd name="connsiteX25" fmla="*/ 1351833 w 1368162"/>
              <a:gd name="connsiteY25" fmla="*/ 742 h 237951"/>
              <a:gd name="connsiteX26" fmla="*/ 1358953 w 1368162"/>
              <a:gd name="connsiteY26" fmla="*/ 26675 h 237951"/>
              <a:gd name="connsiteX27" fmla="*/ 1359025 w 1368162"/>
              <a:gd name="connsiteY27" fmla="*/ 26675 h 237951"/>
              <a:gd name="connsiteX28" fmla="*/ 1132243 w 1368162"/>
              <a:gd name="connsiteY28" fmla="*/ 114786 h 237951"/>
              <a:gd name="connsiteX29" fmla="*/ 1124180 w 1368162"/>
              <a:gd name="connsiteY29" fmla="*/ 100985 h 237951"/>
              <a:gd name="connsiteX30" fmla="*/ 1246360 w 1368162"/>
              <a:gd name="connsiteY30" fmla="*/ 40185 h 237951"/>
              <a:gd name="connsiteX31" fmla="*/ 1351833 w 1368162"/>
              <a:gd name="connsiteY31" fmla="*/ 742 h 23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368162" h="237951">
                <a:moveTo>
                  <a:pt x="241867" y="178521"/>
                </a:moveTo>
                <a:cubicBezTo>
                  <a:pt x="267718" y="176749"/>
                  <a:pt x="293650" y="176568"/>
                  <a:pt x="319183" y="178711"/>
                </a:cubicBezTo>
                <a:cubicBezTo>
                  <a:pt x="331169" y="179728"/>
                  <a:pt x="335672" y="198615"/>
                  <a:pt x="322234" y="201011"/>
                </a:cubicBezTo>
                <a:cubicBezTo>
                  <a:pt x="268917" y="210746"/>
                  <a:pt x="215598" y="215830"/>
                  <a:pt x="161845" y="223821"/>
                </a:cubicBezTo>
                <a:cubicBezTo>
                  <a:pt x="108528" y="231738"/>
                  <a:pt x="69302" y="231738"/>
                  <a:pt x="10536" y="237912"/>
                </a:cubicBezTo>
                <a:cubicBezTo>
                  <a:pt x="3636" y="238639"/>
                  <a:pt x="-11547" y="229268"/>
                  <a:pt x="15403" y="214595"/>
                </a:cubicBezTo>
                <a:cubicBezTo>
                  <a:pt x="42352" y="199922"/>
                  <a:pt x="137584" y="192440"/>
                  <a:pt x="165041" y="187864"/>
                </a:cubicBezTo>
                <a:cubicBezTo>
                  <a:pt x="190247" y="183651"/>
                  <a:pt x="216016" y="180291"/>
                  <a:pt x="241867" y="178521"/>
                </a:cubicBezTo>
                <a:close/>
                <a:moveTo>
                  <a:pt x="1257475" y="144714"/>
                </a:moveTo>
                <a:cubicBezTo>
                  <a:pt x="1293286" y="145368"/>
                  <a:pt x="1325901" y="147474"/>
                  <a:pt x="1358226" y="163964"/>
                </a:cubicBezTo>
                <a:cubicBezTo>
                  <a:pt x="1368832" y="169411"/>
                  <a:pt x="1361422" y="185901"/>
                  <a:pt x="1350236" y="182850"/>
                </a:cubicBezTo>
                <a:lnTo>
                  <a:pt x="1350236" y="182923"/>
                </a:lnTo>
                <a:cubicBezTo>
                  <a:pt x="1316676" y="173624"/>
                  <a:pt x="1279121" y="177765"/>
                  <a:pt x="1244544" y="175949"/>
                </a:cubicBezTo>
                <a:cubicBezTo>
                  <a:pt x="1211783" y="174206"/>
                  <a:pt x="1179677" y="176893"/>
                  <a:pt x="1147207" y="172099"/>
                </a:cubicBezTo>
                <a:cubicBezTo>
                  <a:pt x="1137400" y="170646"/>
                  <a:pt x="1139289" y="156772"/>
                  <a:pt x="1147207" y="154157"/>
                </a:cubicBezTo>
                <a:cubicBezTo>
                  <a:pt x="1182583" y="142607"/>
                  <a:pt x="1220573" y="144060"/>
                  <a:pt x="1257475" y="144714"/>
                </a:cubicBezTo>
                <a:close/>
                <a:moveTo>
                  <a:pt x="10536" y="54859"/>
                </a:moveTo>
                <a:cubicBezTo>
                  <a:pt x="55864" y="54206"/>
                  <a:pt x="102789" y="57474"/>
                  <a:pt x="147608" y="64666"/>
                </a:cubicBezTo>
                <a:cubicBezTo>
                  <a:pt x="193080" y="71930"/>
                  <a:pt x="253008" y="87257"/>
                  <a:pt x="296301" y="105563"/>
                </a:cubicBezTo>
                <a:cubicBezTo>
                  <a:pt x="302186" y="108032"/>
                  <a:pt x="305309" y="117258"/>
                  <a:pt x="300878" y="123141"/>
                </a:cubicBezTo>
                <a:cubicBezTo>
                  <a:pt x="300442" y="123722"/>
                  <a:pt x="300006" y="124303"/>
                  <a:pt x="299643" y="124885"/>
                </a:cubicBezTo>
                <a:cubicBezTo>
                  <a:pt x="296084" y="129606"/>
                  <a:pt x="291144" y="131204"/>
                  <a:pt x="286568" y="129752"/>
                </a:cubicBezTo>
                <a:cubicBezTo>
                  <a:pt x="270515" y="130696"/>
                  <a:pt x="186470" y="106434"/>
                  <a:pt x="160029" y="102003"/>
                </a:cubicBezTo>
                <a:cubicBezTo>
                  <a:pt x="101263" y="92197"/>
                  <a:pt x="57098" y="93069"/>
                  <a:pt x="7849" y="75199"/>
                </a:cubicBezTo>
                <a:cubicBezTo>
                  <a:pt x="-2902" y="71349"/>
                  <a:pt x="-1522" y="55077"/>
                  <a:pt x="10609" y="54932"/>
                </a:cubicBezTo>
                <a:close/>
                <a:moveTo>
                  <a:pt x="1351833" y="742"/>
                </a:moveTo>
                <a:cubicBezTo>
                  <a:pt x="1368541" y="-4633"/>
                  <a:pt x="1374933" y="20718"/>
                  <a:pt x="1358953" y="26675"/>
                </a:cubicBezTo>
                <a:lnTo>
                  <a:pt x="1359025" y="26675"/>
                </a:lnTo>
                <a:cubicBezTo>
                  <a:pt x="1283044" y="55076"/>
                  <a:pt x="1211857" y="96481"/>
                  <a:pt x="1132243" y="114786"/>
                </a:cubicBezTo>
                <a:cubicBezTo>
                  <a:pt x="1124035" y="116675"/>
                  <a:pt x="1118660" y="107159"/>
                  <a:pt x="1124180" y="100985"/>
                </a:cubicBezTo>
                <a:cubicBezTo>
                  <a:pt x="1154180" y="67716"/>
                  <a:pt x="1206336" y="56384"/>
                  <a:pt x="1246360" y="40185"/>
                </a:cubicBezTo>
                <a:cubicBezTo>
                  <a:pt x="1281083" y="26166"/>
                  <a:pt x="1316167" y="12219"/>
                  <a:pt x="1351833" y="742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20"/>
            </p:custDataLst>
          </p:nvPr>
        </p:nvSpPr>
        <p:spPr>
          <a:xfrm>
            <a:off x="4035615" y="4500127"/>
            <a:ext cx="239518" cy="109880"/>
          </a:xfrm>
          <a:custGeom>
            <a:avLst/>
            <a:gdLst>
              <a:gd name="connsiteX0" fmla="*/ 192670 w 314056"/>
              <a:gd name="connsiteY0" fmla="*/ 17962 h 144074"/>
              <a:gd name="connsiteX1" fmla="*/ 2646 w 314056"/>
              <a:gd name="connsiteY1" fmla="*/ 56062 h 144074"/>
              <a:gd name="connsiteX2" fmla="*/ 30650 w 314056"/>
              <a:gd name="connsiteY2" fmla="*/ 77684 h 144074"/>
              <a:gd name="connsiteX3" fmla="*/ 190955 w 314056"/>
              <a:gd name="connsiteY3" fmla="*/ 95210 h 144074"/>
              <a:gd name="connsiteX4" fmla="*/ 301255 w 314056"/>
              <a:gd name="connsiteY4" fmla="*/ 144073 h 144074"/>
              <a:gd name="connsiteX5" fmla="*/ 313352 w 314056"/>
              <a:gd name="connsiteY5" fmla="*/ 134929 h 144074"/>
              <a:gd name="connsiteX6" fmla="*/ 192670 w 314056"/>
              <a:gd name="connsiteY6" fmla="*/ 17962 h 144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4056" h="144074">
                <a:moveTo>
                  <a:pt x="192670" y="17962"/>
                </a:moveTo>
                <a:cubicBezTo>
                  <a:pt x="127519" y="-8803"/>
                  <a:pt x="42080" y="-12709"/>
                  <a:pt x="2646" y="56062"/>
                </a:cubicBezTo>
                <a:cubicBezTo>
                  <a:pt x="-7927" y="74540"/>
                  <a:pt x="15600" y="90161"/>
                  <a:pt x="30650" y="77684"/>
                </a:cubicBezTo>
                <a:cubicBezTo>
                  <a:pt x="68845" y="46061"/>
                  <a:pt x="151617" y="74826"/>
                  <a:pt x="190955" y="95210"/>
                </a:cubicBezTo>
                <a:cubicBezTo>
                  <a:pt x="225912" y="113307"/>
                  <a:pt x="258773" y="143120"/>
                  <a:pt x="301255" y="144073"/>
                </a:cubicBezTo>
                <a:cubicBezTo>
                  <a:pt x="306303" y="144168"/>
                  <a:pt x="312590" y="140263"/>
                  <a:pt x="313352" y="134929"/>
                </a:cubicBezTo>
                <a:cubicBezTo>
                  <a:pt x="322400" y="71492"/>
                  <a:pt x="242295" y="38345"/>
                  <a:pt x="192670" y="17962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21"/>
            </p:custDataLst>
          </p:nvPr>
        </p:nvSpPr>
        <p:spPr>
          <a:xfrm>
            <a:off x="4557726" y="4454977"/>
            <a:ext cx="200216" cy="131182"/>
          </a:xfrm>
          <a:custGeom>
            <a:avLst/>
            <a:gdLst>
              <a:gd name="connsiteX0" fmla="*/ 260301 w 262523"/>
              <a:gd name="connsiteY0" fmla="*/ 27917 h 172006"/>
              <a:gd name="connsiteX1" fmla="*/ 129808 w 262523"/>
              <a:gd name="connsiteY1" fmla="*/ 21249 h 172006"/>
              <a:gd name="connsiteX2" fmla="*/ 935 w 262523"/>
              <a:gd name="connsiteY2" fmla="*/ 146408 h 172006"/>
              <a:gd name="connsiteX3" fmla="*/ 22462 w 262523"/>
              <a:gd name="connsiteY3" fmla="*/ 171078 h 172006"/>
              <a:gd name="connsiteX4" fmla="*/ 25129 w 262523"/>
              <a:gd name="connsiteY4" fmla="*/ 169935 h 172006"/>
              <a:gd name="connsiteX5" fmla="*/ 26653 w 262523"/>
              <a:gd name="connsiteY5" fmla="*/ 168982 h 172006"/>
              <a:gd name="connsiteX6" fmla="*/ 26653 w 262523"/>
              <a:gd name="connsiteY6" fmla="*/ 168982 h 172006"/>
              <a:gd name="connsiteX7" fmla="*/ 29034 w 262523"/>
              <a:gd name="connsiteY7" fmla="*/ 167553 h 172006"/>
              <a:gd name="connsiteX8" fmla="*/ 30367 w 262523"/>
              <a:gd name="connsiteY8" fmla="*/ 166696 h 172006"/>
              <a:gd name="connsiteX9" fmla="*/ 155526 w 262523"/>
              <a:gd name="connsiteY9" fmla="*/ 91068 h 172006"/>
              <a:gd name="connsiteX10" fmla="*/ 228297 w 262523"/>
              <a:gd name="connsiteY10" fmla="*/ 64112 h 172006"/>
              <a:gd name="connsiteX11" fmla="*/ 257825 w 262523"/>
              <a:gd name="connsiteY11" fmla="*/ 50777 h 172006"/>
              <a:gd name="connsiteX12" fmla="*/ 260396 w 262523"/>
              <a:gd name="connsiteY12" fmla="*/ 27917 h 172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2523" h="172006">
                <a:moveTo>
                  <a:pt x="260301" y="27917"/>
                </a:moveTo>
                <a:cubicBezTo>
                  <a:pt x="239537" y="-20756"/>
                  <a:pt x="161241" y="5819"/>
                  <a:pt x="129808" y="21249"/>
                </a:cubicBezTo>
                <a:cubicBezTo>
                  <a:pt x="81041" y="45252"/>
                  <a:pt x="21033" y="88305"/>
                  <a:pt x="935" y="146408"/>
                </a:cubicBezTo>
                <a:cubicBezTo>
                  <a:pt x="-3827" y="160219"/>
                  <a:pt x="10556" y="176031"/>
                  <a:pt x="22462" y="171078"/>
                </a:cubicBezTo>
                <a:cubicBezTo>
                  <a:pt x="23319" y="170697"/>
                  <a:pt x="24272" y="170316"/>
                  <a:pt x="25129" y="169935"/>
                </a:cubicBezTo>
                <a:cubicBezTo>
                  <a:pt x="25700" y="169649"/>
                  <a:pt x="26081" y="169268"/>
                  <a:pt x="26653" y="168982"/>
                </a:cubicBezTo>
                <a:lnTo>
                  <a:pt x="26653" y="168982"/>
                </a:lnTo>
                <a:cubicBezTo>
                  <a:pt x="27415" y="168506"/>
                  <a:pt x="28177" y="168030"/>
                  <a:pt x="29034" y="167553"/>
                </a:cubicBezTo>
                <a:cubicBezTo>
                  <a:pt x="29415" y="167268"/>
                  <a:pt x="29987" y="167077"/>
                  <a:pt x="30367" y="166696"/>
                </a:cubicBezTo>
                <a:cubicBezTo>
                  <a:pt x="71801" y="140788"/>
                  <a:pt x="110949" y="109832"/>
                  <a:pt x="155526" y="91068"/>
                </a:cubicBezTo>
                <a:cubicBezTo>
                  <a:pt x="178291" y="81447"/>
                  <a:pt x="204294" y="67255"/>
                  <a:pt x="228297" y="64112"/>
                </a:cubicBezTo>
                <a:cubicBezTo>
                  <a:pt x="240394" y="62493"/>
                  <a:pt x="248585" y="59635"/>
                  <a:pt x="257825" y="50777"/>
                </a:cubicBezTo>
                <a:cubicBezTo>
                  <a:pt x="263730" y="45062"/>
                  <a:pt x="263444" y="35061"/>
                  <a:pt x="260396" y="27917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2"/>
            </p:custDataLst>
          </p:nvPr>
        </p:nvSpPr>
        <p:spPr>
          <a:xfrm>
            <a:off x="8600553" y="4530905"/>
            <a:ext cx="442993" cy="1756442"/>
          </a:xfrm>
          <a:custGeom>
            <a:avLst/>
            <a:gdLst>
              <a:gd name="connsiteX0" fmla="*/ 284391 w 580853"/>
              <a:gd name="connsiteY0" fmla="*/ 38374 h 2303037"/>
              <a:gd name="connsiteX1" fmla="*/ 70 w 580853"/>
              <a:gd name="connsiteY1" fmla="*/ 602158 h 2303037"/>
              <a:gd name="connsiteX2" fmla="*/ 294011 w 580853"/>
              <a:gd name="connsiteY2" fmla="*/ 1401973 h 2303037"/>
              <a:gd name="connsiteX3" fmla="*/ 250672 w 580853"/>
              <a:gd name="connsiteY3" fmla="*/ 1917561 h 2303037"/>
              <a:gd name="connsiteX4" fmla="*/ 43504 w 580853"/>
              <a:gd name="connsiteY4" fmla="*/ 2110252 h 2303037"/>
              <a:gd name="connsiteX5" fmla="*/ 86842 w 580853"/>
              <a:gd name="connsiteY5" fmla="*/ 2303038 h 2303037"/>
              <a:gd name="connsiteX6" fmla="*/ 491559 w 580853"/>
              <a:gd name="connsiteY6" fmla="*/ 2018716 h 2303037"/>
              <a:gd name="connsiteX7" fmla="*/ 510800 w 580853"/>
              <a:gd name="connsiteY7" fmla="*/ 1242905 h 2303037"/>
              <a:gd name="connsiteX8" fmla="*/ 274676 w 580853"/>
              <a:gd name="connsiteY8" fmla="*/ 650260 h 2303037"/>
              <a:gd name="connsiteX9" fmla="*/ 404787 w 580853"/>
              <a:gd name="connsiteY9" fmla="*/ 351556 h 2303037"/>
              <a:gd name="connsiteX10" fmla="*/ 563759 w 580853"/>
              <a:gd name="connsiteY10" fmla="*/ 100953 h 2303037"/>
              <a:gd name="connsiteX11" fmla="*/ 284296 w 580853"/>
              <a:gd name="connsiteY11" fmla="*/ 38278 h 230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0853" h="2303037">
                <a:moveTo>
                  <a:pt x="284391" y="38374"/>
                </a:moveTo>
                <a:cubicBezTo>
                  <a:pt x="192856" y="101048"/>
                  <a:pt x="4928" y="250400"/>
                  <a:pt x="70" y="602158"/>
                </a:cubicBezTo>
                <a:cubicBezTo>
                  <a:pt x="-4788" y="953917"/>
                  <a:pt x="245815" y="1190041"/>
                  <a:pt x="294011" y="1401973"/>
                </a:cubicBezTo>
                <a:cubicBezTo>
                  <a:pt x="342208" y="1613999"/>
                  <a:pt x="342208" y="1777829"/>
                  <a:pt x="250672" y="1917561"/>
                </a:cubicBezTo>
                <a:cubicBezTo>
                  <a:pt x="169138" y="2041957"/>
                  <a:pt x="43504" y="2110252"/>
                  <a:pt x="43504" y="2110252"/>
                </a:cubicBezTo>
                <a:lnTo>
                  <a:pt x="86842" y="2303038"/>
                </a:lnTo>
                <a:cubicBezTo>
                  <a:pt x="86842" y="2303038"/>
                  <a:pt x="375926" y="2250079"/>
                  <a:pt x="491559" y="2018716"/>
                </a:cubicBezTo>
                <a:cubicBezTo>
                  <a:pt x="607193" y="1787449"/>
                  <a:pt x="607193" y="1459789"/>
                  <a:pt x="510800" y="1242905"/>
                </a:cubicBezTo>
                <a:cubicBezTo>
                  <a:pt x="414407" y="1026116"/>
                  <a:pt x="269913" y="765893"/>
                  <a:pt x="274676" y="650260"/>
                </a:cubicBezTo>
                <a:cubicBezTo>
                  <a:pt x="279533" y="534626"/>
                  <a:pt x="342112" y="423755"/>
                  <a:pt x="404787" y="351556"/>
                </a:cubicBezTo>
                <a:cubicBezTo>
                  <a:pt x="467462" y="279261"/>
                  <a:pt x="597477" y="216682"/>
                  <a:pt x="563759" y="100953"/>
                </a:cubicBezTo>
                <a:cubicBezTo>
                  <a:pt x="530041" y="-14681"/>
                  <a:pt x="375831" y="-24301"/>
                  <a:pt x="284296" y="38278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3"/>
            </p:custDataLst>
          </p:nvPr>
        </p:nvSpPr>
        <p:spPr>
          <a:xfrm>
            <a:off x="7225047" y="4775450"/>
            <a:ext cx="1532847" cy="1578077"/>
          </a:xfrm>
          <a:custGeom>
            <a:avLst/>
            <a:gdLst>
              <a:gd name="connsiteX0" fmla="*/ 348441 w 2009869"/>
              <a:gd name="connsiteY0" fmla="*/ 69487 h 2069165"/>
              <a:gd name="connsiteX1" fmla="*/ 208710 w 2009869"/>
              <a:gd name="connsiteY1" fmla="*/ 368191 h 2069165"/>
              <a:gd name="connsiteX2" fmla="*/ 155751 w 2009869"/>
              <a:gd name="connsiteY2" fmla="*/ 734428 h 2069165"/>
              <a:gd name="connsiteX3" fmla="*/ 1541 w 2009869"/>
              <a:gd name="connsiteY3" fmla="*/ 1437944 h 2069165"/>
              <a:gd name="connsiteX4" fmla="*/ 30497 w 2009869"/>
              <a:gd name="connsiteY4" fmla="*/ 2069166 h 2069165"/>
              <a:gd name="connsiteX5" fmla="*/ 1991599 w 2009869"/>
              <a:gd name="connsiteY5" fmla="*/ 2069166 h 2069165"/>
              <a:gd name="connsiteX6" fmla="*/ 1798908 w 2009869"/>
              <a:gd name="connsiteY6" fmla="*/ 1033227 h 2069165"/>
              <a:gd name="connsiteX7" fmla="*/ 1538685 w 2009869"/>
              <a:gd name="connsiteY7" fmla="*/ 512876 h 2069165"/>
              <a:gd name="connsiteX8" fmla="*/ 1321896 w 2009869"/>
              <a:gd name="connsiteY8" fmla="*/ 40627 h 2069165"/>
              <a:gd name="connsiteX9" fmla="*/ 348536 w 2009869"/>
              <a:gd name="connsiteY9" fmla="*/ 69583 h 206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09869" h="2069165">
                <a:moveTo>
                  <a:pt x="348441" y="69487"/>
                </a:moveTo>
                <a:cubicBezTo>
                  <a:pt x="348441" y="69487"/>
                  <a:pt x="232808" y="194741"/>
                  <a:pt x="208710" y="368191"/>
                </a:cubicBezTo>
                <a:cubicBezTo>
                  <a:pt x="184612" y="541642"/>
                  <a:pt x="189850" y="638987"/>
                  <a:pt x="155751" y="734428"/>
                </a:cubicBezTo>
                <a:cubicBezTo>
                  <a:pt x="99363" y="891971"/>
                  <a:pt x="11161" y="1192199"/>
                  <a:pt x="1541" y="1437944"/>
                </a:cubicBezTo>
                <a:cubicBezTo>
                  <a:pt x="-8080" y="1683689"/>
                  <a:pt x="30497" y="2069166"/>
                  <a:pt x="30497" y="2069166"/>
                </a:cubicBezTo>
                <a:lnTo>
                  <a:pt x="1991599" y="2069166"/>
                </a:lnTo>
                <a:cubicBezTo>
                  <a:pt x="1991599" y="2069166"/>
                  <a:pt x="2097612" y="1486141"/>
                  <a:pt x="1798908" y="1033227"/>
                </a:cubicBezTo>
                <a:cubicBezTo>
                  <a:pt x="1642222" y="795578"/>
                  <a:pt x="1596502" y="666991"/>
                  <a:pt x="1538685" y="512876"/>
                </a:cubicBezTo>
                <a:cubicBezTo>
                  <a:pt x="1480869" y="358666"/>
                  <a:pt x="1456771" y="146640"/>
                  <a:pt x="1321896" y="40627"/>
                </a:cubicBezTo>
                <a:cubicBezTo>
                  <a:pt x="1187023" y="-65387"/>
                  <a:pt x="348536" y="69583"/>
                  <a:pt x="348536" y="6958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4"/>
            </p:custDataLst>
          </p:nvPr>
        </p:nvSpPr>
        <p:spPr>
          <a:xfrm>
            <a:off x="7335956" y="3906004"/>
            <a:ext cx="397438" cy="430207"/>
          </a:xfrm>
          <a:custGeom>
            <a:avLst/>
            <a:gdLst>
              <a:gd name="connsiteX0" fmla="*/ 58300 w 521120"/>
              <a:gd name="connsiteY0" fmla="*/ 10111 h 564085"/>
              <a:gd name="connsiteX1" fmla="*/ 27249 w 521120"/>
              <a:gd name="connsiteY1" fmla="*/ 354821 h 564085"/>
              <a:gd name="connsiteX2" fmla="*/ 93924 w 521120"/>
              <a:gd name="connsiteY2" fmla="*/ 564085 h 564085"/>
              <a:gd name="connsiteX3" fmla="*/ 521120 w 521120"/>
              <a:gd name="connsiteY3" fmla="*/ 319864 h 564085"/>
              <a:gd name="connsiteX4" fmla="*/ 58396 w 521120"/>
              <a:gd name="connsiteY4" fmla="*/ 10111 h 564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120" h="564085">
                <a:moveTo>
                  <a:pt x="58300" y="10111"/>
                </a:moveTo>
                <a:cubicBezTo>
                  <a:pt x="-32187" y="86978"/>
                  <a:pt x="3722" y="222328"/>
                  <a:pt x="27249" y="354821"/>
                </a:cubicBezTo>
                <a:cubicBezTo>
                  <a:pt x="44299" y="450833"/>
                  <a:pt x="93924" y="564085"/>
                  <a:pt x="93924" y="564085"/>
                </a:cubicBezTo>
                <a:lnTo>
                  <a:pt x="521120" y="319864"/>
                </a:lnTo>
                <a:cubicBezTo>
                  <a:pt x="521120" y="319864"/>
                  <a:pt x="148883" y="-66756"/>
                  <a:pt x="58396" y="10111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5"/>
            </p:custDataLst>
          </p:nvPr>
        </p:nvSpPr>
        <p:spPr>
          <a:xfrm>
            <a:off x="7244393" y="4109829"/>
            <a:ext cx="1141924" cy="885340"/>
          </a:xfrm>
          <a:custGeom>
            <a:avLst/>
            <a:gdLst>
              <a:gd name="connsiteX0" fmla="*/ 617004 w 1497291"/>
              <a:gd name="connsiteY0" fmla="*/ 7463 h 1160853"/>
              <a:gd name="connsiteX1" fmla="*/ 144754 w 1497291"/>
              <a:gd name="connsiteY1" fmla="*/ 359221 h 1160853"/>
              <a:gd name="connsiteX2" fmla="*/ 165 w 1497291"/>
              <a:gd name="connsiteY2" fmla="*/ 720599 h 1160853"/>
              <a:gd name="connsiteX3" fmla="*/ 373354 w 1497291"/>
              <a:gd name="connsiteY3" fmla="*/ 1110267 h 1160853"/>
              <a:gd name="connsiteX4" fmla="*/ 1392148 w 1497291"/>
              <a:gd name="connsiteY4" fmla="*/ 1014636 h 1160853"/>
              <a:gd name="connsiteX5" fmla="*/ 1402340 w 1497291"/>
              <a:gd name="connsiteY5" fmla="*/ 301404 h 1160853"/>
              <a:gd name="connsiteX6" fmla="*/ 616909 w 1497291"/>
              <a:gd name="connsiteY6" fmla="*/ 7463 h 116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7291" h="1160853">
                <a:moveTo>
                  <a:pt x="617004" y="7463"/>
                </a:moveTo>
                <a:cubicBezTo>
                  <a:pt x="399548" y="38990"/>
                  <a:pt x="246005" y="180913"/>
                  <a:pt x="144754" y="359221"/>
                </a:cubicBezTo>
                <a:cubicBezTo>
                  <a:pt x="72459" y="486665"/>
                  <a:pt x="-4026" y="640780"/>
                  <a:pt x="165" y="720599"/>
                </a:cubicBezTo>
                <a:cubicBezTo>
                  <a:pt x="10261" y="909004"/>
                  <a:pt x="144945" y="1053403"/>
                  <a:pt x="373354" y="1110267"/>
                </a:cubicBezTo>
                <a:cubicBezTo>
                  <a:pt x="698633" y="1191230"/>
                  <a:pt x="1258703" y="1185705"/>
                  <a:pt x="1392148" y="1014636"/>
                </a:cubicBezTo>
                <a:cubicBezTo>
                  <a:pt x="1525498" y="843662"/>
                  <a:pt x="1535404" y="552102"/>
                  <a:pt x="1402340" y="301404"/>
                </a:cubicBezTo>
                <a:cubicBezTo>
                  <a:pt x="1303756" y="115762"/>
                  <a:pt x="915708" y="-35876"/>
                  <a:pt x="616909" y="74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6"/>
            </p:custDataLst>
          </p:nvPr>
        </p:nvSpPr>
        <p:spPr>
          <a:xfrm>
            <a:off x="8012380" y="3908815"/>
            <a:ext cx="367986" cy="482534"/>
          </a:xfrm>
          <a:custGeom>
            <a:avLst/>
            <a:gdLst>
              <a:gd name="connsiteX0" fmla="*/ 0 w 482504"/>
              <a:gd name="connsiteY0" fmla="*/ 347898 h 632695"/>
              <a:gd name="connsiteX1" fmla="*/ 422053 w 482504"/>
              <a:gd name="connsiteY1" fmla="*/ 5379 h 632695"/>
              <a:gd name="connsiteX2" fmla="*/ 422053 w 482504"/>
              <a:gd name="connsiteY2" fmla="*/ 632695 h 632695"/>
              <a:gd name="connsiteX3" fmla="*/ 95 w 482504"/>
              <a:gd name="connsiteY3" fmla="*/ 347898 h 63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504" h="632695">
                <a:moveTo>
                  <a:pt x="0" y="347898"/>
                </a:moveTo>
                <a:cubicBezTo>
                  <a:pt x="0" y="347898"/>
                  <a:pt x="285940" y="-50533"/>
                  <a:pt x="422053" y="5379"/>
                </a:cubicBezTo>
                <a:cubicBezTo>
                  <a:pt x="558069" y="61290"/>
                  <a:pt x="422053" y="632695"/>
                  <a:pt x="422053" y="632695"/>
                </a:cubicBezTo>
                <a:lnTo>
                  <a:pt x="95" y="347898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5" name="任意多边形: 形状 34"/>
          <p:cNvSpPr/>
          <p:nvPr userDrawn="1">
            <p:custDataLst>
              <p:tags r:id="rId27"/>
            </p:custDataLst>
          </p:nvPr>
        </p:nvSpPr>
        <p:spPr>
          <a:xfrm>
            <a:off x="8130135" y="4055415"/>
            <a:ext cx="185533" cy="276221"/>
          </a:xfrm>
          <a:custGeom>
            <a:avLst/>
            <a:gdLst>
              <a:gd name="connsiteX0" fmla="*/ 0 w 243270"/>
              <a:gd name="connsiteY0" fmla="*/ 189014 h 362178"/>
              <a:gd name="connsiteX1" fmla="*/ 220313 w 243270"/>
              <a:gd name="connsiteY1" fmla="*/ 3562 h 362178"/>
              <a:gd name="connsiteX2" fmla="*/ 210693 w 243270"/>
              <a:gd name="connsiteY2" fmla="*/ 362178 h 362178"/>
              <a:gd name="connsiteX3" fmla="*/ 0 w 243270"/>
              <a:gd name="connsiteY3" fmla="*/ 189014 h 362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270" h="362178">
                <a:moveTo>
                  <a:pt x="0" y="189014"/>
                </a:moveTo>
                <a:cubicBezTo>
                  <a:pt x="0" y="189014"/>
                  <a:pt x="163544" y="-30347"/>
                  <a:pt x="220313" y="3562"/>
                </a:cubicBezTo>
                <a:cubicBezTo>
                  <a:pt x="277083" y="37471"/>
                  <a:pt x="210693" y="362178"/>
                  <a:pt x="210693" y="362178"/>
                </a:cubicBezTo>
                <a:cubicBezTo>
                  <a:pt x="210693" y="362178"/>
                  <a:pt x="82487" y="184918"/>
                  <a:pt x="0" y="189014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6" name="任意多边形: 形状 35"/>
          <p:cNvSpPr/>
          <p:nvPr userDrawn="1">
            <p:custDataLst>
              <p:tags r:id="rId28"/>
            </p:custDataLst>
          </p:nvPr>
        </p:nvSpPr>
        <p:spPr>
          <a:xfrm>
            <a:off x="8091605" y="4147531"/>
            <a:ext cx="143430" cy="72514"/>
          </a:xfrm>
          <a:custGeom>
            <a:avLst/>
            <a:gdLst>
              <a:gd name="connsiteX0" fmla="*/ 183010 w 188066"/>
              <a:gd name="connsiteY0" fmla="*/ 48801 h 95079"/>
              <a:gd name="connsiteX1" fmla="*/ 77854 w 188066"/>
              <a:gd name="connsiteY1" fmla="*/ 43848 h 95079"/>
              <a:gd name="connsiteX2" fmla="*/ 46707 w 188066"/>
              <a:gd name="connsiteY2" fmla="*/ 51087 h 95079"/>
              <a:gd name="connsiteX3" fmla="*/ 150720 w 188066"/>
              <a:gd name="connsiteY3" fmla="*/ 14701 h 95079"/>
              <a:gd name="connsiteX4" fmla="*/ 150053 w 188066"/>
              <a:gd name="connsiteY4" fmla="*/ 1462 h 95079"/>
              <a:gd name="connsiteX5" fmla="*/ 4606 w 188066"/>
              <a:gd name="connsiteY5" fmla="*/ 49277 h 95079"/>
              <a:gd name="connsiteX6" fmla="*/ 15846 w 188066"/>
              <a:gd name="connsiteY6" fmla="*/ 66613 h 95079"/>
              <a:gd name="connsiteX7" fmla="*/ 31276 w 188066"/>
              <a:gd name="connsiteY7" fmla="*/ 58802 h 95079"/>
              <a:gd name="connsiteX8" fmla="*/ 17466 w 188066"/>
              <a:gd name="connsiteY8" fmla="*/ 75090 h 95079"/>
              <a:gd name="connsiteX9" fmla="*/ 41850 w 188066"/>
              <a:gd name="connsiteY9" fmla="*/ 87758 h 95079"/>
              <a:gd name="connsiteX10" fmla="*/ 98237 w 188066"/>
              <a:gd name="connsiteY10" fmla="*/ 78328 h 95079"/>
              <a:gd name="connsiteX11" fmla="*/ 181772 w 188066"/>
              <a:gd name="connsiteY11" fmla="*/ 62422 h 95079"/>
              <a:gd name="connsiteX12" fmla="*/ 182915 w 188066"/>
              <a:gd name="connsiteY12" fmla="*/ 48801 h 9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8066" h="95079">
                <a:moveTo>
                  <a:pt x="183010" y="48801"/>
                </a:moveTo>
                <a:cubicBezTo>
                  <a:pt x="149387" y="37085"/>
                  <a:pt x="112525" y="38228"/>
                  <a:pt x="77854" y="43848"/>
                </a:cubicBezTo>
                <a:cubicBezTo>
                  <a:pt x="68329" y="45372"/>
                  <a:pt x="57089" y="47467"/>
                  <a:pt x="46707" y="51087"/>
                </a:cubicBezTo>
                <a:cubicBezTo>
                  <a:pt x="80235" y="36037"/>
                  <a:pt x="115478" y="25274"/>
                  <a:pt x="150720" y="14701"/>
                </a:cubicBezTo>
                <a:cubicBezTo>
                  <a:pt x="157006" y="12796"/>
                  <a:pt x="156911" y="2414"/>
                  <a:pt x="150053" y="1462"/>
                </a:cubicBezTo>
                <a:cubicBezTo>
                  <a:pt x="95189" y="-6444"/>
                  <a:pt x="49089" y="18892"/>
                  <a:pt x="4606" y="49277"/>
                </a:cubicBezTo>
                <a:cubicBezTo>
                  <a:pt x="-6442" y="56802"/>
                  <a:pt x="4416" y="73185"/>
                  <a:pt x="15846" y="66613"/>
                </a:cubicBezTo>
                <a:cubicBezTo>
                  <a:pt x="20894" y="63755"/>
                  <a:pt x="26133" y="61374"/>
                  <a:pt x="31276" y="58802"/>
                </a:cubicBezTo>
                <a:cubicBezTo>
                  <a:pt x="25276" y="62993"/>
                  <a:pt x="20323" y="68137"/>
                  <a:pt x="17466" y="75090"/>
                </a:cubicBezTo>
                <a:cubicBezTo>
                  <a:pt x="10893" y="91378"/>
                  <a:pt x="32991" y="103474"/>
                  <a:pt x="41850" y="87758"/>
                </a:cubicBezTo>
                <a:cubicBezTo>
                  <a:pt x="49374" y="74423"/>
                  <a:pt x="85284" y="78233"/>
                  <a:pt x="98237" y="78328"/>
                </a:cubicBezTo>
                <a:cubicBezTo>
                  <a:pt x="127003" y="78424"/>
                  <a:pt x="153101" y="64327"/>
                  <a:pt x="181772" y="62422"/>
                </a:cubicBezTo>
                <a:cubicBezTo>
                  <a:pt x="189963" y="61850"/>
                  <a:pt x="189963" y="51277"/>
                  <a:pt x="182915" y="48801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7" name="任意多边形: 形状 36"/>
          <p:cNvSpPr/>
          <p:nvPr userDrawn="1">
            <p:custDataLst>
              <p:tags r:id="rId29"/>
            </p:custDataLst>
          </p:nvPr>
        </p:nvSpPr>
        <p:spPr>
          <a:xfrm>
            <a:off x="7398022" y="4010265"/>
            <a:ext cx="170179" cy="250616"/>
          </a:xfrm>
          <a:custGeom>
            <a:avLst/>
            <a:gdLst>
              <a:gd name="connsiteX0" fmla="*/ 58546 w 223138"/>
              <a:gd name="connsiteY0" fmla="*/ 328606 h 328606"/>
              <a:gd name="connsiteX1" fmla="*/ 12921 w 223138"/>
              <a:gd name="connsiteY1" fmla="*/ 1327 h 328606"/>
              <a:gd name="connsiteX2" fmla="*/ 223138 w 223138"/>
              <a:gd name="connsiteY2" fmla="*/ 206210 h 328606"/>
              <a:gd name="connsiteX3" fmla="*/ 58546 w 223138"/>
              <a:gd name="connsiteY3" fmla="*/ 328511 h 328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138" h="328606">
                <a:moveTo>
                  <a:pt x="58546" y="328606"/>
                </a:moveTo>
                <a:cubicBezTo>
                  <a:pt x="58546" y="328606"/>
                  <a:pt x="-33084" y="21901"/>
                  <a:pt x="12921" y="1327"/>
                </a:cubicBezTo>
                <a:cubicBezTo>
                  <a:pt x="58927" y="-19247"/>
                  <a:pt x="223138" y="206210"/>
                  <a:pt x="223138" y="206210"/>
                </a:cubicBezTo>
                <a:cubicBezTo>
                  <a:pt x="223138" y="206210"/>
                  <a:pt x="96075" y="259836"/>
                  <a:pt x="58546" y="328511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8" name="任意多边形: 形状 37"/>
          <p:cNvSpPr/>
          <p:nvPr userDrawn="1">
            <p:custDataLst>
              <p:tags r:id="rId30"/>
            </p:custDataLst>
          </p:nvPr>
        </p:nvSpPr>
        <p:spPr>
          <a:xfrm>
            <a:off x="7491811" y="4119318"/>
            <a:ext cx="107055" cy="37257"/>
          </a:xfrm>
          <a:custGeom>
            <a:avLst/>
            <a:gdLst>
              <a:gd name="connsiteX0" fmla="*/ 127409 w 140370"/>
              <a:gd name="connsiteY0" fmla="*/ 18928 h 48851"/>
              <a:gd name="connsiteX1" fmla="*/ 60162 w 140370"/>
              <a:gd name="connsiteY1" fmla="*/ 6070 h 48851"/>
              <a:gd name="connsiteX2" fmla="*/ 6346 w 140370"/>
              <a:gd name="connsiteY2" fmla="*/ 6546 h 48851"/>
              <a:gd name="connsiteX3" fmla="*/ 7299 w 140370"/>
              <a:gd name="connsiteY3" fmla="*/ 27691 h 48851"/>
              <a:gd name="connsiteX4" fmla="*/ 124647 w 140370"/>
              <a:gd name="connsiteY4" fmla="*/ 48742 h 48851"/>
              <a:gd name="connsiteX5" fmla="*/ 127409 w 140370"/>
              <a:gd name="connsiteY5" fmla="*/ 19024 h 48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370" h="48851">
                <a:moveTo>
                  <a:pt x="127409" y="18928"/>
                </a:moveTo>
                <a:cubicBezTo>
                  <a:pt x="105025" y="14833"/>
                  <a:pt x="82165" y="11880"/>
                  <a:pt x="60162" y="6070"/>
                </a:cubicBezTo>
                <a:cubicBezTo>
                  <a:pt x="39969" y="736"/>
                  <a:pt x="25301" y="-4598"/>
                  <a:pt x="6346" y="6546"/>
                </a:cubicBezTo>
                <a:cubicBezTo>
                  <a:pt x="-1846" y="11308"/>
                  <a:pt x="-2702" y="24167"/>
                  <a:pt x="7299" y="27691"/>
                </a:cubicBezTo>
                <a:cubicBezTo>
                  <a:pt x="45208" y="41026"/>
                  <a:pt x="84832" y="44170"/>
                  <a:pt x="124647" y="48742"/>
                </a:cubicBezTo>
                <a:cubicBezTo>
                  <a:pt x="144078" y="50837"/>
                  <a:pt x="146078" y="22453"/>
                  <a:pt x="127409" y="19024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9" name="任意多边形: 形状 38"/>
          <p:cNvSpPr/>
          <p:nvPr userDrawn="1">
            <p:custDataLst>
              <p:tags r:id="rId31"/>
            </p:custDataLst>
          </p:nvPr>
        </p:nvSpPr>
        <p:spPr>
          <a:xfrm>
            <a:off x="7478932" y="4156163"/>
            <a:ext cx="126098" cy="27962"/>
          </a:xfrm>
          <a:custGeom>
            <a:avLst/>
            <a:gdLst>
              <a:gd name="connsiteX0" fmla="*/ 155343 w 165339"/>
              <a:gd name="connsiteY0" fmla="*/ 3098 h 36664"/>
              <a:gd name="connsiteX1" fmla="*/ 59712 w 165339"/>
              <a:gd name="connsiteY1" fmla="*/ 907 h 36664"/>
              <a:gd name="connsiteX2" fmla="*/ 2467 w 165339"/>
              <a:gd name="connsiteY2" fmla="*/ 21958 h 36664"/>
              <a:gd name="connsiteX3" fmla="*/ 9039 w 165339"/>
              <a:gd name="connsiteY3" fmla="*/ 35959 h 36664"/>
              <a:gd name="connsiteX4" fmla="*/ 61046 w 165339"/>
              <a:gd name="connsiteY4" fmla="*/ 35959 h 36664"/>
              <a:gd name="connsiteX5" fmla="*/ 153152 w 165339"/>
              <a:gd name="connsiteY5" fmla="*/ 25863 h 36664"/>
              <a:gd name="connsiteX6" fmla="*/ 155248 w 165339"/>
              <a:gd name="connsiteY6" fmla="*/ 3098 h 36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339" h="36664">
                <a:moveTo>
                  <a:pt x="155343" y="3098"/>
                </a:moveTo>
                <a:cubicBezTo>
                  <a:pt x="122863" y="-998"/>
                  <a:pt x="92193" y="-236"/>
                  <a:pt x="59712" y="907"/>
                </a:cubicBezTo>
                <a:cubicBezTo>
                  <a:pt x="40186" y="1574"/>
                  <a:pt x="16469" y="7003"/>
                  <a:pt x="2467" y="21958"/>
                </a:cubicBezTo>
                <a:cubicBezTo>
                  <a:pt x="-2677" y="27387"/>
                  <a:pt x="562" y="37579"/>
                  <a:pt x="9039" y="35959"/>
                </a:cubicBezTo>
                <a:cubicBezTo>
                  <a:pt x="26279" y="32625"/>
                  <a:pt x="43615" y="38626"/>
                  <a:pt x="61046" y="35959"/>
                </a:cubicBezTo>
                <a:cubicBezTo>
                  <a:pt x="92193" y="31197"/>
                  <a:pt x="121339" y="26053"/>
                  <a:pt x="153152" y="25863"/>
                </a:cubicBezTo>
                <a:cubicBezTo>
                  <a:pt x="167726" y="25863"/>
                  <a:pt x="170202" y="4908"/>
                  <a:pt x="155248" y="3098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0" name="任意多边形: 形状 39"/>
          <p:cNvSpPr/>
          <p:nvPr userDrawn="1">
            <p:custDataLst>
              <p:tags r:id="rId32"/>
            </p:custDataLst>
          </p:nvPr>
        </p:nvSpPr>
        <p:spPr>
          <a:xfrm>
            <a:off x="7430996" y="4924988"/>
            <a:ext cx="813096" cy="68886"/>
          </a:xfrm>
          <a:custGeom>
            <a:avLst/>
            <a:gdLst>
              <a:gd name="connsiteX0" fmla="*/ 0 w 1066133"/>
              <a:gd name="connsiteY0" fmla="*/ 0 h 90323"/>
              <a:gd name="connsiteX1" fmla="*/ 603599 w 1066133"/>
              <a:gd name="connsiteY1" fmla="*/ 90297 h 90323"/>
              <a:gd name="connsiteX2" fmla="*/ 1066133 w 1066133"/>
              <a:gd name="connsiteY2" fmla="*/ 13240 h 90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6133" h="90323">
                <a:moveTo>
                  <a:pt x="0" y="0"/>
                </a:moveTo>
                <a:cubicBezTo>
                  <a:pt x="0" y="0"/>
                  <a:pt x="238696" y="92107"/>
                  <a:pt x="603599" y="90297"/>
                </a:cubicBezTo>
                <a:cubicBezTo>
                  <a:pt x="949261" y="88583"/>
                  <a:pt x="1066133" y="13240"/>
                  <a:pt x="1066133" y="13240"/>
                </a:cubicBezTo>
              </a:path>
            </a:pathLst>
          </a:custGeom>
          <a:noFill/>
          <a:ln w="22225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1" name="任意多边形: 形状 40"/>
          <p:cNvSpPr/>
          <p:nvPr userDrawn="1">
            <p:custDataLst>
              <p:tags r:id="rId33"/>
            </p:custDataLst>
          </p:nvPr>
        </p:nvSpPr>
        <p:spPr>
          <a:xfrm>
            <a:off x="7916553" y="4447982"/>
            <a:ext cx="273196" cy="208909"/>
          </a:xfrm>
          <a:custGeom>
            <a:avLst/>
            <a:gdLst>
              <a:gd name="connsiteX0" fmla="*/ 1433 w 358214"/>
              <a:gd name="connsiteY0" fmla="*/ 174726 h 273920"/>
              <a:gd name="connsiteX1" fmla="*/ 190504 w 358214"/>
              <a:gd name="connsiteY1" fmla="*/ 133 h 273920"/>
              <a:gd name="connsiteX2" fmla="*/ 358144 w 358214"/>
              <a:gd name="connsiteY2" fmla="*/ 131197 h 273920"/>
              <a:gd name="connsiteX3" fmla="*/ 164596 w 358214"/>
              <a:gd name="connsiteY3" fmla="*/ 273881 h 273920"/>
              <a:gd name="connsiteX4" fmla="*/ 1433 w 358214"/>
              <a:gd name="connsiteY4" fmla="*/ 174726 h 27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8214" h="273920">
                <a:moveTo>
                  <a:pt x="1433" y="174726"/>
                </a:moveTo>
                <a:cubicBezTo>
                  <a:pt x="-11807" y="119767"/>
                  <a:pt x="67917" y="-4630"/>
                  <a:pt x="190504" y="133"/>
                </a:cubicBezTo>
                <a:cubicBezTo>
                  <a:pt x="302042" y="4419"/>
                  <a:pt x="360525" y="62712"/>
                  <a:pt x="358144" y="131197"/>
                </a:cubicBezTo>
                <a:cubicBezTo>
                  <a:pt x="355763" y="199682"/>
                  <a:pt x="258417" y="275882"/>
                  <a:pt x="164596" y="273881"/>
                </a:cubicBezTo>
                <a:cubicBezTo>
                  <a:pt x="70775" y="271977"/>
                  <a:pt x="14673" y="229590"/>
                  <a:pt x="1433" y="174726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2" name="任意多边形: 形状 41"/>
          <p:cNvSpPr/>
          <p:nvPr userDrawn="1">
            <p:custDataLst>
              <p:tags r:id="rId34"/>
            </p:custDataLst>
          </p:nvPr>
        </p:nvSpPr>
        <p:spPr>
          <a:xfrm>
            <a:off x="7405086" y="4426154"/>
            <a:ext cx="241701" cy="207846"/>
          </a:xfrm>
          <a:custGeom>
            <a:avLst/>
            <a:gdLst>
              <a:gd name="connsiteX0" fmla="*/ 137012 w 316919"/>
              <a:gd name="connsiteY0" fmla="*/ 1035 h 272527"/>
              <a:gd name="connsiteX1" fmla="*/ 805 w 316919"/>
              <a:gd name="connsiteY1" fmla="*/ 144196 h 272527"/>
              <a:gd name="connsiteX2" fmla="*/ 181589 w 316919"/>
              <a:gd name="connsiteY2" fmla="*/ 271736 h 272527"/>
              <a:gd name="connsiteX3" fmla="*/ 316463 w 316919"/>
              <a:gd name="connsiteY3" fmla="*/ 160770 h 272527"/>
              <a:gd name="connsiteX4" fmla="*/ 137108 w 316919"/>
              <a:gd name="connsiteY4" fmla="*/ 1131 h 272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919" h="272527">
                <a:moveTo>
                  <a:pt x="137012" y="1035"/>
                </a:moveTo>
                <a:cubicBezTo>
                  <a:pt x="39762" y="13704"/>
                  <a:pt x="-6816" y="76188"/>
                  <a:pt x="805" y="144196"/>
                </a:cubicBezTo>
                <a:cubicBezTo>
                  <a:pt x="8329" y="212205"/>
                  <a:pt x="99674" y="280689"/>
                  <a:pt x="181589" y="271736"/>
                </a:cubicBezTo>
                <a:cubicBezTo>
                  <a:pt x="263504" y="262782"/>
                  <a:pt x="309224" y="216300"/>
                  <a:pt x="316463" y="160770"/>
                </a:cubicBezTo>
                <a:cubicBezTo>
                  <a:pt x="323702" y="105144"/>
                  <a:pt x="243978" y="-12776"/>
                  <a:pt x="137108" y="1131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35"/>
            </p:custDataLst>
          </p:nvPr>
        </p:nvSpPr>
        <p:spPr>
          <a:xfrm>
            <a:off x="7462277" y="4430496"/>
            <a:ext cx="676199" cy="226552"/>
          </a:xfrm>
          <a:custGeom>
            <a:avLst/>
            <a:gdLst>
              <a:gd name="connsiteX0" fmla="*/ 587393 w 676167"/>
              <a:gd name="connsiteY0" fmla="*/ 17224 h 226541"/>
              <a:gd name="connsiteX1" fmla="*/ 675577 w 676167"/>
              <a:gd name="connsiteY1" fmla="*/ 113471 h 226541"/>
              <a:gd name="connsiteX2" fmla="*/ 606424 w 676167"/>
              <a:gd name="connsiteY2" fmla="*/ 226209 h 226541"/>
              <a:gd name="connsiteX3" fmla="*/ 518240 w 676167"/>
              <a:gd name="connsiteY3" fmla="*/ 129961 h 226541"/>
              <a:gd name="connsiteX4" fmla="*/ 587393 w 676167"/>
              <a:gd name="connsiteY4" fmla="*/ 17224 h 226541"/>
              <a:gd name="connsiteX5" fmla="*/ 83199 w 676167"/>
              <a:gd name="connsiteY5" fmla="*/ 81 h 226541"/>
              <a:gd name="connsiteX6" fmla="*/ 155912 w 676167"/>
              <a:gd name="connsiteY6" fmla="*/ 108968 h 226541"/>
              <a:gd name="connsiteX7" fmla="*/ 72957 w 676167"/>
              <a:gd name="connsiteY7" fmla="*/ 209938 h 226541"/>
              <a:gd name="connsiteX8" fmla="*/ 172 w 676167"/>
              <a:gd name="connsiteY8" fmla="*/ 101050 h 226541"/>
              <a:gd name="connsiteX9" fmla="*/ 172 w 676167"/>
              <a:gd name="connsiteY9" fmla="*/ 100978 h 226541"/>
              <a:gd name="connsiteX10" fmla="*/ 83199 w 676167"/>
              <a:gd name="connsiteY10" fmla="*/ 81 h 226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76167" h="226541">
                <a:moveTo>
                  <a:pt x="587393" y="17224"/>
                </a:moveTo>
                <a:cubicBezTo>
                  <a:pt x="630832" y="12647"/>
                  <a:pt x="670348" y="55723"/>
                  <a:pt x="675577" y="113471"/>
                </a:cubicBezTo>
                <a:cubicBezTo>
                  <a:pt x="680879" y="171148"/>
                  <a:pt x="649863" y="221633"/>
                  <a:pt x="606424" y="226209"/>
                </a:cubicBezTo>
                <a:cubicBezTo>
                  <a:pt x="562986" y="230785"/>
                  <a:pt x="523542" y="187637"/>
                  <a:pt x="518240" y="129961"/>
                </a:cubicBezTo>
                <a:cubicBezTo>
                  <a:pt x="512936" y="72285"/>
                  <a:pt x="543954" y="21800"/>
                  <a:pt x="587393" y="17224"/>
                </a:cubicBezTo>
                <a:close/>
                <a:moveTo>
                  <a:pt x="83199" y="81"/>
                </a:moveTo>
                <a:cubicBezTo>
                  <a:pt x="126201" y="2260"/>
                  <a:pt x="158744" y="51074"/>
                  <a:pt x="155912" y="108968"/>
                </a:cubicBezTo>
                <a:cubicBezTo>
                  <a:pt x="153079" y="166935"/>
                  <a:pt x="115959" y="212117"/>
                  <a:pt x="72957" y="209938"/>
                </a:cubicBezTo>
                <a:cubicBezTo>
                  <a:pt x="29954" y="207686"/>
                  <a:pt x="-2662" y="158944"/>
                  <a:pt x="172" y="101050"/>
                </a:cubicBezTo>
                <a:lnTo>
                  <a:pt x="172" y="100978"/>
                </a:lnTo>
                <a:cubicBezTo>
                  <a:pt x="3004" y="43084"/>
                  <a:pt x="40197" y="-2171"/>
                  <a:pt x="83199" y="81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36"/>
            </p:custDataLst>
          </p:nvPr>
        </p:nvSpPr>
        <p:spPr>
          <a:xfrm>
            <a:off x="7759624" y="4608843"/>
            <a:ext cx="15988" cy="133955"/>
          </a:xfrm>
          <a:custGeom>
            <a:avLst/>
            <a:gdLst>
              <a:gd name="connsiteX0" fmla="*/ 8963 w 20964"/>
              <a:gd name="connsiteY0" fmla="*/ 0 h 175641"/>
              <a:gd name="connsiteX1" fmla="*/ 20964 w 20964"/>
              <a:gd name="connsiteY1" fmla="*/ 175641 h 175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64" h="175641">
                <a:moveTo>
                  <a:pt x="8963" y="0"/>
                </a:moveTo>
                <a:cubicBezTo>
                  <a:pt x="8963" y="0"/>
                  <a:pt x="-17707" y="139065"/>
                  <a:pt x="20964" y="175641"/>
                </a:cubicBezTo>
              </a:path>
            </a:pathLst>
          </a:custGeom>
          <a:noFill/>
          <a:ln w="22225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37"/>
            </p:custDataLst>
          </p:nvPr>
        </p:nvSpPr>
        <p:spPr>
          <a:xfrm>
            <a:off x="7709596" y="4578831"/>
            <a:ext cx="113354" cy="71438"/>
          </a:xfrm>
          <a:custGeom>
            <a:avLst/>
            <a:gdLst>
              <a:gd name="connsiteX0" fmla="*/ 930 w 148630"/>
              <a:gd name="connsiteY0" fmla="*/ 23255 h 93669"/>
              <a:gd name="connsiteX1" fmla="*/ 62176 w 148630"/>
              <a:gd name="connsiteY1" fmla="*/ 14 h 93669"/>
              <a:gd name="connsiteX2" fmla="*/ 147710 w 148630"/>
              <a:gd name="connsiteY2" fmla="*/ 46115 h 93669"/>
              <a:gd name="connsiteX3" fmla="*/ 69795 w 148630"/>
              <a:gd name="connsiteY3" fmla="*/ 93644 h 93669"/>
              <a:gd name="connsiteX4" fmla="*/ 835 w 148630"/>
              <a:gd name="connsiteY4" fmla="*/ 23159 h 93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630" h="93669">
                <a:moveTo>
                  <a:pt x="930" y="23255"/>
                </a:moveTo>
                <a:cubicBezTo>
                  <a:pt x="930" y="23255"/>
                  <a:pt x="8645" y="-653"/>
                  <a:pt x="62176" y="14"/>
                </a:cubicBezTo>
                <a:cubicBezTo>
                  <a:pt x="115706" y="680"/>
                  <a:pt x="155235" y="18873"/>
                  <a:pt x="147710" y="46115"/>
                </a:cubicBezTo>
                <a:cubicBezTo>
                  <a:pt x="140185" y="73356"/>
                  <a:pt x="96561" y="92311"/>
                  <a:pt x="69795" y="93644"/>
                </a:cubicBezTo>
                <a:cubicBezTo>
                  <a:pt x="43126" y="94978"/>
                  <a:pt x="-7071" y="43733"/>
                  <a:pt x="835" y="23159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6" name="任意多边形: 形状 45"/>
          <p:cNvSpPr/>
          <p:nvPr userDrawn="1">
            <p:custDataLst>
              <p:tags r:id="rId38"/>
            </p:custDataLst>
          </p:nvPr>
        </p:nvSpPr>
        <p:spPr>
          <a:xfrm>
            <a:off x="7653718" y="4677781"/>
            <a:ext cx="235146" cy="62734"/>
          </a:xfrm>
          <a:custGeom>
            <a:avLst/>
            <a:gdLst>
              <a:gd name="connsiteX0" fmla="*/ 0 w 308324"/>
              <a:gd name="connsiteY0" fmla="*/ 0 h 82255"/>
              <a:gd name="connsiteX1" fmla="*/ 130112 w 308324"/>
              <a:gd name="connsiteY1" fmla="*/ 81725 h 82255"/>
              <a:gd name="connsiteX2" fmla="*/ 308325 w 308324"/>
              <a:gd name="connsiteY2" fmla="*/ 6382 h 82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324" h="82255">
                <a:moveTo>
                  <a:pt x="0" y="0"/>
                </a:moveTo>
                <a:cubicBezTo>
                  <a:pt x="0" y="0"/>
                  <a:pt x="65437" y="74486"/>
                  <a:pt x="130112" y="81725"/>
                </a:cubicBezTo>
                <a:cubicBezTo>
                  <a:pt x="172117" y="86487"/>
                  <a:pt x="249936" y="59055"/>
                  <a:pt x="308325" y="6382"/>
                </a:cubicBezTo>
              </a:path>
            </a:pathLst>
          </a:custGeom>
          <a:noFill/>
          <a:ln w="22225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7" name="任意多边形: 形状 46"/>
          <p:cNvSpPr/>
          <p:nvPr userDrawn="1">
            <p:custDataLst>
              <p:tags r:id="rId39"/>
            </p:custDataLst>
          </p:nvPr>
        </p:nvSpPr>
        <p:spPr>
          <a:xfrm>
            <a:off x="7131429" y="4509739"/>
            <a:ext cx="1368224" cy="237964"/>
          </a:xfrm>
          <a:custGeom>
            <a:avLst/>
            <a:gdLst>
              <a:gd name="connsiteX0" fmla="*/ 1126294 w 1368160"/>
              <a:gd name="connsiteY0" fmla="*/ 178522 h 237952"/>
              <a:gd name="connsiteX1" fmla="*/ 1203120 w 1368160"/>
              <a:gd name="connsiteY1" fmla="*/ 187865 h 237952"/>
              <a:gd name="connsiteX2" fmla="*/ 1352758 w 1368160"/>
              <a:gd name="connsiteY2" fmla="*/ 214596 h 237952"/>
              <a:gd name="connsiteX3" fmla="*/ 1357624 w 1368160"/>
              <a:gd name="connsiteY3" fmla="*/ 237913 h 237952"/>
              <a:gd name="connsiteX4" fmla="*/ 1206316 w 1368160"/>
              <a:gd name="connsiteY4" fmla="*/ 223822 h 237952"/>
              <a:gd name="connsiteX5" fmla="*/ 1045927 w 1368160"/>
              <a:gd name="connsiteY5" fmla="*/ 201012 h 237952"/>
              <a:gd name="connsiteX6" fmla="*/ 1048978 w 1368160"/>
              <a:gd name="connsiteY6" fmla="*/ 178712 h 237952"/>
              <a:gd name="connsiteX7" fmla="*/ 1126294 w 1368160"/>
              <a:gd name="connsiteY7" fmla="*/ 178522 h 237952"/>
              <a:gd name="connsiteX8" fmla="*/ 110687 w 1368160"/>
              <a:gd name="connsiteY8" fmla="*/ 144715 h 237952"/>
              <a:gd name="connsiteX9" fmla="*/ 220955 w 1368160"/>
              <a:gd name="connsiteY9" fmla="*/ 154159 h 237952"/>
              <a:gd name="connsiteX10" fmla="*/ 220955 w 1368160"/>
              <a:gd name="connsiteY10" fmla="*/ 172101 h 237952"/>
              <a:gd name="connsiteX11" fmla="*/ 123617 w 1368160"/>
              <a:gd name="connsiteY11" fmla="*/ 175950 h 237952"/>
              <a:gd name="connsiteX12" fmla="*/ 17926 w 1368160"/>
              <a:gd name="connsiteY12" fmla="*/ 182924 h 237952"/>
              <a:gd name="connsiteX13" fmla="*/ 17926 w 1368160"/>
              <a:gd name="connsiteY13" fmla="*/ 182851 h 237952"/>
              <a:gd name="connsiteX14" fmla="*/ 9936 w 1368160"/>
              <a:gd name="connsiteY14" fmla="*/ 163965 h 237952"/>
              <a:gd name="connsiteX15" fmla="*/ 110687 w 1368160"/>
              <a:gd name="connsiteY15" fmla="*/ 144715 h 237952"/>
              <a:gd name="connsiteX16" fmla="*/ 1357625 w 1368160"/>
              <a:gd name="connsiteY16" fmla="*/ 54861 h 237952"/>
              <a:gd name="connsiteX17" fmla="*/ 1357552 w 1368160"/>
              <a:gd name="connsiteY17" fmla="*/ 54933 h 237952"/>
              <a:gd name="connsiteX18" fmla="*/ 1360313 w 1368160"/>
              <a:gd name="connsiteY18" fmla="*/ 75200 h 237952"/>
              <a:gd name="connsiteX19" fmla="*/ 1208132 w 1368160"/>
              <a:gd name="connsiteY19" fmla="*/ 102004 h 237952"/>
              <a:gd name="connsiteX20" fmla="*/ 1081593 w 1368160"/>
              <a:gd name="connsiteY20" fmla="*/ 129753 h 237952"/>
              <a:gd name="connsiteX21" fmla="*/ 1068518 w 1368160"/>
              <a:gd name="connsiteY21" fmla="*/ 124886 h 237952"/>
              <a:gd name="connsiteX22" fmla="*/ 1067283 w 1368160"/>
              <a:gd name="connsiteY22" fmla="*/ 123143 h 237952"/>
              <a:gd name="connsiteX23" fmla="*/ 1071860 w 1368160"/>
              <a:gd name="connsiteY23" fmla="*/ 105564 h 237952"/>
              <a:gd name="connsiteX24" fmla="*/ 1220553 w 1368160"/>
              <a:gd name="connsiteY24" fmla="*/ 64667 h 237952"/>
              <a:gd name="connsiteX25" fmla="*/ 1357625 w 1368160"/>
              <a:gd name="connsiteY25" fmla="*/ 54861 h 237952"/>
              <a:gd name="connsiteX26" fmla="*/ 16329 w 1368160"/>
              <a:gd name="connsiteY26" fmla="*/ 743 h 237952"/>
              <a:gd name="connsiteX27" fmla="*/ 121802 w 1368160"/>
              <a:gd name="connsiteY27" fmla="*/ 40187 h 237952"/>
              <a:gd name="connsiteX28" fmla="*/ 243982 w 1368160"/>
              <a:gd name="connsiteY28" fmla="*/ 100986 h 237952"/>
              <a:gd name="connsiteX29" fmla="*/ 235919 w 1368160"/>
              <a:gd name="connsiteY29" fmla="*/ 114788 h 237952"/>
              <a:gd name="connsiteX30" fmla="*/ 9137 w 1368160"/>
              <a:gd name="connsiteY30" fmla="*/ 26676 h 237952"/>
              <a:gd name="connsiteX31" fmla="*/ 9210 w 1368160"/>
              <a:gd name="connsiteY31" fmla="*/ 26676 h 237952"/>
              <a:gd name="connsiteX32" fmla="*/ 16329 w 1368160"/>
              <a:gd name="connsiteY32" fmla="*/ 743 h 237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368160" h="237952">
                <a:moveTo>
                  <a:pt x="1126294" y="178522"/>
                </a:moveTo>
                <a:cubicBezTo>
                  <a:pt x="1152145" y="180292"/>
                  <a:pt x="1177914" y="183652"/>
                  <a:pt x="1203120" y="187865"/>
                </a:cubicBezTo>
                <a:cubicBezTo>
                  <a:pt x="1230578" y="192441"/>
                  <a:pt x="1325808" y="199923"/>
                  <a:pt x="1352758" y="214596"/>
                </a:cubicBezTo>
                <a:cubicBezTo>
                  <a:pt x="1379708" y="229269"/>
                  <a:pt x="1364525" y="238640"/>
                  <a:pt x="1357624" y="237913"/>
                </a:cubicBezTo>
                <a:cubicBezTo>
                  <a:pt x="1298859" y="231739"/>
                  <a:pt x="1259633" y="231739"/>
                  <a:pt x="1206316" y="223822"/>
                </a:cubicBezTo>
                <a:cubicBezTo>
                  <a:pt x="1152563" y="215831"/>
                  <a:pt x="1099245" y="210747"/>
                  <a:pt x="1045927" y="201012"/>
                </a:cubicBezTo>
                <a:cubicBezTo>
                  <a:pt x="1032489" y="198616"/>
                  <a:pt x="1036992" y="179729"/>
                  <a:pt x="1048978" y="178712"/>
                </a:cubicBezTo>
                <a:cubicBezTo>
                  <a:pt x="1074511" y="176569"/>
                  <a:pt x="1100443" y="176751"/>
                  <a:pt x="1126294" y="178522"/>
                </a:cubicBezTo>
                <a:close/>
                <a:moveTo>
                  <a:pt x="110687" y="144715"/>
                </a:moveTo>
                <a:cubicBezTo>
                  <a:pt x="147588" y="144062"/>
                  <a:pt x="185579" y="142609"/>
                  <a:pt x="220955" y="154159"/>
                </a:cubicBezTo>
                <a:cubicBezTo>
                  <a:pt x="228872" y="156774"/>
                  <a:pt x="230761" y="170648"/>
                  <a:pt x="220955" y="172101"/>
                </a:cubicBezTo>
                <a:cubicBezTo>
                  <a:pt x="188484" y="176895"/>
                  <a:pt x="156377" y="174207"/>
                  <a:pt x="123617" y="175950"/>
                </a:cubicBezTo>
                <a:cubicBezTo>
                  <a:pt x="89040" y="177766"/>
                  <a:pt x="51485" y="173626"/>
                  <a:pt x="17926" y="182924"/>
                </a:cubicBezTo>
                <a:lnTo>
                  <a:pt x="17926" y="182851"/>
                </a:lnTo>
                <a:cubicBezTo>
                  <a:pt x="6812" y="185902"/>
                  <a:pt x="-671" y="169413"/>
                  <a:pt x="9936" y="163965"/>
                </a:cubicBezTo>
                <a:cubicBezTo>
                  <a:pt x="42260" y="147476"/>
                  <a:pt x="74875" y="145370"/>
                  <a:pt x="110687" y="144715"/>
                </a:cubicBezTo>
                <a:close/>
                <a:moveTo>
                  <a:pt x="1357625" y="54861"/>
                </a:moveTo>
                <a:lnTo>
                  <a:pt x="1357552" y="54933"/>
                </a:lnTo>
                <a:cubicBezTo>
                  <a:pt x="1369683" y="55079"/>
                  <a:pt x="1371063" y="71350"/>
                  <a:pt x="1360313" y="75200"/>
                </a:cubicBezTo>
                <a:cubicBezTo>
                  <a:pt x="1311063" y="93070"/>
                  <a:pt x="1266898" y="92198"/>
                  <a:pt x="1208132" y="102004"/>
                </a:cubicBezTo>
                <a:cubicBezTo>
                  <a:pt x="1181691" y="106436"/>
                  <a:pt x="1097646" y="130697"/>
                  <a:pt x="1081593" y="129753"/>
                </a:cubicBezTo>
                <a:cubicBezTo>
                  <a:pt x="1077017" y="131206"/>
                  <a:pt x="1072077" y="129608"/>
                  <a:pt x="1068518" y="124886"/>
                </a:cubicBezTo>
                <a:cubicBezTo>
                  <a:pt x="1068155" y="124305"/>
                  <a:pt x="1067719" y="123724"/>
                  <a:pt x="1067283" y="123143"/>
                </a:cubicBezTo>
                <a:cubicBezTo>
                  <a:pt x="1062853" y="117259"/>
                  <a:pt x="1065975" y="108034"/>
                  <a:pt x="1071860" y="105564"/>
                </a:cubicBezTo>
                <a:cubicBezTo>
                  <a:pt x="1115153" y="87259"/>
                  <a:pt x="1175081" y="71932"/>
                  <a:pt x="1220553" y="64667"/>
                </a:cubicBezTo>
                <a:cubicBezTo>
                  <a:pt x="1265372" y="57476"/>
                  <a:pt x="1312297" y="54207"/>
                  <a:pt x="1357625" y="54861"/>
                </a:cubicBezTo>
                <a:close/>
                <a:moveTo>
                  <a:pt x="16329" y="743"/>
                </a:moveTo>
                <a:cubicBezTo>
                  <a:pt x="51994" y="12221"/>
                  <a:pt x="87080" y="26167"/>
                  <a:pt x="121802" y="40187"/>
                </a:cubicBezTo>
                <a:cubicBezTo>
                  <a:pt x="161826" y="56386"/>
                  <a:pt x="213981" y="67717"/>
                  <a:pt x="243982" y="100986"/>
                </a:cubicBezTo>
                <a:cubicBezTo>
                  <a:pt x="249503" y="107161"/>
                  <a:pt x="244127" y="116676"/>
                  <a:pt x="235919" y="114788"/>
                </a:cubicBezTo>
                <a:cubicBezTo>
                  <a:pt x="156306" y="96483"/>
                  <a:pt x="85118" y="55078"/>
                  <a:pt x="9137" y="26676"/>
                </a:cubicBezTo>
                <a:lnTo>
                  <a:pt x="9210" y="26676"/>
                </a:lnTo>
                <a:cubicBezTo>
                  <a:pt x="-6772" y="20719"/>
                  <a:pt x="-379" y="-4632"/>
                  <a:pt x="16329" y="74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8" name="任意多边形: 形状 47"/>
          <p:cNvSpPr/>
          <p:nvPr userDrawn="1">
            <p:custDataLst>
              <p:tags r:id="rId40"/>
            </p:custDataLst>
          </p:nvPr>
        </p:nvSpPr>
        <p:spPr>
          <a:xfrm>
            <a:off x="5258808" y="4860263"/>
            <a:ext cx="1668572" cy="1495881"/>
          </a:xfrm>
          <a:custGeom>
            <a:avLst/>
            <a:gdLst>
              <a:gd name="connsiteX0" fmla="*/ 2179209 w 2187833"/>
              <a:gd name="connsiteY0" fmla="*/ 1302163 h 1961388"/>
              <a:gd name="connsiteX1" fmla="*/ 1919843 w 2187833"/>
              <a:gd name="connsiteY1" fmla="*/ 760381 h 1961388"/>
              <a:gd name="connsiteX2" fmla="*/ 1809925 w 2187833"/>
              <a:gd name="connsiteY2" fmla="*/ 308896 h 1961388"/>
              <a:gd name="connsiteX3" fmla="*/ 1675050 w 2187833"/>
              <a:gd name="connsiteY3" fmla="*/ 0 h 1961388"/>
              <a:gd name="connsiteX4" fmla="*/ 1093931 w 2187833"/>
              <a:gd name="connsiteY4" fmla="*/ 57055 h 1961388"/>
              <a:gd name="connsiteX5" fmla="*/ 512810 w 2187833"/>
              <a:gd name="connsiteY5" fmla="*/ 0 h 1961388"/>
              <a:gd name="connsiteX6" fmla="*/ 377936 w 2187833"/>
              <a:gd name="connsiteY6" fmla="*/ 308896 h 1961388"/>
              <a:gd name="connsiteX7" fmla="*/ 268017 w 2187833"/>
              <a:gd name="connsiteY7" fmla="*/ 760381 h 1961388"/>
              <a:gd name="connsiteX8" fmla="*/ 8652 w 2187833"/>
              <a:gd name="connsiteY8" fmla="*/ 1302163 h 1961388"/>
              <a:gd name="connsiteX9" fmla="*/ 135144 w 2187833"/>
              <a:gd name="connsiteY9" fmla="*/ 1961388 h 1961388"/>
              <a:gd name="connsiteX10" fmla="*/ 2052717 w 2187833"/>
              <a:gd name="connsiteY10" fmla="*/ 1961388 h 1961388"/>
              <a:gd name="connsiteX11" fmla="*/ 2179209 w 2187833"/>
              <a:gd name="connsiteY11" fmla="*/ 1302163 h 1961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7833" h="1961388">
                <a:moveTo>
                  <a:pt x="2179209" y="1302163"/>
                </a:moveTo>
                <a:cubicBezTo>
                  <a:pt x="2146157" y="1092899"/>
                  <a:pt x="2040906" y="946214"/>
                  <a:pt x="1919843" y="760381"/>
                </a:cubicBezTo>
                <a:cubicBezTo>
                  <a:pt x="1841166" y="639604"/>
                  <a:pt x="1838500" y="517684"/>
                  <a:pt x="1809925" y="308896"/>
                </a:cubicBezTo>
                <a:cubicBezTo>
                  <a:pt x="1781350" y="100203"/>
                  <a:pt x="1675050" y="0"/>
                  <a:pt x="1675050" y="0"/>
                </a:cubicBezTo>
                <a:cubicBezTo>
                  <a:pt x="1675050" y="0"/>
                  <a:pt x="1295479" y="57055"/>
                  <a:pt x="1093931" y="57055"/>
                </a:cubicBezTo>
                <a:cubicBezTo>
                  <a:pt x="892381" y="57055"/>
                  <a:pt x="512810" y="0"/>
                  <a:pt x="512810" y="0"/>
                </a:cubicBezTo>
                <a:cubicBezTo>
                  <a:pt x="512810" y="0"/>
                  <a:pt x="406511" y="100203"/>
                  <a:pt x="377936" y="308896"/>
                </a:cubicBezTo>
                <a:cubicBezTo>
                  <a:pt x="349361" y="517589"/>
                  <a:pt x="346789" y="639604"/>
                  <a:pt x="268017" y="760381"/>
                </a:cubicBezTo>
                <a:cubicBezTo>
                  <a:pt x="146955" y="946214"/>
                  <a:pt x="41703" y="1092899"/>
                  <a:pt x="8652" y="1302163"/>
                </a:cubicBezTo>
                <a:cubicBezTo>
                  <a:pt x="-40402" y="1612868"/>
                  <a:pt x="135144" y="1961388"/>
                  <a:pt x="135144" y="1961388"/>
                </a:cubicBezTo>
                <a:lnTo>
                  <a:pt x="2052717" y="1961388"/>
                </a:lnTo>
                <a:cubicBezTo>
                  <a:pt x="2052717" y="1961388"/>
                  <a:pt x="2228167" y="1612868"/>
                  <a:pt x="2179209" y="1302163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9" name="任意多边形: 形状 48"/>
          <p:cNvSpPr/>
          <p:nvPr userDrawn="1">
            <p:custDataLst>
              <p:tags r:id="rId41"/>
            </p:custDataLst>
          </p:nvPr>
        </p:nvSpPr>
        <p:spPr>
          <a:xfrm>
            <a:off x="5595091" y="4889466"/>
            <a:ext cx="995881" cy="1466748"/>
          </a:xfrm>
          <a:custGeom>
            <a:avLst/>
            <a:gdLst>
              <a:gd name="connsiteX0" fmla="*/ 1301172 w 1305799"/>
              <a:gd name="connsiteY0" fmla="*/ 1582388 h 1923192"/>
              <a:gd name="connsiteX1" fmla="*/ 1074667 w 1305799"/>
              <a:gd name="connsiteY1" fmla="*/ 729520 h 1923192"/>
              <a:gd name="connsiteX2" fmla="*/ 932649 w 1305799"/>
              <a:gd name="connsiteY2" fmla="*/ 0 h 1923192"/>
              <a:gd name="connsiteX3" fmla="*/ 652995 w 1305799"/>
              <a:gd name="connsiteY3" fmla="*/ 18764 h 1923192"/>
              <a:gd name="connsiteX4" fmla="*/ 373341 w 1305799"/>
              <a:gd name="connsiteY4" fmla="*/ 0 h 1923192"/>
              <a:gd name="connsiteX5" fmla="*/ 231324 w 1305799"/>
              <a:gd name="connsiteY5" fmla="*/ 729520 h 1923192"/>
              <a:gd name="connsiteX6" fmla="*/ 4819 w 1305799"/>
              <a:gd name="connsiteY6" fmla="*/ 1582388 h 1923192"/>
              <a:gd name="connsiteX7" fmla="*/ 38823 w 1305799"/>
              <a:gd name="connsiteY7" fmla="*/ 1923193 h 1923192"/>
              <a:gd name="connsiteX8" fmla="*/ 1266977 w 1305799"/>
              <a:gd name="connsiteY8" fmla="*/ 1923193 h 1923192"/>
              <a:gd name="connsiteX9" fmla="*/ 1300981 w 1305799"/>
              <a:gd name="connsiteY9" fmla="*/ 1582388 h 1923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05799" h="1923192">
                <a:moveTo>
                  <a:pt x="1301172" y="1582388"/>
                </a:moveTo>
                <a:cubicBezTo>
                  <a:pt x="1272215" y="1302925"/>
                  <a:pt x="1204779" y="980123"/>
                  <a:pt x="1074667" y="729520"/>
                </a:cubicBezTo>
                <a:cubicBezTo>
                  <a:pt x="956271" y="501491"/>
                  <a:pt x="1049235" y="118015"/>
                  <a:pt x="932649" y="0"/>
                </a:cubicBezTo>
                <a:cubicBezTo>
                  <a:pt x="834256" y="10382"/>
                  <a:pt x="730433" y="18764"/>
                  <a:pt x="652995" y="18764"/>
                </a:cubicBezTo>
                <a:cubicBezTo>
                  <a:pt x="575557" y="18764"/>
                  <a:pt x="471734" y="10287"/>
                  <a:pt x="373341" y="0"/>
                </a:cubicBezTo>
                <a:cubicBezTo>
                  <a:pt x="256755" y="118110"/>
                  <a:pt x="349719" y="501587"/>
                  <a:pt x="231324" y="729520"/>
                </a:cubicBezTo>
                <a:cubicBezTo>
                  <a:pt x="101212" y="980123"/>
                  <a:pt x="33775" y="1302925"/>
                  <a:pt x="4819" y="1582388"/>
                </a:cubicBezTo>
                <a:cubicBezTo>
                  <a:pt x="-10421" y="1729550"/>
                  <a:pt x="13106" y="1845945"/>
                  <a:pt x="38823" y="1923193"/>
                </a:cubicBezTo>
                <a:lnTo>
                  <a:pt x="1266977" y="1923193"/>
                </a:lnTo>
                <a:cubicBezTo>
                  <a:pt x="1292694" y="1845945"/>
                  <a:pt x="1316221" y="1729550"/>
                  <a:pt x="1300981" y="1582388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0" name="任意多边形: 形状 49"/>
          <p:cNvSpPr/>
          <p:nvPr userDrawn="1">
            <p:custDataLst>
              <p:tags r:id="rId42"/>
            </p:custDataLst>
          </p:nvPr>
        </p:nvSpPr>
        <p:spPr>
          <a:xfrm>
            <a:off x="5864923" y="5031936"/>
            <a:ext cx="317131" cy="226196"/>
          </a:xfrm>
          <a:custGeom>
            <a:avLst/>
            <a:gdLst>
              <a:gd name="connsiteX0" fmla="*/ 397675 w 415823"/>
              <a:gd name="connsiteY0" fmla="*/ 203718 h 296588"/>
              <a:gd name="connsiteX1" fmla="*/ 324428 w 415823"/>
              <a:gd name="connsiteY1" fmla="*/ 241913 h 296588"/>
              <a:gd name="connsiteX2" fmla="*/ 271183 w 415823"/>
              <a:gd name="connsiteY2" fmla="*/ 173619 h 296588"/>
              <a:gd name="connsiteX3" fmla="*/ 238893 w 415823"/>
              <a:gd name="connsiteY3" fmla="*/ 169428 h 296588"/>
              <a:gd name="connsiteX4" fmla="*/ 200317 w 415823"/>
              <a:gd name="connsiteY4" fmla="*/ 233436 h 296588"/>
              <a:gd name="connsiteX5" fmla="*/ 174123 w 415823"/>
              <a:gd name="connsiteY5" fmla="*/ 185240 h 296588"/>
              <a:gd name="connsiteX6" fmla="*/ 154788 w 415823"/>
              <a:gd name="connsiteY6" fmla="*/ 135233 h 296588"/>
              <a:gd name="connsiteX7" fmla="*/ 120497 w 415823"/>
              <a:gd name="connsiteY7" fmla="*/ 130757 h 296588"/>
              <a:gd name="connsiteX8" fmla="*/ 100114 w 415823"/>
              <a:gd name="connsiteY8" fmla="*/ 178001 h 296588"/>
              <a:gd name="connsiteX9" fmla="*/ 57728 w 415823"/>
              <a:gd name="connsiteY9" fmla="*/ 141806 h 296588"/>
              <a:gd name="connsiteX10" fmla="*/ 42583 w 415823"/>
              <a:gd name="connsiteY10" fmla="*/ 13504 h 296588"/>
              <a:gd name="connsiteX11" fmla="*/ 15151 w 415823"/>
              <a:gd name="connsiteY11" fmla="*/ 9789 h 296588"/>
              <a:gd name="connsiteX12" fmla="*/ 34868 w 415823"/>
              <a:gd name="connsiteY12" fmla="*/ 223340 h 296588"/>
              <a:gd name="connsiteX13" fmla="*/ 114211 w 415823"/>
              <a:gd name="connsiteY13" fmla="*/ 237532 h 296588"/>
              <a:gd name="connsiteX14" fmla="*/ 139643 w 415823"/>
              <a:gd name="connsiteY14" fmla="*/ 207623 h 296588"/>
              <a:gd name="connsiteX15" fmla="*/ 185553 w 415823"/>
              <a:gd name="connsiteY15" fmla="*/ 286395 h 296588"/>
              <a:gd name="connsiteX16" fmla="*/ 243656 w 415823"/>
              <a:gd name="connsiteY16" fmla="*/ 268202 h 296588"/>
              <a:gd name="connsiteX17" fmla="*/ 256038 w 415823"/>
              <a:gd name="connsiteY17" fmla="*/ 237627 h 296588"/>
              <a:gd name="connsiteX18" fmla="*/ 277756 w 415823"/>
              <a:gd name="connsiteY18" fmla="*/ 267821 h 296588"/>
              <a:gd name="connsiteX19" fmla="*/ 336239 w 415823"/>
              <a:gd name="connsiteY19" fmla="*/ 296396 h 296588"/>
              <a:gd name="connsiteX20" fmla="*/ 415773 w 415823"/>
              <a:gd name="connsiteY20" fmla="*/ 211148 h 296588"/>
              <a:gd name="connsiteX21" fmla="*/ 397866 w 415823"/>
              <a:gd name="connsiteY21" fmla="*/ 203718 h 296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15823" h="296588">
                <a:moveTo>
                  <a:pt x="397675" y="203718"/>
                </a:moveTo>
                <a:cubicBezTo>
                  <a:pt x="379768" y="218196"/>
                  <a:pt x="346621" y="256963"/>
                  <a:pt x="324428" y="241913"/>
                </a:cubicBezTo>
                <a:cubicBezTo>
                  <a:pt x="299948" y="225340"/>
                  <a:pt x="293376" y="192479"/>
                  <a:pt x="271183" y="173619"/>
                </a:cubicBezTo>
                <a:cubicBezTo>
                  <a:pt x="261277" y="165237"/>
                  <a:pt x="250609" y="163999"/>
                  <a:pt x="238893" y="169428"/>
                </a:cubicBezTo>
                <a:cubicBezTo>
                  <a:pt x="213652" y="181144"/>
                  <a:pt x="212033" y="211814"/>
                  <a:pt x="200317" y="233436"/>
                </a:cubicBezTo>
                <a:cubicBezTo>
                  <a:pt x="201365" y="231531"/>
                  <a:pt x="179457" y="195241"/>
                  <a:pt x="174123" y="185240"/>
                </a:cubicBezTo>
                <a:cubicBezTo>
                  <a:pt x="165265" y="168380"/>
                  <a:pt x="160407" y="153140"/>
                  <a:pt x="154788" y="135233"/>
                </a:cubicBezTo>
                <a:cubicBezTo>
                  <a:pt x="150216" y="120374"/>
                  <a:pt x="128499" y="115898"/>
                  <a:pt x="120497" y="130757"/>
                </a:cubicBezTo>
                <a:cubicBezTo>
                  <a:pt x="112306" y="145997"/>
                  <a:pt x="107068" y="162094"/>
                  <a:pt x="100114" y="178001"/>
                </a:cubicBezTo>
                <a:cubicBezTo>
                  <a:pt x="86303" y="209433"/>
                  <a:pt x="61824" y="151616"/>
                  <a:pt x="57728" y="141806"/>
                </a:cubicBezTo>
                <a:cubicBezTo>
                  <a:pt x="42202" y="104468"/>
                  <a:pt x="38678" y="53699"/>
                  <a:pt x="42583" y="13504"/>
                </a:cubicBezTo>
                <a:cubicBezTo>
                  <a:pt x="44202" y="-2593"/>
                  <a:pt x="19437" y="-4879"/>
                  <a:pt x="15151" y="9789"/>
                </a:cubicBezTo>
                <a:cubicBezTo>
                  <a:pt x="-1137" y="65606"/>
                  <a:pt x="-15424" y="178572"/>
                  <a:pt x="34868" y="223340"/>
                </a:cubicBezTo>
                <a:cubicBezTo>
                  <a:pt x="59633" y="245438"/>
                  <a:pt x="83636" y="250962"/>
                  <a:pt x="114211" y="237532"/>
                </a:cubicBezTo>
                <a:cubicBezTo>
                  <a:pt x="127070" y="231912"/>
                  <a:pt x="134595" y="220768"/>
                  <a:pt x="139643" y="207623"/>
                </a:cubicBezTo>
                <a:cubicBezTo>
                  <a:pt x="147549" y="238103"/>
                  <a:pt x="156693" y="267821"/>
                  <a:pt x="185553" y="286395"/>
                </a:cubicBezTo>
                <a:cubicBezTo>
                  <a:pt x="205651" y="299349"/>
                  <a:pt x="231940" y="285538"/>
                  <a:pt x="243656" y="268202"/>
                </a:cubicBezTo>
                <a:cubicBezTo>
                  <a:pt x="247371" y="262678"/>
                  <a:pt x="251847" y="249438"/>
                  <a:pt x="256038" y="237627"/>
                </a:cubicBezTo>
                <a:cubicBezTo>
                  <a:pt x="263087" y="248009"/>
                  <a:pt x="269754" y="258868"/>
                  <a:pt x="277756" y="267821"/>
                </a:cubicBezTo>
                <a:cubicBezTo>
                  <a:pt x="292900" y="284776"/>
                  <a:pt x="314046" y="294682"/>
                  <a:pt x="336239" y="296396"/>
                </a:cubicBezTo>
                <a:cubicBezTo>
                  <a:pt x="381864" y="300111"/>
                  <a:pt x="412249" y="249057"/>
                  <a:pt x="415773" y="211148"/>
                </a:cubicBezTo>
                <a:cubicBezTo>
                  <a:pt x="416725" y="201051"/>
                  <a:pt x="404152" y="198670"/>
                  <a:pt x="397866" y="20371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1" name="任意多边形: 形状 50"/>
          <p:cNvSpPr/>
          <p:nvPr userDrawn="1">
            <p:custDataLst>
              <p:tags r:id="rId43"/>
            </p:custDataLst>
          </p:nvPr>
        </p:nvSpPr>
        <p:spPr>
          <a:xfrm>
            <a:off x="6238105" y="5040070"/>
            <a:ext cx="84688" cy="165113"/>
          </a:xfrm>
          <a:custGeom>
            <a:avLst/>
            <a:gdLst>
              <a:gd name="connsiteX0" fmla="*/ 108973 w 111043"/>
              <a:gd name="connsiteY0" fmla="*/ 10363 h 216496"/>
              <a:gd name="connsiteX1" fmla="*/ 88399 w 111043"/>
              <a:gd name="connsiteY1" fmla="*/ 7600 h 216496"/>
              <a:gd name="connsiteX2" fmla="*/ 49061 w 111043"/>
              <a:gd name="connsiteY2" fmla="*/ 111423 h 216496"/>
              <a:gd name="connsiteX3" fmla="*/ 26582 w 111043"/>
              <a:gd name="connsiteY3" fmla="*/ 156381 h 216496"/>
              <a:gd name="connsiteX4" fmla="*/ 1436 w 111043"/>
              <a:gd name="connsiteY4" fmla="*/ 203530 h 216496"/>
              <a:gd name="connsiteX5" fmla="*/ 11247 w 111043"/>
              <a:gd name="connsiteY5" fmla="*/ 216388 h 216496"/>
              <a:gd name="connsiteX6" fmla="*/ 108878 w 111043"/>
              <a:gd name="connsiteY6" fmla="*/ 10363 h 216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043" h="216496">
                <a:moveTo>
                  <a:pt x="108973" y="10363"/>
                </a:moveTo>
                <a:cubicBezTo>
                  <a:pt x="107640" y="-591"/>
                  <a:pt x="91257" y="-4877"/>
                  <a:pt x="88399" y="7600"/>
                </a:cubicBezTo>
                <a:cubicBezTo>
                  <a:pt x="79922" y="43700"/>
                  <a:pt x="62396" y="76942"/>
                  <a:pt x="49061" y="111423"/>
                </a:cubicBezTo>
                <a:cubicBezTo>
                  <a:pt x="42965" y="127330"/>
                  <a:pt x="35631" y="141998"/>
                  <a:pt x="26582" y="156381"/>
                </a:cubicBezTo>
                <a:cubicBezTo>
                  <a:pt x="16962" y="171526"/>
                  <a:pt x="11247" y="188385"/>
                  <a:pt x="1436" y="203530"/>
                </a:cubicBezTo>
                <a:cubicBezTo>
                  <a:pt x="-3231" y="210673"/>
                  <a:pt x="4389" y="217436"/>
                  <a:pt x="11247" y="216388"/>
                </a:cubicBezTo>
                <a:cubicBezTo>
                  <a:pt x="101067" y="202482"/>
                  <a:pt x="117927" y="85324"/>
                  <a:pt x="108878" y="1036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2" name="任意多边形: 形状 51"/>
          <p:cNvSpPr/>
          <p:nvPr userDrawn="1">
            <p:custDataLst>
              <p:tags r:id="rId44"/>
            </p:custDataLst>
          </p:nvPr>
        </p:nvSpPr>
        <p:spPr>
          <a:xfrm>
            <a:off x="5438858" y="4030164"/>
            <a:ext cx="1308490" cy="921194"/>
          </a:xfrm>
          <a:custGeom>
            <a:avLst/>
            <a:gdLst>
              <a:gd name="connsiteX0" fmla="*/ 1647469 w 1715693"/>
              <a:gd name="connsiteY0" fmla="*/ 544925 h 1207865"/>
              <a:gd name="connsiteX1" fmla="*/ 1261326 w 1715693"/>
              <a:gd name="connsiteY1" fmla="*/ 48482 h 1207865"/>
              <a:gd name="connsiteX2" fmla="*/ 857847 w 1715693"/>
              <a:gd name="connsiteY2" fmla="*/ 0 h 1207865"/>
              <a:gd name="connsiteX3" fmla="*/ 454368 w 1715693"/>
              <a:gd name="connsiteY3" fmla="*/ 48482 h 1207865"/>
              <a:gd name="connsiteX4" fmla="*/ 68224 w 1715693"/>
              <a:gd name="connsiteY4" fmla="*/ 544925 h 1207865"/>
              <a:gd name="connsiteX5" fmla="*/ 14884 w 1715693"/>
              <a:gd name="connsiteY5" fmla="*/ 897064 h 1207865"/>
              <a:gd name="connsiteX6" fmla="*/ 857847 w 1715693"/>
              <a:gd name="connsiteY6" fmla="*/ 1207865 h 1207865"/>
              <a:gd name="connsiteX7" fmla="*/ 1700809 w 1715693"/>
              <a:gd name="connsiteY7" fmla="*/ 897064 h 1207865"/>
              <a:gd name="connsiteX8" fmla="*/ 1647469 w 1715693"/>
              <a:gd name="connsiteY8" fmla="*/ 544925 h 120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5693" h="1207865">
                <a:moveTo>
                  <a:pt x="1647469" y="544925"/>
                </a:moveTo>
                <a:cubicBezTo>
                  <a:pt x="1567650" y="302990"/>
                  <a:pt x="1403343" y="82105"/>
                  <a:pt x="1261326" y="48482"/>
                </a:cubicBezTo>
                <a:cubicBezTo>
                  <a:pt x="1094734" y="9049"/>
                  <a:pt x="943191" y="0"/>
                  <a:pt x="857847" y="0"/>
                </a:cubicBezTo>
                <a:cubicBezTo>
                  <a:pt x="772503" y="0"/>
                  <a:pt x="620960" y="9144"/>
                  <a:pt x="454368" y="48482"/>
                </a:cubicBezTo>
                <a:cubicBezTo>
                  <a:pt x="312350" y="82105"/>
                  <a:pt x="148044" y="302990"/>
                  <a:pt x="68224" y="544925"/>
                </a:cubicBezTo>
                <a:cubicBezTo>
                  <a:pt x="26600" y="671132"/>
                  <a:pt x="-26264" y="780193"/>
                  <a:pt x="14884" y="897064"/>
                </a:cubicBezTo>
                <a:cubicBezTo>
                  <a:pt x="113182" y="1176147"/>
                  <a:pt x="617721" y="1207865"/>
                  <a:pt x="857847" y="1207865"/>
                </a:cubicBezTo>
                <a:cubicBezTo>
                  <a:pt x="1097972" y="1207865"/>
                  <a:pt x="1602511" y="1176147"/>
                  <a:pt x="1700809" y="897064"/>
                </a:cubicBezTo>
                <a:cubicBezTo>
                  <a:pt x="1741957" y="780193"/>
                  <a:pt x="1689093" y="671132"/>
                  <a:pt x="1647469" y="544925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3" name="任意多边形: 形状 52"/>
          <p:cNvSpPr/>
          <p:nvPr userDrawn="1">
            <p:custDataLst>
              <p:tags r:id="rId45"/>
            </p:custDataLst>
          </p:nvPr>
        </p:nvSpPr>
        <p:spPr>
          <a:xfrm>
            <a:off x="5490963" y="4192958"/>
            <a:ext cx="1204425" cy="758400"/>
          </a:xfrm>
          <a:custGeom>
            <a:avLst/>
            <a:gdLst>
              <a:gd name="connsiteX0" fmla="*/ 1285780 w 1579244"/>
              <a:gd name="connsiteY0" fmla="*/ 558641 h 994410"/>
              <a:gd name="connsiteX1" fmla="*/ 938975 w 1579244"/>
              <a:gd name="connsiteY1" fmla="*/ 490442 h 994410"/>
              <a:gd name="connsiteX2" fmla="*/ 789622 w 1579244"/>
              <a:gd name="connsiteY2" fmla="*/ 0 h 994410"/>
              <a:gd name="connsiteX3" fmla="*/ 640271 w 1579244"/>
              <a:gd name="connsiteY3" fmla="*/ 490442 h 994410"/>
              <a:gd name="connsiteX4" fmla="*/ 293465 w 1579244"/>
              <a:gd name="connsiteY4" fmla="*/ 558641 h 994410"/>
              <a:gd name="connsiteX5" fmla="*/ 0 w 1579244"/>
              <a:gd name="connsiteY5" fmla="*/ 773430 h 994410"/>
              <a:gd name="connsiteX6" fmla="*/ 789622 w 1579244"/>
              <a:gd name="connsiteY6" fmla="*/ 994410 h 994410"/>
              <a:gd name="connsiteX7" fmla="*/ 1579245 w 1579244"/>
              <a:gd name="connsiteY7" fmla="*/ 773430 h 994410"/>
              <a:gd name="connsiteX8" fmla="*/ 1285780 w 1579244"/>
              <a:gd name="connsiteY8" fmla="*/ 558641 h 99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9244" h="994410">
                <a:moveTo>
                  <a:pt x="1285780" y="558641"/>
                </a:moveTo>
                <a:cubicBezTo>
                  <a:pt x="1072419" y="564356"/>
                  <a:pt x="954977" y="587026"/>
                  <a:pt x="938975" y="490442"/>
                </a:cubicBezTo>
                <a:cubicBezTo>
                  <a:pt x="925639" y="409861"/>
                  <a:pt x="885634" y="0"/>
                  <a:pt x="789622" y="0"/>
                </a:cubicBezTo>
                <a:cubicBezTo>
                  <a:pt x="693610" y="0"/>
                  <a:pt x="653605" y="409861"/>
                  <a:pt x="640271" y="490442"/>
                </a:cubicBezTo>
                <a:cubicBezTo>
                  <a:pt x="624268" y="587026"/>
                  <a:pt x="506921" y="564261"/>
                  <a:pt x="293465" y="558641"/>
                </a:cubicBezTo>
                <a:cubicBezTo>
                  <a:pt x="129730" y="554260"/>
                  <a:pt x="35242" y="703612"/>
                  <a:pt x="0" y="773430"/>
                </a:cubicBezTo>
                <a:cubicBezTo>
                  <a:pt x="171355" y="969455"/>
                  <a:pt x="458819" y="994410"/>
                  <a:pt x="789622" y="994410"/>
                </a:cubicBezTo>
                <a:cubicBezTo>
                  <a:pt x="1120426" y="994410"/>
                  <a:pt x="1407890" y="969455"/>
                  <a:pt x="1579245" y="773430"/>
                </a:cubicBezTo>
                <a:cubicBezTo>
                  <a:pt x="1544098" y="703612"/>
                  <a:pt x="1449514" y="554260"/>
                  <a:pt x="1285780" y="558641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4" name="任意多边形: 形状 53"/>
          <p:cNvSpPr/>
          <p:nvPr userDrawn="1">
            <p:custDataLst>
              <p:tags r:id="rId46"/>
            </p:custDataLst>
          </p:nvPr>
        </p:nvSpPr>
        <p:spPr>
          <a:xfrm>
            <a:off x="5846032" y="4950818"/>
            <a:ext cx="356460" cy="17082"/>
          </a:xfrm>
          <a:custGeom>
            <a:avLst/>
            <a:gdLst>
              <a:gd name="connsiteX0" fmla="*/ 0 w 467391"/>
              <a:gd name="connsiteY0" fmla="*/ 0 h 22398"/>
              <a:gd name="connsiteX1" fmla="*/ 467392 w 467391"/>
              <a:gd name="connsiteY1" fmla="*/ 14478 h 22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67391" h="22398">
                <a:moveTo>
                  <a:pt x="0" y="0"/>
                </a:moveTo>
                <a:cubicBezTo>
                  <a:pt x="0" y="0"/>
                  <a:pt x="149352" y="38576"/>
                  <a:pt x="467392" y="14478"/>
                </a:cubicBezTo>
              </a:path>
            </a:pathLst>
          </a:custGeom>
          <a:noFill/>
          <a:ln w="22225" cap="rnd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5" name="任意多边形: 形状 54"/>
          <p:cNvSpPr/>
          <p:nvPr userDrawn="1">
            <p:custDataLst>
              <p:tags r:id="rId47"/>
            </p:custDataLst>
          </p:nvPr>
        </p:nvSpPr>
        <p:spPr>
          <a:xfrm>
            <a:off x="5662775" y="4352741"/>
            <a:ext cx="279097" cy="227501"/>
          </a:xfrm>
          <a:custGeom>
            <a:avLst/>
            <a:gdLst>
              <a:gd name="connsiteX0" fmla="*/ 6349 w 365952"/>
              <a:gd name="connsiteY0" fmla="*/ 118058 h 298299"/>
              <a:gd name="connsiteX1" fmla="*/ 221804 w 365952"/>
              <a:gd name="connsiteY1" fmla="*/ 7568 h 298299"/>
              <a:gd name="connsiteX2" fmla="*/ 365441 w 365952"/>
              <a:gd name="connsiteY2" fmla="*/ 211974 h 298299"/>
              <a:gd name="connsiteX3" fmla="*/ 144461 w 365952"/>
              <a:gd name="connsiteY3" fmla="*/ 283793 h 298299"/>
              <a:gd name="connsiteX4" fmla="*/ 6349 w 365952"/>
              <a:gd name="connsiteY4" fmla="*/ 118058 h 29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952" h="298299">
                <a:moveTo>
                  <a:pt x="6349" y="118058"/>
                </a:moveTo>
                <a:cubicBezTo>
                  <a:pt x="28447" y="57288"/>
                  <a:pt x="111314" y="-25579"/>
                  <a:pt x="221804" y="7568"/>
                </a:cubicBezTo>
                <a:cubicBezTo>
                  <a:pt x="332294" y="40715"/>
                  <a:pt x="370966" y="162254"/>
                  <a:pt x="365441" y="211974"/>
                </a:cubicBezTo>
                <a:cubicBezTo>
                  <a:pt x="359917" y="261695"/>
                  <a:pt x="271524" y="327989"/>
                  <a:pt x="144461" y="283793"/>
                </a:cubicBezTo>
                <a:cubicBezTo>
                  <a:pt x="17398" y="239597"/>
                  <a:pt x="-15749" y="178827"/>
                  <a:pt x="6349" y="118058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6" name="任意多边形: 形状 55"/>
          <p:cNvSpPr/>
          <p:nvPr userDrawn="1">
            <p:custDataLst>
              <p:tags r:id="rId48"/>
            </p:custDataLst>
          </p:nvPr>
        </p:nvSpPr>
        <p:spPr>
          <a:xfrm>
            <a:off x="6244408" y="4352741"/>
            <a:ext cx="279097" cy="227501"/>
          </a:xfrm>
          <a:custGeom>
            <a:avLst/>
            <a:gdLst>
              <a:gd name="connsiteX0" fmla="*/ 359604 w 365952"/>
              <a:gd name="connsiteY0" fmla="*/ 118058 h 298299"/>
              <a:gd name="connsiteX1" fmla="*/ 144148 w 365952"/>
              <a:gd name="connsiteY1" fmla="*/ 7568 h 298299"/>
              <a:gd name="connsiteX2" fmla="*/ 511 w 365952"/>
              <a:gd name="connsiteY2" fmla="*/ 211974 h 298299"/>
              <a:gd name="connsiteX3" fmla="*/ 221491 w 365952"/>
              <a:gd name="connsiteY3" fmla="*/ 283793 h 298299"/>
              <a:gd name="connsiteX4" fmla="*/ 359604 w 365952"/>
              <a:gd name="connsiteY4" fmla="*/ 118058 h 29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952" h="298299">
                <a:moveTo>
                  <a:pt x="359604" y="118058"/>
                </a:moveTo>
                <a:cubicBezTo>
                  <a:pt x="337506" y="57288"/>
                  <a:pt x="254639" y="-25579"/>
                  <a:pt x="144148" y="7568"/>
                </a:cubicBezTo>
                <a:cubicBezTo>
                  <a:pt x="33659" y="40715"/>
                  <a:pt x="-5013" y="162254"/>
                  <a:pt x="511" y="211974"/>
                </a:cubicBezTo>
                <a:cubicBezTo>
                  <a:pt x="6036" y="261695"/>
                  <a:pt x="94428" y="327989"/>
                  <a:pt x="221491" y="283793"/>
                </a:cubicBezTo>
                <a:cubicBezTo>
                  <a:pt x="348555" y="239597"/>
                  <a:pt x="381702" y="178827"/>
                  <a:pt x="359604" y="118058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7" name="任意多边形: 形状 56"/>
          <p:cNvSpPr/>
          <p:nvPr userDrawn="1">
            <p:custDataLst>
              <p:tags r:id="rId49"/>
            </p:custDataLst>
          </p:nvPr>
        </p:nvSpPr>
        <p:spPr>
          <a:xfrm>
            <a:off x="5298531" y="4476211"/>
            <a:ext cx="1589219" cy="214953"/>
          </a:xfrm>
          <a:custGeom>
            <a:avLst/>
            <a:gdLst>
              <a:gd name="connsiteX0" fmla="*/ 1383352 w 1589145"/>
              <a:gd name="connsiteY0" fmla="*/ 131830 h 214943"/>
              <a:gd name="connsiteX1" fmla="*/ 1577304 w 1589145"/>
              <a:gd name="connsiteY1" fmla="*/ 190301 h 214943"/>
              <a:gd name="connsiteX2" fmla="*/ 1570549 w 1589145"/>
              <a:gd name="connsiteY2" fmla="*/ 214708 h 214943"/>
              <a:gd name="connsiteX3" fmla="*/ 1314420 w 1589145"/>
              <a:gd name="connsiteY3" fmla="*/ 152673 h 214943"/>
              <a:gd name="connsiteX4" fmla="*/ 1314420 w 1589145"/>
              <a:gd name="connsiteY4" fmla="*/ 134368 h 214943"/>
              <a:gd name="connsiteX5" fmla="*/ 1383352 w 1589145"/>
              <a:gd name="connsiteY5" fmla="*/ 131830 h 214943"/>
              <a:gd name="connsiteX6" fmla="*/ 205792 w 1589145"/>
              <a:gd name="connsiteY6" fmla="*/ 131830 h 214943"/>
              <a:gd name="connsiteX7" fmla="*/ 274725 w 1589145"/>
              <a:gd name="connsiteY7" fmla="*/ 134368 h 214943"/>
              <a:gd name="connsiteX8" fmla="*/ 274725 w 1589145"/>
              <a:gd name="connsiteY8" fmla="*/ 152673 h 214943"/>
              <a:gd name="connsiteX9" fmla="*/ 18596 w 1589145"/>
              <a:gd name="connsiteY9" fmla="*/ 214708 h 214943"/>
              <a:gd name="connsiteX10" fmla="*/ 11840 w 1589145"/>
              <a:gd name="connsiteY10" fmla="*/ 190301 h 214943"/>
              <a:gd name="connsiteX11" fmla="*/ 205792 w 1589145"/>
              <a:gd name="connsiteY11" fmla="*/ 131830 h 214943"/>
              <a:gd name="connsiteX12" fmla="*/ 97292 w 1589145"/>
              <a:gd name="connsiteY12" fmla="*/ 548 h 214943"/>
              <a:gd name="connsiteX13" fmla="*/ 178622 w 1589145"/>
              <a:gd name="connsiteY13" fmla="*/ 10736 h 214943"/>
              <a:gd name="connsiteX14" fmla="*/ 293030 w 1589145"/>
              <a:gd name="connsiteY14" fmla="*/ 60857 h 214943"/>
              <a:gd name="connsiteX15" fmla="*/ 293102 w 1589145"/>
              <a:gd name="connsiteY15" fmla="*/ 60857 h 214943"/>
              <a:gd name="connsiteX16" fmla="*/ 289107 w 1589145"/>
              <a:gd name="connsiteY16" fmla="*/ 75603 h 214943"/>
              <a:gd name="connsiteX17" fmla="*/ 181455 w 1589145"/>
              <a:gd name="connsiteY17" fmla="*/ 61947 h 214943"/>
              <a:gd name="connsiteX18" fmla="*/ 15255 w 1589145"/>
              <a:gd name="connsiteY18" fmla="*/ 32963 h 214943"/>
              <a:gd name="connsiteX19" fmla="*/ 15255 w 1589145"/>
              <a:gd name="connsiteY19" fmla="*/ 1365 h 214943"/>
              <a:gd name="connsiteX20" fmla="*/ 97292 w 1589145"/>
              <a:gd name="connsiteY20" fmla="*/ 548 h 214943"/>
              <a:gd name="connsiteX21" fmla="*/ 1491853 w 1589145"/>
              <a:gd name="connsiteY21" fmla="*/ 548 h 214943"/>
              <a:gd name="connsiteX22" fmla="*/ 1573891 w 1589145"/>
              <a:gd name="connsiteY22" fmla="*/ 1365 h 214943"/>
              <a:gd name="connsiteX23" fmla="*/ 1573891 w 1589145"/>
              <a:gd name="connsiteY23" fmla="*/ 32963 h 214943"/>
              <a:gd name="connsiteX24" fmla="*/ 1407691 w 1589145"/>
              <a:gd name="connsiteY24" fmla="*/ 61947 h 214943"/>
              <a:gd name="connsiteX25" fmla="*/ 1300038 w 1589145"/>
              <a:gd name="connsiteY25" fmla="*/ 75603 h 214943"/>
              <a:gd name="connsiteX26" fmla="*/ 1296043 w 1589145"/>
              <a:gd name="connsiteY26" fmla="*/ 60857 h 214943"/>
              <a:gd name="connsiteX27" fmla="*/ 1296116 w 1589145"/>
              <a:gd name="connsiteY27" fmla="*/ 60857 h 214943"/>
              <a:gd name="connsiteX28" fmla="*/ 1410524 w 1589145"/>
              <a:gd name="connsiteY28" fmla="*/ 10736 h 214943"/>
              <a:gd name="connsiteX29" fmla="*/ 1491853 w 1589145"/>
              <a:gd name="connsiteY29" fmla="*/ 548 h 214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89145" h="214943">
                <a:moveTo>
                  <a:pt x="1383352" y="131830"/>
                </a:moveTo>
                <a:cubicBezTo>
                  <a:pt x="1450557" y="137387"/>
                  <a:pt x="1513237" y="164641"/>
                  <a:pt x="1577304" y="190301"/>
                </a:cubicBezTo>
                <a:cubicBezTo>
                  <a:pt x="1592414" y="196330"/>
                  <a:pt x="1586820" y="217396"/>
                  <a:pt x="1570549" y="214708"/>
                </a:cubicBezTo>
                <a:cubicBezTo>
                  <a:pt x="1483163" y="199962"/>
                  <a:pt x="1400136" y="173594"/>
                  <a:pt x="1314420" y="152673"/>
                </a:cubicBezTo>
                <a:cubicBezTo>
                  <a:pt x="1305776" y="150567"/>
                  <a:pt x="1304977" y="135893"/>
                  <a:pt x="1314420" y="134368"/>
                </a:cubicBezTo>
                <a:cubicBezTo>
                  <a:pt x="1338047" y="130536"/>
                  <a:pt x="1360951" y="129978"/>
                  <a:pt x="1383352" y="131830"/>
                </a:cubicBezTo>
                <a:close/>
                <a:moveTo>
                  <a:pt x="205792" y="131830"/>
                </a:moveTo>
                <a:cubicBezTo>
                  <a:pt x="228194" y="129978"/>
                  <a:pt x="251098" y="130536"/>
                  <a:pt x="274725" y="134368"/>
                </a:cubicBezTo>
                <a:cubicBezTo>
                  <a:pt x="284168" y="135893"/>
                  <a:pt x="283368" y="150567"/>
                  <a:pt x="274725" y="152673"/>
                </a:cubicBezTo>
                <a:cubicBezTo>
                  <a:pt x="189009" y="173594"/>
                  <a:pt x="105982" y="199962"/>
                  <a:pt x="18596" y="214708"/>
                </a:cubicBezTo>
                <a:cubicBezTo>
                  <a:pt x="2324" y="217396"/>
                  <a:pt x="-3269" y="196330"/>
                  <a:pt x="11840" y="190301"/>
                </a:cubicBezTo>
                <a:cubicBezTo>
                  <a:pt x="75909" y="164641"/>
                  <a:pt x="138588" y="137387"/>
                  <a:pt x="205792" y="131830"/>
                </a:cubicBezTo>
                <a:close/>
                <a:moveTo>
                  <a:pt x="97292" y="548"/>
                </a:moveTo>
                <a:cubicBezTo>
                  <a:pt x="125031" y="1656"/>
                  <a:pt x="152653" y="4598"/>
                  <a:pt x="178622" y="10736"/>
                </a:cubicBezTo>
                <a:cubicBezTo>
                  <a:pt x="225039" y="21705"/>
                  <a:pt x="255111" y="32237"/>
                  <a:pt x="293030" y="60857"/>
                </a:cubicBezTo>
                <a:lnTo>
                  <a:pt x="293102" y="60857"/>
                </a:lnTo>
                <a:cubicBezTo>
                  <a:pt x="299277" y="65579"/>
                  <a:pt x="297388" y="75095"/>
                  <a:pt x="289107" y="75603"/>
                </a:cubicBezTo>
                <a:cubicBezTo>
                  <a:pt x="252859" y="77783"/>
                  <a:pt x="216976" y="68412"/>
                  <a:pt x="181455" y="61947"/>
                </a:cubicBezTo>
                <a:cubicBezTo>
                  <a:pt x="125595" y="51777"/>
                  <a:pt x="72349" y="37031"/>
                  <a:pt x="15255" y="32963"/>
                </a:cubicBezTo>
                <a:cubicBezTo>
                  <a:pt x="-4940" y="31510"/>
                  <a:pt x="-5230" y="2309"/>
                  <a:pt x="15255" y="1365"/>
                </a:cubicBezTo>
                <a:cubicBezTo>
                  <a:pt x="41696" y="167"/>
                  <a:pt x="69553" y="-560"/>
                  <a:pt x="97292" y="548"/>
                </a:cubicBezTo>
                <a:close/>
                <a:moveTo>
                  <a:pt x="1491853" y="548"/>
                </a:moveTo>
                <a:cubicBezTo>
                  <a:pt x="1519593" y="-560"/>
                  <a:pt x="1547450" y="167"/>
                  <a:pt x="1573891" y="1365"/>
                </a:cubicBezTo>
                <a:cubicBezTo>
                  <a:pt x="1594376" y="2309"/>
                  <a:pt x="1594085" y="31510"/>
                  <a:pt x="1573891" y="32963"/>
                </a:cubicBezTo>
                <a:cubicBezTo>
                  <a:pt x="1516797" y="37031"/>
                  <a:pt x="1463624" y="51777"/>
                  <a:pt x="1407691" y="61947"/>
                </a:cubicBezTo>
                <a:cubicBezTo>
                  <a:pt x="1372170" y="68412"/>
                  <a:pt x="1336286" y="77783"/>
                  <a:pt x="1300038" y="75603"/>
                </a:cubicBezTo>
                <a:cubicBezTo>
                  <a:pt x="1291757" y="75095"/>
                  <a:pt x="1289869" y="65579"/>
                  <a:pt x="1296043" y="60857"/>
                </a:cubicBezTo>
                <a:lnTo>
                  <a:pt x="1296116" y="60857"/>
                </a:lnTo>
                <a:cubicBezTo>
                  <a:pt x="1334034" y="32237"/>
                  <a:pt x="1364107" y="21705"/>
                  <a:pt x="1410524" y="10736"/>
                </a:cubicBezTo>
                <a:cubicBezTo>
                  <a:pt x="1436493" y="4598"/>
                  <a:pt x="1464114" y="1656"/>
                  <a:pt x="1491853" y="548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8" name="任意多边形: 形状 57"/>
          <p:cNvSpPr/>
          <p:nvPr userDrawn="1">
            <p:custDataLst>
              <p:tags r:id="rId50"/>
            </p:custDataLst>
          </p:nvPr>
        </p:nvSpPr>
        <p:spPr>
          <a:xfrm>
            <a:off x="5494317" y="3823809"/>
            <a:ext cx="497722" cy="547415"/>
          </a:xfrm>
          <a:custGeom>
            <a:avLst/>
            <a:gdLst>
              <a:gd name="connsiteX0" fmla="*/ 122262 w 652613"/>
              <a:gd name="connsiteY0" fmla="*/ 717674 h 717768"/>
              <a:gd name="connsiteX1" fmla="*/ 28440 w 652613"/>
              <a:gd name="connsiteY1" fmla="*/ 16157 h 717768"/>
              <a:gd name="connsiteX2" fmla="*/ 492403 w 652613"/>
              <a:gd name="connsiteY2" fmla="*/ 176368 h 717768"/>
              <a:gd name="connsiteX3" fmla="*/ 652614 w 652613"/>
              <a:gd name="connsiteY3" fmla="*/ 397348 h 717768"/>
              <a:gd name="connsiteX4" fmla="*/ 122357 w 652613"/>
              <a:gd name="connsiteY4" fmla="*/ 717769 h 717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613" h="717768">
                <a:moveTo>
                  <a:pt x="122262" y="717674"/>
                </a:moveTo>
                <a:cubicBezTo>
                  <a:pt x="122262" y="717674"/>
                  <a:pt x="-71001" y="82356"/>
                  <a:pt x="28440" y="16157"/>
                </a:cubicBezTo>
                <a:cubicBezTo>
                  <a:pt x="127881" y="-50137"/>
                  <a:pt x="401344" y="104359"/>
                  <a:pt x="492403" y="176368"/>
                </a:cubicBezTo>
                <a:cubicBezTo>
                  <a:pt x="597369" y="259235"/>
                  <a:pt x="652614" y="397348"/>
                  <a:pt x="652614" y="397348"/>
                </a:cubicBezTo>
                <a:lnTo>
                  <a:pt x="122357" y="717769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9" name="任意多边形: 形状 58"/>
          <p:cNvSpPr/>
          <p:nvPr userDrawn="1">
            <p:custDataLst>
              <p:tags r:id="rId51"/>
            </p:custDataLst>
          </p:nvPr>
        </p:nvSpPr>
        <p:spPr>
          <a:xfrm>
            <a:off x="5564096" y="3925078"/>
            <a:ext cx="272048" cy="307034"/>
          </a:xfrm>
          <a:custGeom>
            <a:avLst/>
            <a:gdLst>
              <a:gd name="connsiteX0" fmla="*/ 356711 w 356710"/>
              <a:gd name="connsiteY0" fmla="*/ 264469 h 402581"/>
              <a:gd name="connsiteX1" fmla="*/ 113633 w 356710"/>
              <a:gd name="connsiteY1" fmla="*/ 15867 h 402581"/>
              <a:gd name="connsiteX2" fmla="*/ 8667 w 356710"/>
              <a:gd name="connsiteY2" fmla="*/ 153979 h 402581"/>
              <a:gd name="connsiteX3" fmla="*/ 86010 w 356710"/>
              <a:gd name="connsiteY3" fmla="*/ 402582 h 402581"/>
              <a:gd name="connsiteX4" fmla="*/ 356711 w 356710"/>
              <a:gd name="connsiteY4" fmla="*/ 264469 h 402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710" h="402581">
                <a:moveTo>
                  <a:pt x="356711" y="264469"/>
                </a:moveTo>
                <a:cubicBezTo>
                  <a:pt x="356711" y="264469"/>
                  <a:pt x="240696" y="71112"/>
                  <a:pt x="113633" y="15867"/>
                </a:cubicBezTo>
                <a:cubicBezTo>
                  <a:pt x="-13431" y="-39378"/>
                  <a:pt x="-7906" y="60063"/>
                  <a:pt x="8667" y="153979"/>
                </a:cubicBezTo>
                <a:cubicBezTo>
                  <a:pt x="25241" y="247896"/>
                  <a:pt x="86010" y="402582"/>
                  <a:pt x="86010" y="402582"/>
                </a:cubicBezTo>
                <a:cubicBezTo>
                  <a:pt x="86010" y="402582"/>
                  <a:pt x="345662" y="319714"/>
                  <a:pt x="356711" y="26446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60" name="任意多边形: 形状 59"/>
          <p:cNvSpPr/>
          <p:nvPr userDrawn="1">
            <p:custDataLst>
              <p:tags r:id="rId52"/>
            </p:custDataLst>
          </p:nvPr>
        </p:nvSpPr>
        <p:spPr>
          <a:xfrm>
            <a:off x="5702009" y="4056726"/>
            <a:ext cx="160436" cy="131946"/>
          </a:xfrm>
          <a:custGeom>
            <a:avLst/>
            <a:gdLst>
              <a:gd name="connsiteX0" fmla="*/ 210269 w 210364"/>
              <a:gd name="connsiteY0" fmla="*/ 142050 h 173006"/>
              <a:gd name="connsiteX1" fmla="*/ 200839 w 210364"/>
              <a:gd name="connsiteY1" fmla="*/ 128143 h 173006"/>
              <a:gd name="connsiteX2" fmla="*/ 145689 w 210364"/>
              <a:gd name="connsiteY2" fmla="*/ 47371 h 173006"/>
              <a:gd name="connsiteX3" fmla="*/ 48820 w 210364"/>
              <a:gd name="connsiteY3" fmla="*/ 32 h 173006"/>
              <a:gd name="connsiteX4" fmla="*/ 45010 w 210364"/>
              <a:gd name="connsiteY4" fmla="*/ 28512 h 173006"/>
              <a:gd name="connsiteX5" fmla="*/ 106732 w 210364"/>
              <a:gd name="connsiteY5" fmla="*/ 80518 h 173006"/>
              <a:gd name="connsiteX6" fmla="*/ 10244 w 210364"/>
              <a:gd name="connsiteY6" fmla="*/ 75946 h 173006"/>
              <a:gd name="connsiteX7" fmla="*/ 7482 w 210364"/>
              <a:gd name="connsiteY7" fmla="*/ 96330 h 173006"/>
              <a:gd name="connsiteX8" fmla="*/ 109304 w 210364"/>
              <a:gd name="connsiteY8" fmla="*/ 129858 h 173006"/>
              <a:gd name="connsiteX9" fmla="*/ 197125 w 210364"/>
              <a:gd name="connsiteY9" fmla="*/ 173006 h 173006"/>
              <a:gd name="connsiteX10" fmla="*/ 210364 w 210364"/>
              <a:gd name="connsiteY10" fmla="*/ 142050 h 173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364" h="173006">
                <a:moveTo>
                  <a:pt x="210269" y="142050"/>
                </a:moveTo>
                <a:cubicBezTo>
                  <a:pt x="207507" y="137097"/>
                  <a:pt x="204459" y="132430"/>
                  <a:pt x="200839" y="128143"/>
                </a:cubicBezTo>
                <a:cubicBezTo>
                  <a:pt x="191695" y="98997"/>
                  <a:pt x="169121" y="65374"/>
                  <a:pt x="145689" y="47371"/>
                </a:cubicBezTo>
                <a:cubicBezTo>
                  <a:pt x="119972" y="27464"/>
                  <a:pt x="82253" y="2032"/>
                  <a:pt x="48820" y="32"/>
                </a:cubicBezTo>
                <a:cubicBezTo>
                  <a:pt x="31961" y="-1016"/>
                  <a:pt x="29770" y="23845"/>
                  <a:pt x="45010" y="28512"/>
                </a:cubicBezTo>
                <a:cubicBezTo>
                  <a:pt x="67394" y="35370"/>
                  <a:pt x="90444" y="60802"/>
                  <a:pt x="106732" y="80518"/>
                </a:cubicBezTo>
                <a:cubicBezTo>
                  <a:pt x="71966" y="73279"/>
                  <a:pt x="36152" y="72517"/>
                  <a:pt x="10244" y="75946"/>
                </a:cubicBezTo>
                <a:cubicBezTo>
                  <a:pt x="-329" y="77375"/>
                  <a:pt x="-4996" y="93663"/>
                  <a:pt x="7482" y="96330"/>
                </a:cubicBezTo>
                <a:cubicBezTo>
                  <a:pt x="42629" y="103569"/>
                  <a:pt x="75109" y="119190"/>
                  <a:pt x="109304" y="129858"/>
                </a:cubicBezTo>
                <a:cubicBezTo>
                  <a:pt x="141213" y="139859"/>
                  <a:pt x="170454" y="152908"/>
                  <a:pt x="197125" y="173006"/>
                </a:cubicBezTo>
                <a:cubicBezTo>
                  <a:pt x="201316" y="162624"/>
                  <a:pt x="205697" y="152242"/>
                  <a:pt x="210364" y="14205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61" name="任意多边形: 形状 60"/>
          <p:cNvSpPr/>
          <p:nvPr userDrawn="1">
            <p:custDataLst>
              <p:tags r:id="rId53"/>
            </p:custDataLst>
          </p:nvPr>
        </p:nvSpPr>
        <p:spPr>
          <a:xfrm>
            <a:off x="6194315" y="3823809"/>
            <a:ext cx="497714" cy="547415"/>
          </a:xfrm>
          <a:custGeom>
            <a:avLst/>
            <a:gdLst>
              <a:gd name="connsiteX0" fmla="*/ 530257 w 652603"/>
              <a:gd name="connsiteY0" fmla="*/ 717674 h 717768"/>
              <a:gd name="connsiteX1" fmla="*/ 624173 w 652603"/>
              <a:gd name="connsiteY1" fmla="*/ 16157 h 717768"/>
              <a:gd name="connsiteX2" fmla="*/ 160211 w 652603"/>
              <a:gd name="connsiteY2" fmla="*/ 176368 h 717768"/>
              <a:gd name="connsiteX3" fmla="*/ 0 w 652603"/>
              <a:gd name="connsiteY3" fmla="*/ 397348 h 717768"/>
              <a:gd name="connsiteX4" fmla="*/ 530257 w 652603"/>
              <a:gd name="connsiteY4" fmla="*/ 717769 h 717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603" h="717768">
                <a:moveTo>
                  <a:pt x="530257" y="717674"/>
                </a:moveTo>
                <a:cubicBezTo>
                  <a:pt x="530257" y="717674"/>
                  <a:pt x="723614" y="82451"/>
                  <a:pt x="624173" y="16157"/>
                </a:cubicBezTo>
                <a:cubicBezTo>
                  <a:pt x="524732" y="-50137"/>
                  <a:pt x="251364" y="104359"/>
                  <a:pt x="160211" y="176368"/>
                </a:cubicBezTo>
                <a:cubicBezTo>
                  <a:pt x="55245" y="259235"/>
                  <a:pt x="0" y="397348"/>
                  <a:pt x="0" y="397348"/>
                </a:cubicBezTo>
                <a:lnTo>
                  <a:pt x="530257" y="717769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62" name="任意多边形: 形状 61"/>
          <p:cNvSpPr/>
          <p:nvPr userDrawn="1">
            <p:custDataLst>
              <p:tags r:id="rId54"/>
            </p:custDataLst>
          </p:nvPr>
        </p:nvSpPr>
        <p:spPr>
          <a:xfrm>
            <a:off x="6350136" y="3925078"/>
            <a:ext cx="272048" cy="307034"/>
          </a:xfrm>
          <a:custGeom>
            <a:avLst/>
            <a:gdLst>
              <a:gd name="connsiteX0" fmla="*/ 0 w 356710"/>
              <a:gd name="connsiteY0" fmla="*/ 264469 h 402581"/>
              <a:gd name="connsiteX1" fmla="*/ 243078 w 356710"/>
              <a:gd name="connsiteY1" fmla="*/ 15867 h 402581"/>
              <a:gd name="connsiteX2" fmla="*/ 348044 w 356710"/>
              <a:gd name="connsiteY2" fmla="*/ 153979 h 402581"/>
              <a:gd name="connsiteX3" fmla="*/ 270701 w 356710"/>
              <a:gd name="connsiteY3" fmla="*/ 402582 h 402581"/>
              <a:gd name="connsiteX4" fmla="*/ 0 w 356710"/>
              <a:gd name="connsiteY4" fmla="*/ 264469 h 402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710" h="402581">
                <a:moveTo>
                  <a:pt x="0" y="264469"/>
                </a:moveTo>
                <a:cubicBezTo>
                  <a:pt x="0" y="264469"/>
                  <a:pt x="116015" y="71112"/>
                  <a:pt x="243078" y="15867"/>
                </a:cubicBezTo>
                <a:cubicBezTo>
                  <a:pt x="370142" y="-39378"/>
                  <a:pt x="364617" y="60063"/>
                  <a:pt x="348044" y="153979"/>
                </a:cubicBezTo>
                <a:cubicBezTo>
                  <a:pt x="331470" y="247896"/>
                  <a:pt x="270701" y="402582"/>
                  <a:pt x="270701" y="402582"/>
                </a:cubicBezTo>
                <a:cubicBezTo>
                  <a:pt x="270701" y="402582"/>
                  <a:pt x="11049" y="319714"/>
                  <a:pt x="0" y="26446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63" name="任意多边形: 形状 62"/>
          <p:cNvSpPr/>
          <p:nvPr userDrawn="1">
            <p:custDataLst>
              <p:tags r:id="rId55"/>
            </p:custDataLst>
          </p:nvPr>
        </p:nvSpPr>
        <p:spPr>
          <a:xfrm>
            <a:off x="6323981" y="4056726"/>
            <a:ext cx="160436" cy="131946"/>
          </a:xfrm>
          <a:custGeom>
            <a:avLst/>
            <a:gdLst>
              <a:gd name="connsiteX0" fmla="*/ 0 w 210364"/>
              <a:gd name="connsiteY0" fmla="*/ 142050 h 173006"/>
              <a:gd name="connsiteX1" fmla="*/ 9430 w 210364"/>
              <a:gd name="connsiteY1" fmla="*/ 128143 h 173006"/>
              <a:gd name="connsiteX2" fmla="*/ 64580 w 210364"/>
              <a:gd name="connsiteY2" fmla="*/ 47371 h 173006"/>
              <a:gd name="connsiteX3" fmla="*/ 161449 w 210364"/>
              <a:gd name="connsiteY3" fmla="*/ 32 h 173006"/>
              <a:gd name="connsiteX4" fmla="*/ 165354 w 210364"/>
              <a:gd name="connsiteY4" fmla="*/ 28512 h 173006"/>
              <a:gd name="connsiteX5" fmla="*/ 103632 w 210364"/>
              <a:gd name="connsiteY5" fmla="*/ 80518 h 173006"/>
              <a:gd name="connsiteX6" fmla="*/ 200120 w 210364"/>
              <a:gd name="connsiteY6" fmla="*/ 75946 h 173006"/>
              <a:gd name="connsiteX7" fmla="*/ 202882 w 210364"/>
              <a:gd name="connsiteY7" fmla="*/ 96330 h 173006"/>
              <a:gd name="connsiteX8" fmla="*/ 101060 w 210364"/>
              <a:gd name="connsiteY8" fmla="*/ 129858 h 173006"/>
              <a:gd name="connsiteX9" fmla="*/ 13240 w 210364"/>
              <a:gd name="connsiteY9" fmla="*/ 173006 h 173006"/>
              <a:gd name="connsiteX10" fmla="*/ 0 w 210364"/>
              <a:gd name="connsiteY10" fmla="*/ 142050 h 173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0364" h="173006">
                <a:moveTo>
                  <a:pt x="0" y="142050"/>
                </a:moveTo>
                <a:cubicBezTo>
                  <a:pt x="2762" y="137097"/>
                  <a:pt x="5810" y="132430"/>
                  <a:pt x="9430" y="128143"/>
                </a:cubicBezTo>
                <a:cubicBezTo>
                  <a:pt x="18574" y="98997"/>
                  <a:pt x="41148" y="65374"/>
                  <a:pt x="64580" y="47371"/>
                </a:cubicBezTo>
                <a:cubicBezTo>
                  <a:pt x="90297" y="27464"/>
                  <a:pt x="128016" y="2032"/>
                  <a:pt x="161449" y="32"/>
                </a:cubicBezTo>
                <a:cubicBezTo>
                  <a:pt x="178308" y="-1016"/>
                  <a:pt x="180499" y="23845"/>
                  <a:pt x="165354" y="28512"/>
                </a:cubicBezTo>
                <a:cubicBezTo>
                  <a:pt x="142970" y="35370"/>
                  <a:pt x="119920" y="60802"/>
                  <a:pt x="103632" y="80518"/>
                </a:cubicBezTo>
                <a:cubicBezTo>
                  <a:pt x="138399" y="73279"/>
                  <a:pt x="174212" y="72517"/>
                  <a:pt x="200120" y="75946"/>
                </a:cubicBezTo>
                <a:cubicBezTo>
                  <a:pt x="210693" y="77375"/>
                  <a:pt x="215360" y="93663"/>
                  <a:pt x="202882" y="96330"/>
                </a:cubicBezTo>
                <a:cubicBezTo>
                  <a:pt x="167735" y="103569"/>
                  <a:pt x="135255" y="119190"/>
                  <a:pt x="101060" y="129858"/>
                </a:cubicBezTo>
                <a:cubicBezTo>
                  <a:pt x="69152" y="139859"/>
                  <a:pt x="39910" y="152908"/>
                  <a:pt x="13240" y="173006"/>
                </a:cubicBezTo>
                <a:cubicBezTo>
                  <a:pt x="9049" y="162624"/>
                  <a:pt x="4667" y="152242"/>
                  <a:pt x="0" y="14205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7" name="任意多边形: 形状 126"/>
          <p:cNvSpPr/>
          <p:nvPr userDrawn="1">
            <p:custDataLst>
              <p:tags r:id="rId56"/>
            </p:custDataLst>
          </p:nvPr>
        </p:nvSpPr>
        <p:spPr>
          <a:xfrm>
            <a:off x="5484425" y="4030090"/>
            <a:ext cx="1217431" cy="435321"/>
          </a:xfrm>
          <a:custGeom>
            <a:avLst/>
            <a:gdLst>
              <a:gd name="connsiteX0" fmla="*/ 1158100 w 1217374"/>
              <a:gd name="connsiteY0" fmla="*/ 370828 h 435299"/>
              <a:gd name="connsiteX1" fmla="*/ 1196890 w 1217374"/>
              <a:gd name="connsiteY1" fmla="*/ 376639 h 435299"/>
              <a:gd name="connsiteX2" fmla="*/ 1210837 w 1217374"/>
              <a:gd name="connsiteY2" fmla="*/ 415646 h 435299"/>
              <a:gd name="connsiteX3" fmla="*/ 1217374 w 1217374"/>
              <a:gd name="connsiteY3" fmla="*/ 434896 h 435299"/>
              <a:gd name="connsiteX4" fmla="*/ 1168706 w 1217374"/>
              <a:gd name="connsiteY4" fmla="*/ 434170 h 435299"/>
              <a:gd name="connsiteX5" fmla="*/ 1080085 w 1217374"/>
              <a:gd name="connsiteY5" fmla="*/ 415065 h 435299"/>
              <a:gd name="connsiteX6" fmla="*/ 1077179 w 1217374"/>
              <a:gd name="connsiteY6" fmla="*/ 392765 h 435299"/>
              <a:gd name="connsiteX7" fmla="*/ 1077107 w 1217374"/>
              <a:gd name="connsiteY7" fmla="*/ 392765 h 435299"/>
              <a:gd name="connsiteX8" fmla="*/ 1158100 w 1217374"/>
              <a:gd name="connsiteY8" fmla="*/ 370828 h 435299"/>
              <a:gd name="connsiteX9" fmla="*/ 59274 w 1217374"/>
              <a:gd name="connsiteY9" fmla="*/ 370828 h 435299"/>
              <a:gd name="connsiteX10" fmla="*/ 140268 w 1217374"/>
              <a:gd name="connsiteY10" fmla="*/ 392765 h 435299"/>
              <a:gd name="connsiteX11" fmla="*/ 137362 w 1217374"/>
              <a:gd name="connsiteY11" fmla="*/ 415065 h 435299"/>
              <a:gd name="connsiteX12" fmla="*/ 48741 w 1217374"/>
              <a:gd name="connsiteY12" fmla="*/ 434170 h 435299"/>
              <a:gd name="connsiteX13" fmla="*/ 48669 w 1217374"/>
              <a:gd name="connsiteY13" fmla="*/ 434170 h 435299"/>
              <a:gd name="connsiteX14" fmla="*/ 0 w 1217374"/>
              <a:gd name="connsiteY14" fmla="*/ 434896 h 435299"/>
              <a:gd name="connsiteX15" fmla="*/ 6538 w 1217374"/>
              <a:gd name="connsiteY15" fmla="*/ 415646 h 435299"/>
              <a:gd name="connsiteX16" fmla="*/ 20485 w 1217374"/>
              <a:gd name="connsiteY16" fmla="*/ 376639 h 435299"/>
              <a:gd name="connsiteX17" fmla="*/ 59274 w 1217374"/>
              <a:gd name="connsiteY17" fmla="*/ 370828 h 435299"/>
              <a:gd name="connsiteX18" fmla="*/ 1093741 w 1217374"/>
              <a:gd name="connsiteY18" fmla="*/ 286292 h 435299"/>
              <a:gd name="connsiteX19" fmla="*/ 1145679 w 1217374"/>
              <a:gd name="connsiteY19" fmla="*/ 287146 h 435299"/>
              <a:gd name="connsiteX20" fmla="*/ 1157373 w 1217374"/>
              <a:gd name="connsiteY20" fmla="*/ 288018 h 435299"/>
              <a:gd name="connsiteX21" fmla="*/ 1190860 w 1217374"/>
              <a:gd name="connsiteY21" fmla="*/ 361165 h 435299"/>
              <a:gd name="connsiteX22" fmla="*/ 1130569 w 1217374"/>
              <a:gd name="connsiteY22" fmla="*/ 350197 h 435299"/>
              <a:gd name="connsiteX23" fmla="*/ 1048850 w 1217374"/>
              <a:gd name="connsiteY23" fmla="*/ 321940 h 435299"/>
              <a:gd name="connsiteX24" fmla="*/ 1049431 w 1217374"/>
              <a:gd name="connsiteY24" fmla="*/ 308429 h 435299"/>
              <a:gd name="connsiteX25" fmla="*/ 1093741 w 1217374"/>
              <a:gd name="connsiteY25" fmla="*/ 286292 h 435299"/>
              <a:gd name="connsiteX26" fmla="*/ 123678 w 1217374"/>
              <a:gd name="connsiteY26" fmla="*/ 286292 h 435299"/>
              <a:gd name="connsiteX27" fmla="*/ 168016 w 1217374"/>
              <a:gd name="connsiteY27" fmla="*/ 308429 h 435299"/>
              <a:gd name="connsiteX28" fmla="*/ 168597 w 1217374"/>
              <a:gd name="connsiteY28" fmla="*/ 321940 h 435299"/>
              <a:gd name="connsiteX29" fmla="*/ 86877 w 1217374"/>
              <a:gd name="connsiteY29" fmla="*/ 350197 h 435299"/>
              <a:gd name="connsiteX30" fmla="*/ 26586 w 1217374"/>
              <a:gd name="connsiteY30" fmla="*/ 361165 h 435299"/>
              <a:gd name="connsiteX31" fmla="*/ 60073 w 1217374"/>
              <a:gd name="connsiteY31" fmla="*/ 288018 h 435299"/>
              <a:gd name="connsiteX32" fmla="*/ 71768 w 1217374"/>
              <a:gd name="connsiteY32" fmla="*/ 287146 h 435299"/>
              <a:gd name="connsiteX33" fmla="*/ 123678 w 1217374"/>
              <a:gd name="connsiteY33" fmla="*/ 286292 h 435299"/>
              <a:gd name="connsiteX34" fmla="*/ 678748 w 1217374"/>
              <a:gd name="connsiteY34" fmla="*/ 2324 h 435299"/>
              <a:gd name="connsiteX35" fmla="*/ 734245 w 1217374"/>
              <a:gd name="connsiteY35" fmla="*/ 6755 h 435299"/>
              <a:gd name="connsiteX36" fmla="*/ 767514 w 1217374"/>
              <a:gd name="connsiteY36" fmla="*/ 202883 h 435299"/>
              <a:gd name="connsiteX37" fmla="*/ 746085 w 1217374"/>
              <a:gd name="connsiteY37" fmla="*/ 214070 h 435299"/>
              <a:gd name="connsiteX38" fmla="*/ 695746 w 1217374"/>
              <a:gd name="connsiteY38" fmla="*/ 89274 h 435299"/>
              <a:gd name="connsiteX39" fmla="*/ 678748 w 1217374"/>
              <a:gd name="connsiteY39" fmla="*/ 2324 h 435299"/>
              <a:gd name="connsiteX40" fmla="*/ 538698 w 1217374"/>
              <a:gd name="connsiteY40" fmla="*/ 2324 h 435299"/>
              <a:gd name="connsiteX41" fmla="*/ 521700 w 1217374"/>
              <a:gd name="connsiteY41" fmla="*/ 89274 h 435299"/>
              <a:gd name="connsiteX42" fmla="*/ 471361 w 1217374"/>
              <a:gd name="connsiteY42" fmla="*/ 214070 h 435299"/>
              <a:gd name="connsiteX43" fmla="*/ 449932 w 1217374"/>
              <a:gd name="connsiteY43" fmla="*/ 202883 h 435299"/>
              <a:gd name="connsiteX44" fmla="*/ 483201 w 1217374"/>
              <a:gd name="connsiteY44" fmla="*/ 6755 h 435299"/>
              <a:gd name="connsiteX45" fmla="*/ 538698 w 1217374"/>
              <a:gd name="connsiteY45" fmla="*/ 2324 h 435299"/>
              <a:gd name="connsiteX46" fmla="*/ 608723 w 1217374"/>
              <a:gd name="connsiteY46" fmla="*/ 0 h 435299"/>
              <a:gd name="connsiteX47" fmla="*/ 634365 w 1217374"/>
              <a:gd name="connsiteY47" fmla="*/ 363 h 435299"/>
              <a:gd name="connsiteX48" fmla="*/ 637489 w 1217374"/>
              <a:gd name="connsiteY48" fmla="*/ 51066 h 435299"/>
              <a:gd name="connsiteX49" fmla="*/ 621363 w 1217374"/>
              <a:gd name="connsiteY49" fmla="*/ 139687 h 435299"/>
              <a:gd name="connsiteX50" fmla="*/ 596011 w 1217374"/>
              <a:gd name="connsiteY50" fmla="*/ 139687 h 435299"/>
              <a:gd name="connsiteX51" fmla="*/ 579885 w 1217374"/>
              <a:gd name="connsiteY51" fmla="*/ 51066 h 435299"/>
              <a:gd name="connsiteX52" fmla="*/ 579957 w 1217374"/>
              <a:gd name="connsiteY52" fmla="*/ 51066 h 435299"/>
              <a:gd name="connsiteX53" fmla="*/ 583081 w 1217374"/>
              <a:gd name="connsiteY53" fmla="*/ 363 h 435299"/>
              <a:gd name="connsiteX54" fmla="*/ 608723 w 1217374"/>
              <a:gd name="connsiteY54" fmla="*/ 0 h 435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217374" h="435299">
                <a:moveTo>
                  <a:pt x="1158100" y="370828"/>
                </a:moveTo>
                <a:cubicBezTo>
                  <a:pt x="1170885" y="370610"/>
                  <a:pt x="1183960" y="373079"/>
                  <a:pt x="1196890" y="376639"/>
                </a:cubicBezTo>
                <a:cubicBezTo>
                  <a:pt x="1201830" y="389569"/>
                  <a:pt x="1206551" y="402571"/>
                  <a:pt x="1210837" y="415646"/>
                </a:cubicBezTo>
                <a:cubicBezTo>
                  <a:pt x="1213016" y="422111"/>
                  <a:pt x="1215195" y="428504"/>
                  <a:pt x="1217374" y="434896"/>
                </a:cubicBezTo>
                <a:cubicBezTo>
                  <a:pt x="1201103" y="435259"/>
                  <a:pt x="1184687" y="435767"/>
                  <a:pt x="1168706" y="434170"/>
                </a:cubicBezTo>
                <a:cubicBezTo>
                  <a:pt x="1140158" y="431337"/>
                  <a:pt x="1105145" y="429666"/>
                  <a:pt x="1080085" y="415065"/>
                </a:cubicBezTo>
                <a:cubicBezTo>
                  <a:pt x="1071803" y="410271"/>
                  <a:pt x="1071150" y="399520"/>
                  <a:pt x="1077179" y="392765"/>
                </a:cubicBezTo>
                <a:lnTo>
                  <a:pt x="1077107" y="392765"/>
                </a:lnTo>
                <a:cubicBezTo>
                  <a:pt x="1097663" y="369666"/>
                  <a:pt x="1129116" y="371263"/>
                  <a:pt x="1158100" y="370828"/>
                </a:cubicBezTo>
                <a:close/>
                <a:moveTo>
                  <a:pt x="59274" y="370828"/>
                </a:moveTo>
                <a:cubicBezTo>
                  <a:pt x="88257" y="371263"/>
                  <a:pt x="119783" y="369666"/>
                  <a:pt x="140268" y="392765"/>
                </a:cubicBezTo>
                <a:cubicBezTo>
                  <a:pt x="146297" y="399520"/>
                  <a:pt x="145643" y="410271"/>
                  <a:pt x="137362" y="415065"/>
                </a:cubicBezTo>
                <a:cubicBezTo>
                  <a:pt x="112301" y="429666"/>
                  <a:pt x="77289" y="431337"/>
                  <a:pt x="48741" y="434170"/>
                </a:cubicBezTo>
                <a:lnTo>
                  <a:pt x="48669" y="434170"/>
                </a:lnTo>
                <a:cubicBezTo>
                  <a:pt x="32688" y="435767"/>
                  <a:pt x="16344" y="435332"/>
                  <a:pt x="0" y="434896"/>
                </a:cubicBezTo>
                <a:cubicBezTo>
                  <a:pt x="2252" y="428576"/>
                  <a:pt x="4431" y="422111"/>
                  <a:pt x="6538" y="415646"/>
                </a:cubicBezTo>
                <a:cubicBezTo>
                  <a:pt x="10823" y="402571"/>
                  <a:pt x="15545" y="389569"/>
                  <a:pt x="20485" y="376639"/>
                </a:cubicBezTo>
                <a:cubicBezTo>
                  <a:pt x="33414" y="373079"/>
                  <a:pt x="46489" y="370610"/>
                  <a:pt x="59274" y="370828"/>
                </a:cubicBezTo>
                <a:close/>
                <a:moveTo>
                  <a:pt x="1093741" y="286292"/>
                </a:moveTo>
                <a:cubicBezTo>
                  <a:pt x="1111665" y="284476"/>
                  <a:pt x="1130860" y="286492"/>
                  <a:pt x="1145679" y="287146"/>
                </a:cubicBezTo>
                <a:cubicBezTo>
                  <a:pt x="1149674" y="287363"/>
                  <a:pt x="1153524" y="287654"/>
                  <a:pt x="1157373" y="288018"/>
                </a:cubicBezTo>
                <a:cubicBezTo>
                  <a:pt x="1169504" y="311625"/>
                  <a:pt x="1180691" y="336105"/>
                  <a:pt x="1190860" y="361165"/>
                </a:cubicBezTo>
                <a:cubicBezTo>
                  <a:pt x="1172047" y="354701"/>
                  <a:pt x="1150327" y="351650"/>
                  <a:pt x="1130569" y="350197"/>
                </a:cubicBezTo>
                <a:cubicBezTo>
                  <a:pt x="1105581" y="348381"/>
                  <a:pt x="1062288" y="347655"/>
                  <a:pt x="1048850" y="321940"/>
                </a:cubicBezTo>
                <a:cubicBezTo>
                  <a:pt x="1046234" y="317000"/>
                  <a:pt x="1046379" y="313078"/>
                  <a:pt x="1049431" y="308429"/>
                </a:cubicBezTo>
                <a:cubicBezTo>
                  <a:pt x="1059165" y="293756"/>
                  <a:pt x="1075817" y="288108"/>
                  <a:pt x="1093741" y="286292"/>
                </a:cubicBezTo>
                <a:close/>
                <a:moveTo>
                  <a:pt x="123678" y="286292"/>
                </a:moveTo>
                <a:cubicBezTo>
                  <a:pt x="141593" y="288108"/>
                  <a:pt x="158246" y="293756"/>
                  <a:pt x="168016" y="308429"/>
                </a:cubicBezTo>
                <a:cubicBezTo>
                  <a:pt x="171067" y="313078"/>
                  <a:pt x="171139" y="317000"/>
                  <a:pt x="168597" y="321940"/>
                </a:cubicBezTo>
                <a:cubicBezTo>
                  <a:pt x="155086" y="347655"/>
                  <a:pt x="111866" y="348381"/>
                  <a:pt x="86877" y="350197"/>
                </a:cubicBezTo>
                <a:cubicBezTo>
                  <a:pt x="67119" y="351650"/>
                  <a:pt x="45472" y="354701"/>
                  <a:pt x="26586" y="361165"/>
                </a:cubicBezTo>
                <a:cubicBezTo>
                  <a:pt x="36755" y="336105"/>
                  <a:pt x="47942" y="311625"/>
                  <a:pt x="60073" y="288018"/>
                </a:cubicBezTo>
                <a:cubicBezTo>
                  <a:pt x="63923" y="287654"/>
                  <a:pt x="67845" y="287291"/>
                  <a:pt x="71768" y="287146"/>
                </a:cubicBezTo>
                <a:cubicBezTo>
                  <a:pt x="86587" y="286492"/>
                  <a:pt x="105764" y="284476"/>
                  <a:pt x="123678" y="286292"/>
                </a:cubicBezTo>
                <a:close/>
                <a:moveTo>
                  <a:pt x="678748" y="2324"/>
                </a:moveTo>
                <a:cubicBezTo>
                  <a:pt x="695963" y="3341"/>
                  <a:pt x="714559" y="4794"/>
                  <a:pt x="734245" y="6755"/>
                </a:cubicBezTo>
                <a:cubicBezTo>
                  <a:pt x="759087" y="58838"/>
                  <a:pt x="779935" y="147604"/>
                  <a:pt x="767514" y="202883"/>
                </a:cubicBezTo>
                <a:cubicBezTo>
                  <a:pt x="765843" y="210074"/>
                  <a:pt x="753930" y="214505"/>
                  <a:pt x="746085" y="214070"/>
                </a:cubicBezTo>
                <a:cubicBezTo>
                  <a:pt x="718627" y="212545"/>
                  <a:pt x="702356" y="117458"/>
                  <a:pt x="695746" y="89274"/>
                </a:cubicBezTo>
                <a:cubicBezTo>
                  <a:pt x="692187" y="74092"/>
                  <a:pt x="685939" y="34358"/>
                  <a:pt x="678748" y="2324"/>
                </a:cubicBezTo>
                <a:close/>
                <a:moveTo>
                  <a:pt x="538698" y="2324"/>
                </a:moveTo>
                <a:cubicBezTo>
                  <a:pt x="531579" y="34358"/>
                  <a:pt x="525260" y="74020"/>
                  <a:pt x="521700" y="89274"/>
                </a:cubicBezTo>
                <a:cubicBezTo>
                  <a:pt x="515090" y="117458"/>
                  <a:pt x="498746" y="212545"/>
                  <a:pt x="471361" y="214070"/>
                </a:cubicBezTo>
                <a:cubicBezTo>
                  <a:pt x="463515" y="214505"/>
                  <a:pt x="451530" y="210074"/>
                  <a:pt x="449932" y="202883"/>
                </a:cubicBezTo>
                <a:cubicBezTo>
                  <a:pt x="437438" y="147604"/>
                  <a:pt x="458358" y="58838"/>
                  <a:pt x="483201" y="6755"/>
                </a:cubicBezTo>
                <a:cubicBezTo>
                  <a:pt x="502886" y="4794"/>
                  <a:pt x="521482" y="3341"/>
                  <a:pt x="538698" y="2324"/>
                </a:cubicBezTo>
                <a:close/>
                <a:moveTo>
                  <a:pt x="608723" y="0"/>
                </a:moveTo>
                <a:cubicBezTo>
                  <a:pt x="616568" y="0"/>
                  <a:pt x="625139" y="146"/>
                  <a:pt x="634365" y="363"/>
                </a:cubicBezTo>
                <a:cubicBezTo>
                  <a:pt x="637489" y="16707"/>
                  <a:pt x="639015" y="33124"/>
                  <a:pt x="637489" y="51066"/>
                </a:cubicBezTo>
                <a:cubicBezTo>
                  <a:pt x="634801" y="82374"/>
                  <a:pt x="633929" y="110703"/>
                  <a:pt x="621363" y="139687"/>
                </a:cubicBezTo>
                <a:cubicBezTo>
                  <a:pt x="617149" y="149276"/>
                  <a:pt x="600151" y="149276"/>
                  <a:pt x="596011" y="139687"/>
                </a:cubicBezTo>
                <a:cubicBezTo>
                  <a:pt x="583444" y="110703"/>
                  <a:pt x="582573" y="82374"/>
                  <a:pt x="579885" y="51066"/>
                </a:cubicBezTo>
                <a:lnTo>
                  <a:pt x="579957" y="51066"/>
                </a:lnTo>
                <a:cubicBezTo>
                  <a:pt x="578432" y="33124"/>
                  <a:pt x="580031" y="16634"/>
                  <a:pt x="583081" y="363"/>
                </a:cubicBezTo>
                <a:cubicBezTo>
                  <a:pt x="592307" y="146"/>
                  <a:pt x="600878" y="0"/>
                  <a:pt x="608723" y="0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1" name="任意多边形: 形状 70"/>
          <p:cNvSpPr/>
          <p:nvPr userDrawn="1">
            <p:custDataLst>
              <p:tags r:id="rId57"/>
            </p:custDataLst>
          </p:nvPr>
        </p:nvSpPr>
        <p:spPr>
          <a:xfrm>
            <a:off x="6093177" y="4573393"/>
            <a:ext cx="7265" cy="151607"/>
          </a:xfrm>
          <a:custGeom>
            <a:avLst/>
            <a:gdLst>
              <a:gd name="connsiteX0" fmla="*/ 0 w 9525"/>
              <a:gd name="connsiteY0" fmla="*/ 0 h 198786"/>
              <a:gd name="connsiteX1" fmla="*/ 0 w 9525"/>
              <a:gd name="connsiteY1" fmla="*/ 198787 h 19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25" h="198786">
                <a:moveTo>
                  <a:pt x="0" y="0"/>
                </a:moveTo>
                <a:lnTo>
                  <a:pt x="0" y="198787"/>
                </a:lnTo>
              </a:path>
            </a:pathLst>
          </a:custGeom>
          <a:ln w="28575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2" name="任意多边形: 形状 71"/>
          <p:cNvSpPr/>
          <p:nvPr userDrawn="1">
            <p:custDataLst>
              <p:tags r:id="rId58"/>
            </p:custDataLst>
          </p:nvPr>
        </p:nvSpPr>
        <p:spPr>
          <a:xfrm>
            <a:off x="5972807" y="4651994"/>
            <a:ext cx="240596" cy="64580"/>
          </a:xfrm>
          <a:custGeom>
            <a:avLst/>
            <a:gdLst>
              <a:gd name="connsiteX0" fmla="*/ 0 w 315468"/>
              <a:gd name="connsiteY0" fmla="*/ 0 h 84677"/>
              <a:gd name="connsiteX1" fmla="*/ 157734 w 315468"/>
              <a:gd name="connsiteY1" fmla="*/ 84677 h 84677"/>
              <a:gd name="connsiteX2" fmla="*/ 315468 w 315468"/>
              <a:gd name="connsiteY2" fmla="*/ 0 h 84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5468" h="84677">
                <a:moveTo>
                  <a:pt x="0" y="0"/>
                </a:moveTo>
                <a:cubicBezTo>
                  <a:pt x="38100" y="51816"/>
                  <a:pt x="94679" y="84677"/>
                  <a:pt x="157734" y="84677"/>
                </a:cubicBezTo>
                <a:cubicBezTo>
                  <a:pt x="220790" y="84677"/>
                  <a:pt x="277368" y="51816"/>
                  <a:pt x="315468" y="0"/>
                </a:cubicBezTo>
              </a:path>
            </a:pathLst>
          </a:custGeom>
          <a:noFill/>
          <a:ln w="28575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3" name="任意多边形: 形状 72"/>
          <p:cNvSpPr/>
          <p:nvPr userDrawn="1">
            <p:custDataLst>
              <p:tags r:id="rId59"/>
            </p:custDataLst>
          </p:nvPr>
        </p:nvSpPr>
        <p:spPr>
          <a:xfrm>
            <a:off x="6033055" y="4552125"/>
            <a:ext cx="120257" cy="68485"/>
          </a:xfrm>
          <a:custGeom>
            <a:avLst/>
            <a:gdLst>
              <a:gd name="connsiteX0" fmla="*/ 78831 w 157681"/>
              <a:gd name="connsiteY0" fmla="*/ 1502 h 89798"/>
              <a:gd name="connsiteX1" fmla="*/ 1203 w 157681"/>
              <a:gd name="connsiteY1" fmla="*/ 27315 h 89798"/>
              <a:gd name="connsiteX2" fmla="*/ 78831 w 157681"/>
              <a:gd name="connsiteY2" fmla="*/ 89799 h 89798"/>
              <a:gd name="connsiteX3" fmla="*/ 156460 w 157681"/>
              <a:gd name="connsiteY3" fmla="*/ 27315 h 89798"/>
              <a:gd name="connsiteX4" fmla="*/ 78831 w 157681"/>
              <a:gd name="connsiteY4" fmla="*/ 1502 h 89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681" h="89798">
                <a:moveTo>
                  <a:pt x="78831" y="1502"/>
                </a:moveTo>
                <a:cubicBezTo>
                  <a:pt x="55972" y="1502"/>
                  <a:pt x="-9656" y="-9261"/>
                  <a:pt x="1203" y="27315"/>
                </a:cubicBezTo>
                <a:cubicBezTo>
                  <a:pt x="13966" y="70273"/>
                  <a:pt x="60543" y="89799"/>
                  <a:pt x="78831" y="89799"/>
                </a:cubicBezTo>
                <a:cubicBezTo>
                  <a:pt x="97120" y="89799"/>
                  <a:pt x="143602" y="70273"/>
                  <a:pt x="156460" y="27315"/>
                </a:cubicBezTo>
                <a:cubicBezTo>
                  <a:pt x="167414" y="-9356"/>
                  <a:pt x="101691" y="1502"/>
                  <a:pt x="78831" y="1502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6" name="任意多边形: 形状 105"/>
          <p:cNvSpPr/>
          <p:nvPr userDrawn="1">
            <p:custDataLst>
              <p:tags r:id="rId60"/>
            </p:custDataLst>
          </p:nvPr>
        </p:nvSpPr>
        <p:spPr>
          <a:xfrm>
            <a:off x="5718223" y="4374973"/>
            <a:ext cx="749831" cy="193945"/>
          </a:xfrm>
          <a:custGeom>
            <a:avLst/>
            <a:gdLst>
              <a:gd name="connsiteX0" fmla="*/ 663970 w 749797"/>
              <a:gd name="connsiteY0" fmla="*/ 30 h 193935"/>
              <a:gd name="connsiteX1" fmla="*/ 749758 w 749797"/>
              <a:gd name="connsiteY1" fmla="*/ 99328 h 193935"/>
              <a:gd name="connsiteX2" fmla="*/ 658813 w 749797"/>
              <a:gd name="connsiteY2" fmla="*/ 193906 h 193935"/>
              <a:gd name="connsiteX3" fmla="*/ 573025 w 749797"/>
              <a:gd name="connsiteY3" fmla="*/ 94607 h 193935"/>
              <a:gd name="connsiteX4" fmla="*/ 663970 w 749797"/>
              <a:gd name="connsiteY4" fmla="*/ 30 h 193935"/>
              <a:gd name="connsiteX5" fmla="*/ 85828 w 749797"/>
              <a:gd name="connsiteY5" fmla="*/ 30 h 193935"/>
              <a:gd name="connsiteX6" fmla="*/ 176846 w 749797"/>
              <a:gd name="connsiteY6" fmla="*/ 94607 h 193935"/>
              <a:gd name="connsiteX7" fmla="*/ 91058 w 749797"/>
              <a:gd name="connsiteY7" fmla="*/ 193906 h 193935"/>
              <a:gd name="connsiteX8" fmla="*/ 40 w 749797"/>
              <a:gd name="connsiteY8" fmla="*/ 99328 h 193935"/>
              <a:gd name="connsiteX9" fmla="*/ 85828 w 749797"/>
              <a:gd name="connsiteY9" fmla="*/ 30 h 19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9797" h="193935">
                <a:moveTo>
                  <a:pt x="663970" y="30"/>
                </a:moveTo>
                <a:cubicBezTo>
                  <a:pt x="712784" y="1337"/>
                  <a:pt x="751211" y="45793"/>
                  <a:pt x="749758" y="99328"/>
                </a:cubicBezTo>
                <a:cubicBezTo>
                  <a:pt x="748378" y="152865"/>
                  <a:pt x="707627" y="195213"/>
                  <a:pt x="658813" y="193906"/>
                </a:cubicBezTo>
                <a:cubicBezTo>
                  <a:pt x="609999" y="192598"/>
                  <a:pt x="571572" y="148143"/>
                  <a:pt x="573025" y="94607"/>
                </a:cubicBezTo>
                <a:cubicBezTo>
                  <a:pt x="574405" y="41071"/>
                  <a:pt x="615156" y="-1278"/>
                  <a:pt x="663970" y="30"/>
                </a:cubicBezTo>
                <a:close/>
                <a:moveTo>
                  <a:pt x="85828" y="30"/>
                </a:moveTo>
                <a:cubicBezTo>
                  <a:pt x="134642" y="-1278"/>
                  <a:pt x="175393" y="41071"/>
                  <a:pt x="176846" y="94607"/>
                </a:cubicBezTo>
                <a:cubicBezTo>
                  <a:pt x="178298" y="148143"/>
                  <a:pt x="139872" y="192598"/>
                  <a:pt x="91058" y="193906"/>
                </a:cubicBezTo>
                <a:cubicBezTo>
                  <a:pt x="42244" y="195213"/>
                  <a:pt x="1493" y="152865"/>
                  <a:pt x="40" y="99328"/>
                </a:cubicBezTo>
                <a:cubicBezTo>
                  <a:pt x="-1413" y="45793"/>
                  <a:pt x="37013" y="1337"/>
                  <a:pt x="85828" y="3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2" name="任意多边形: 形状 111"/>
          <p:cNvSpPr/>
          <p:nvPr>
            <p:custDataLst>
              <p:tags r:id="rId61"/>
            </p:custDataLst>
          </p:nvPr>
        </p:nvSpPr>
        <p:spPr>
          <a:xfrm>
            <a:off x="9453225" y="3702634"/>
            <a:ext cx="336314" cy="254553"/>
          </a:xfrm>
          <a:custGeom>
            <a:avLst/>
            <a:gdLst>
              <a:gd name="connsiteX0" fmla="*/ 105839 w 466476"/>
              <a:gd name="connsiteY0" fmla="*/ 298932 h 353068"/>
              <a:gd name="connsiteX1" fmla="*/ 2336 w 466476"/>
              <a:gd name="connsiteY1" fmla="*/ 105531 h 353068"/>
              <a:gd name="connsiteX2" fmla="*/ 193243 w 466476"/>
              <a:gd name="connsiteY2" fmla="*/ 7810 h 353068"/>
              <a:gd name="connsiteX3" fmla="*/ 301960 w 466476"/>
              <a:gd name="connsiteY3" fmla="*/ 134893 h 353068"/>
              <a:gd name="connsiteX4" fmla="*/ 248338 w 466476"/>
              <a:gd name="connsiteY4" fmla="*/ 279546 h 353068"/>
              <a:gd name="connsiteX5" fmla="*/ 441286 w 466476"/>
              <a:gd name="connsiteY5" fmla="*/ 180465 h 353068"/>
              <a:gd name="connsiteX6" fmla="*/ 311710 w 466476"/>
              <a:gd name="connsiteY6" fmla="*/ 352894 h 353068"/>
              <a:gd name="connsiteX7" fmla="*/ 105725 w 466476"/>
              <a:gd name="connsiteY7" fmla="*/ 299045 h 35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476" h="353068">
                <a:moveTo>
                  <a:pt x="105839" y="298932"/>
                </a:moveTo>
                <a:cubicBezTo>
                  <a:pt x="105839" y="298932"/>
                  <a:pt x="-18410" y="199397"/>
                  <a:pt x="2336" y="105531"/>
                </a:cubicBezTo>
                <a:cubicBezTo>
                  <a:pt x="23195" y="11665"/>
                  <a:pt x="117515" y="-15316"/>
                  <a:pt x="193243" y="7810"/>
                </a:cubicBezTo>
                <a:cubicBezTo>
                  <a:pt x="268858" y="30937"/>
                  <a:pt x="318058" y="59505"/>
                  <a:pt x="301960" y="134893"/>
                </a:cubicBezTo>
                <a:cubicBezTo>
                  <a:pt x="285862" y="210167"/>
                  <a:pt x="248338" y="279546"/>
                  <a:pt x="248338" y="279546"/>
                </a:cubicBezTo>
                <a:cubicBezTo>
                  <a:pt x="248338" y="279546"/>
                  <a:pt x="380749" y="113013"/>
                  <a:pt x="441286" y="180465"/>
                </a:cubicBezTo>
                <a:cubicBezTo>
                  <a:pt x="496381" y="241796"/>
                  <a:pt x="464526" y="347565"/>
                  <a:pt x="311710" y="352894"/>
                </a:cubicBezTo>
                <a:cubicBezTo>
                  <a:pt x="202312" y="356635"/>
                  <a:pt x="105725" y="299045"/>
                  <a:pt x="105725" y="299045"/>
                </a:cubicBezTo>
                <a:close/>
              </a:path>
            </a:pathLst>
          </a:custGeom>
          <a:solidFill>
            <a:schemeClr val="accent3"/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5" name="任意多边形: 形状 124"/>
          <p:cNvSpPr/>
          <p:nvPr>
            <p:custDataLst>
              <p:tags r:id="rId62"/>
            </p:custDataLst>
          </p:nvPr>
        </p:nvSpPr>
        <p:spPr>
          <a:xfrm>
            <a:off x="9509262" y="3758757"/>
            <a:ext cx="95097" cy="97763"/>
          </a:xfrm>
          <a:custGeom>
            <a:avLst/>
            <a:gdLst>
              <a:gd name="connsiteX0" fmla="*/ 14959 w 131902"/>
              <a:gd name="connsiteY0" fmla="*/ 19865 h 135599"/>
              <a:gd name="connsiteX1" fmla="*/ 47835 w 131902"/>
              <a:gd name="connsiteY1" fmla="*/ 129829 h 135599"/>
              <a:gd name="connsiteX2" fmla="*/ 125943 w 131902"/>
              <a:gd name="connsiteY2" fmla="*/ 41404 h 135599"/>
              <a:gd name="connsiteX3" fmla="*/ 15072 w 131902"/>
              <a:gd name="connsiteY3" fmla="*/ 19751 h 135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902" h="135599">
                <a:moveTo>
                  <a:pt x="14959" y="19865"/>
                </a:moveTo>
                <a:cubicBezTo>
                  <a:pt x="-7147" y="51834"/>
                  <a:pt x="-11115" y="103982"/>
                  <a:pt x="47835" y="129829"/>
                </a:cubicBezTo>
                <a:cubicBezTo>
                  <a:pt x="106671" y="155789"/>
                  <a:pt x="147823" y="88450"/>
                  <a:pt x="125943" y="41404"/>
                </a:cubicBezTo>
                <a:cubicBezTo>
                  <a:pt x="104064" y="-5643"/>
                  <a:pt x="37065" y="-12218"/>
                  <a:pt x="15072" y="1975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6" name="任意多边形: 形状 125"/>
          <p:cNvSpPr/>
          <p:nvPr>
            <p:custDataLst>
              <p:tags r:id="rId63"/>
            </p:custDataLst>
          </p:nvPr>
        </p:nvSpPr>
        <p:spPr>
          <a:xfrm>
            <a:off x="9699934" y="3861983"/>
            <a:ext cx="54060" cy="53496"/>
          </a:xfrm>
          <a:custGeom>
            <a:avLst/>
            <a:gdLst>
              <a:gd name="connsiteX0" fmla="*/ 12945 w 74981"/>
              <a:gd name="connsiteY0" fmla="*/ 10687 h 74200"/>
              <a:gd name="connsiteX1" fmla="*/ 21674 w 74981"/>
              <a:gd name="connsiteY1" fmla="*/ 70997 h 74200"/>
              <a:gd name="connsiteX2" fmla="*/ 73596 w 74981"/>
              <a:gd name="connsiteY2" fmla="*/ 22817 h 74200"/>
              <a:gd name="connsiteX3" fmla="*/ 13059 w 74981"/>
              <a:gd name="connsiteY3" fmla="*/ 10687 h 7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81" h="74200">
                <a:moveTo>
                  <a:pt x="12945" y="10687"/>
                </a:moveTo>
                <a:cubicBezTo>
                  <a:pt x="-2359" y="28145"/>
                  <a:pt x="-9161" y="56600"/>
                  <a:pt x="21674" y="70997"/>
                </a:cubicBezTo>
                <a:cubicBezTo>
                  <a:pt x="52510" y="85281"/>
                  <a:pt x="81758" y="48664"/>
                  <a:pt x="73596" y="22817"/>
                </a:cubicBezTo>
                <a:cubicBezTo>
                  <a:pt x="65433" y="-2917"/>
                  <a:pt x="28250" y="-6771"/>
                  <a:pt x="13059" y="1068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4" name="任意多边形: 形状 113"/>
          <p:cNvSpPr/>
          <p:nvPr>
            <p:custDataLst>
              <p:tags r:id="rId64"/>
            </p:custDataLst>
          </p:nvPr>
        </p:nvSpPr>
        <p:spPr>
          <a:xfrm>
            <a:off x="9371121" y="3961012"/>
            <a:ext cx="338099" cy="214194"/>
          </a:xfrm>
          <a:custGeom>
            <a:avLst/>
            <a:gdLst>
              <a:gd name="connsiteX0" fmla="*/ 195679 w 468950"/>
              <a:gd name="connsiteY0" fmla="*/ 753 h 297089"/>
              <a:gd name="connsiteX1" fmla="*/ 11 w 468950"/>
              <a:gd name="connsiteY1" fmla="*/ 162752 h 297089"/>
              <a:gd name="connsiteX2" fmla="*/ 197039 w 468950"/>
              <a:gd name="connsiteY2" fmla="*/ 282012 h 297089"/>
              <a:gd name="connsiteX3" fmla="*/ 276508 w 468950"/>
              <a:gd name="connsiteY3" fmla="*/ 109924 h 297089"/>
              <a:gd name="connsiteX4" fmla="*/ 369694 w 468950"/>
              <a:gd name="connsiteY4" fmla="*/ 293916 h 297089"/>
              <a:gd name="connsiteX5" fmla="*/ 453584 w 468950"/>
              <a:gd name="connsiteY5" fmla="*/ 127382 h 297089"/>
              <a:gd name="connsiteX6" fmla="*/ 338632 w 468950"/>
              <a:gd name="connsiteY6" fmla="*/ 22179 h 297089"/>
              <a:gd name="connsiteX7" fmla="*/ 195679 w 468950"/>
              <a:gd name="connsiteY7" fmla="*/ 753 h 29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950" h="297089">
                <a:moveTo>
                  <a:pt x="195679" y="753"/>
                </a:moveTo>
                <a:cubicBezTo>
                  <a:pt x="153734" y="6308"/>
                  <a:pt x="1484" y="51768"/>
                  <a:pt x="11" y="162752"/>
                </a:cubicBezTo>
                <a:cubicBezTo>
                  <a:pt x="-1350" y="266595"/>
                  <a:pt x="129247" y="327018"/>
                  <a:pt x="197039" y="282012"/>
                </a:cubicBezTo>
                <a:cubicBezTo>
                  <a:pt x="264831" y="237006"/>
                  <a:pt x="276508" y="109924"/>
                  <a:pt x="276508" y="109924"/>
                </a:cubicBezTo>
                <a:cubicBezTo>
                  <a:pt x="276508" y="109924"/>
                  <a:pt x="260637" y="285073"/>
                  <a:pt x="369694" y="293916"/>
                </a:cubicBezTo>
                <a:cubicBezTo>
                  <a:pt x="458686" y="301171"/>
                  <a:pt x="491108" y="194948"/>
                  <a:pt x="453584" y="127382"/>
                </a:cubicBezTo>
                <a:cubicBezTo>
                  <a:pt x="416060" y="59817"/>
                  <a:pt x="338632" y="22179"/>
                  <a:pt x="338632" y="22179"/>
                </a:cubicBezTo>
                <a:cubicBezTo>
                  <a:pt x="338632" y="22179"/>
                  <a:pt x="237624" y="-4801"/>
                  <a:pt x="195679" y="753"/>
                </a:cubicBezTo>
                <a:close/>
              </a:path>
            </a:pathLst>
          </a:custGeom>
          <a:solidFill>
            <a:schemeClr val="accent3"/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3" name="任意多边形: 形状 122"/>
          <p:cNvSpPr/>
          <p:nvPr>
            <p:custDataLst>
              <p:tags r:id="rId65"/>
            </p:custDataLst>
          </p:nvPr>
        </p:nvSpPr>
        <p:spPr>
          <a:xfrm>
            <a:off x="9422944" y="4027003"/>
            <a:ext cx="95632" cy="99489"/>
          </a:xfrm>
          <a:custGeom>
            <a:avLst/>
            <a:gdLst>
              <a:gd name="connsiteX0" fmla="*/ 95794 w 132643"/>
              <a:gd name="connsiteY0" fmla="*/ 2976 h 137992"/>
              <a:gd name="connsiteX1" fmla="*/ 340 w 132643"/>
              <a:gd name="connsiteY1" fmla="*/ 73262 h 137992"/>
              <a:gd name="connsiteX2" fmla="*/ 110418 w 132643"/>
              <a:gd name="connsiteY2" fmla="*/ 118155 h 137992"/>
              <a:gd name="connsiteX3" fmla="*/ 95680 w 132643"/>
              <a:gd name="connsiteY3" fmla="*/ 3089 h 13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643" h="137992">
                <a:moveTo>
                  <a:pt x="95794" y="2976"/>
                </a:moveTo>
                <a:cubicBezTo>
                  <a:pt x="57930" y="-7227"/>
                  <a:pt x="6462" y="7057"/>
                  <a:pt x="340" y="73262"/>
                </a:cubicBezTo>
                <a:cubicBezTo>
                  <a:pt x="-5781" y="139354"/>
                  <a:pt x="72214" y="155792"/>
                  <a:pt x="110418" y="118155"/>
                </a:cubicBezTo>
                <a:cubicBezTo>
                  <a:pt x="148622" y="80517"/>
                  <a:pt x="133544" y="13292"/>
                  <a:pt x="95680" y="308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4" name="任意多边形: 形状 123"/>
          <p:cNvSpPr/>
          <p:nvPr>
            <p:custDataLst>
              <p:tags r:id="rId66"/>
            </p:custDataLst>
          </p:nvPr>
        </p:nvSpPr>
        <p:spPr>
          <a:xfrm>
            <a:off x="9615736" y="4062000"/>
            <a:ext cx="52641" cy="65733"/>
          </a:xfrm>
          <a:custGeom>
            <a:avLst/>
            <a:gdLst>
              <a:gd name="connsiteX0" fmla="*/ 2301 w 73015"/>
              <a:gd name="connsiteY0" fmla="*/ 56237 h 91173"/>
              <a:gd name="connsiteX1" fmla="*/ 60797 w 73015"/>
              <a:gd name="connsiteY1" fmla="*/ 81291 h 91173"/>
              <a:gd name="connsiteX2" fmla="*/ 39598 w 73015"/>
              <a:gd name="connsiteY2" fmla="*/ 688 h 91173"/>
              <a:gd name="connsiteX3" fmla="*/ 2301 w 73015"/>
              <a:gd name="connsiteY3" fmla="*/ 56237 h 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5" h="91173">
                <a:moveTo>
                  <a:pt x="2301" y="56237"/>
                </a:moveTo>
                <a:cubicBezTo>
                  <a:pt x="11483" y="81858"/>
                  <a:pt x="34383" y="104984"/>
                  <a:pt x="60797" y="81291"/>
                </a:cubicBezTo>
                <a:cubicBezTo>
                  <a:pt x="87211" y="57597"/>
                  <a:pt x="66465" y="6810"/>
                  <a:pt x="39598" y="688"/>
                </a:cubicBezTo>
                <a:cubicBezTo>
                  <a:pt x="12617" y="-5434"/>
                  <a:pt x="-6882" y="30616"/>
                  <a:pt x="2301" y="5623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6" name="任意多边形: 形状 115"/>
          <p:cNvSpPr/>
          <p:nvPr>
            <p:custDataLst>
              <p:tags r:id="rId67"/>
            </p:custDataLst>
          </p:nvPr>
        </p:nvSpPr>
        <p:spPr>
          <a:xfrm>
            <a:off x="9325629" y="3941117"/>
            <a:ext cx="130758" cy="81734"/>
          </a:xfrm>
          <a:custGeom>
            <a:avLst/>
            <a:gdLst>
              <a:gd name="connsiteX0" fmla="*/ 178165 w 181365"/>
              <a:gd name="connsiteY0" fmla="*/ 7 h 113366"/>
              <a:gd name="connsiteX1" fmla="*/ 70355 w 181365"/>
              <a:gd name="connsiteY1" fmla="*/ 35717 h 113366"/>
              <a:gd name="connsiteX2" fmla="*/ 68 w 181365"/>
              <a:gd name="connsiteY2" fmla="*/ 106117 h 113366"/>
              <a:gd name="connsiteX3" fmla="*/ 13559 w 181365"/>
              <a:gd name="connsiteY3" fmla="*/ 110198 h 113366"/>
              <a:gd name="connsiteX4" fmla="*/ 84525 w 181365"/>
              <a:gd name="connsiteY4" fmla="*/ 55783 h 113366"/>
              <a:gd name="connsiteX5" fmla="*/ 179639 w 181365"/>
              <a:gd name="connsiteY5" fmla="*/ 6242 h 113366"/>
              <a:gd name="connsiteX6" fmla="*/ 178278 w 181365"/>
              <a:gd name="connsiteY6" fmla="*/ 7 h 11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365" h="113366">
                <a:moveTo>
                  <a:pt x="178165" y="7"/>
                </a:moveTo>
                <a:cubicBezTo>
                  <a:pt x="139167" y="2615"/>
                  <a:pt x="102777" y="12818"/>
                  <a:pt x="70355" y="35717"/>
                </a:cubicBezTo>
                <a:cubicBezTo>
                  <a:pt x="47682" y="51815"/>
                  <a:pt x="4036" y="74942"/>
                  <a:pt x="68" y="106117"/>
                </a:cubicBezTo>
                <a:cubicBezTo>
                  <a:pt x="-952" y="113939"/>
                  <a:pt x="9705" y="115640"/>
                  <a:pt x="13559" y="110198"/>
                </a:cubicBezTo>
                <a:cubicBezTo>
                  <a:pt x="27049" y="87185"/>
                  <a:pt x="63780" y="68593"/>
                  <a:pt x="84525" y="55783"/>
                </a:cubicBezTo>
                <a:cubicBezTo>
                  <a:pt x="114794" y="36964"/>
                  <a:pt x="147556" y="21660"/>
                  <a:pt x="179639" y="6242"/>
                </a:cubicBezTo>
                <a:cubicBezTo>
                  <a:pt x="182473" y="4882"/>
                  <a:pt x="181679" y="-219"/>
                  <a:pt x="178278" y="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7" name="任意多边形: 形状 116"/>
          <p:cNvSpPr/>
          <p:nvPr>
            <p:custDataLst>
              <p:tags r:id="rId68"/>
            </p:custDataLst>
          </p:nvPr>
        </p:nvSpPr>
        <p:spPr>
          <a:xfrm>
            <a:off x="9307355" y="3892191"/>
            <a:ext cx="150380" cy="35658"/>
          </a:xfrm>
          <a:custGeom>
            <a:avLst/>
            <a:gdLst>
              <a:gd name="connsiteX0" fmla="*/ 207252 w 208581"/>
              <a:gd name="connsiteY0" fmla="*/ 43721 h 49459"/>
              <a:gd name="connsiteX1" fmla="*/ 101029 w 208581"/>
              <a:gd name="connsiteY1" fmla="*/ 3589 h 49459"/>
              <a:gd name="connsiteX2" fmla="*/ 2061 w 208581"/>
              <a:gd name="connsiteY2" fmla="*/ 14019 h 49459"/>
              <a:gd name="connsiteX3" fmla="*/ 9997 w 208581"/>
              <a:gd name="connsiteY3" fmla="*/ 25696 h 49459"/>
              <a:gd name="connsiteX4" fmla="*/ 99442 w 208581"/>
              <a:gd name="connsiteY4" fmla="*/ 28076 h 49459"/>
              <a:gd name="connsiteX5" fmla="*/ 204531 w 208581"/>
              <a:gd name="connsiteY5" fmla="*/ 49389 h 49459"/>
              <a:gd name="connsiteX6" fmla="*/ 207365 w 208581"/>
              <a:gd name="connsiteY6" fmla="*/ 43607 h 49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581" h="49459">
                <a:moveTo>
                  <a:pt x="207252" y="43721"/>
                </a:moveTo>
                <a:cubicBezTo>
                  <a:pt x="175283" y="21161"/>
                  <a:pt x="140593" y="6197"/>
                  <a:pt x="101029" y="3589"/>
                </a:cubicBezTo>
                <a:cubicBezTo>
                  <a:pt x="73254" y="1776"/>
                  <a:pt x="24847" y="-7634"/>
                  <a:pt x="2061" y="14019"/>
                </a:cubicBezTo>
                <a:cubicBezTo>
                  <a:pt x="-3607" y="19460"/>
                  <a:pt x="3535" y="27509"/>
                  <a:pt x="9997" y="25696"/>
                </a:cubicBezTo>
                <a:cubicBezTo>
                  <a:pt x="35050" y="16286"/>
                  <a:pt x="75181" y="25015"/>
                  <a:pt x="99442" y="28076"/>
                </a:cubicBezTo>
                <a:cubicBezTo>
                  <a:pt x="134811" y="32497"/>
                  <a:pt x="169841" y="41227"/>
                  <a:pt x="204531" y="49389"/>
                </a:cubicBezTo>
                <a:cubicBezTo>
                  <a:pt x="207592" y="50069"/>
                  <a:pt x="210199" y="45648"/>
                  <a:pt x="207365" y="4360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8" name="任意多边形: 形状 117"/>
          <p:cNvSpPr/>
          <p:nvPr>
            <p:custDataLst>
              <p:tags r:id="rId69"/>
            </p:custDataLst>
          </p:nvPr>
        </p:nvSpPr>
        <p:spPr>
          <a:xfrm>
            <a:off x="9443256" y="3896351"/>
            <a:ext cx="280180" cy="123353"/>
          </a:xfrm>
          <a:custGeom>
            <a:avLst/>
            <a:gdLst>
              <a:gd name="connsiteX0" fmla="*/ 1763 w 388616"/>
              <a:gd name="connsiteY0" fmla="*/ 36365 h 171092"/>
              <a:gd name="connsiteX1" fmla="*/ 91888 w 388616"/>
              <a:gd name="connsiteY1" fmla="*/ 108919 h 171092"/>
              <a:gd name="connsiteX2" fmla="*/ 297192 w 388616"/>
              <a:gd name="connsiteY2" fmla="*/ 161974 h 171092"/>
              <a:gd name="connsiteX3" fmla="*/ 387998 w 388616"/>
              <a:gd name="connsiteY3" fmla="*/ 155852 h 171092"/>
              <a:gd name="connsiteX4" fmla="*/ 319865 w 388616"/>
              <a:gd name="connsiteY4" fmla="*/ 67427 h 171092"/>
              <a:gd name="connsiteX5" fmla="*/ 119663 w 388616"/>
              <a:gd name="connsiteY5" fmla="*/ 4963 h 171092"/>
              <a:gd name="connsiteX6" fmla="*/ 1763 w 388616"/>
              <a:gd name="connsiteY6" fmla="*/ 36252 h 171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616" h="171092">
                <a:moveTo>
                  <a:pt x="1763" y="36365"/>
                </a:moveTo>
                <a:cubicBezTo>
                  <a:pt x="-9574" y="83638"/>
                  <a:pt x="35319" y="92481"/>
                  <a:pt x="91888" y="108919"/>
                </a:cubicBezTo>
                <a:cubicBezTo>
                  <a:pt x="148457" y="125357"/>
                  <a:pt x="256948" y="153358"/>
                  <a:pt x="297192" y="161974"/>
                </a:cubicBezTo>
                <a:cubicBezTo>
                  <a:pt x="337324" y="170703"/>
                  <a:pt x="382329" y="179545"/>
                  <a:pt x="387998" y="155852"/>
                </a:cubicBezTo>
                <a:cubicBezTo>
                  <a:pt x="393666" y="132272"/>
                  <a:pt x="359543" y="90440"/>
                  <a:pt x="319865" y="67427"/>
                </a:cubicBezTo>
                <a:cubicBezTo>
                  <a:pt x="280187" y="44527"/>
                  <a:pt x="171810" y="11765"/>
                  <a:pt x="119663" y="4963"/>
                </a:cubicBezTo>
                <a:cubicBezTo>
                  <a:pt x="77831" y="-479"/>
                  <a:pt x="12986" y="-11021"/>
                  <a:pt x="1763" y="36252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19" name="任意多边形: 形状 118"/>
          <p:cNvSpPr/>
          <p:nvPr>
            <p:custDataLst>
              <p:tags r:id="rId70"/>
            </p:custDataLst>
          </p:nvPr>
        </p:nvSpPr>
        <p:spPr>
          <a:xfrm>
            <a:off x="9464059" y="3896563"/>
            <a:ext cx="66040" cy="78152"/>
          </a:xfrm>
          <a:custGeom>
            <a:avLst/>
            <a:gdLst>
              <a:gd name="connsiteX0" fmla="*/ 91599 w 91599"/>
              <a:gd name="connsiteY0" fmla="*/ 4895 h 108397"/>
              <a:gd name="connsiteX1" fmla="*/ 90919 w 91599"/>
              <a:gd name="connsiteY1" fmla="*/ 4895 h 108397"/>
              <a:gd name="connsiteX2" fmla="*/ 18252 w 91599"/>
              <a:gd name="connsiteY2" fmla="*/ 1154 h 108397"/>
              <a:gd name="connsiteX3" fmla="*/ 6462 w 91599"/>
              <a:gd name="connsiteY3" fmla="*/ 40945 h 108397"/>
              <a:gd name="connsiteX4" fmla="*/ 0 w 91599"/>
              <a:gd name="connsiteY4" fmla="*/ 87992 h 108397"/>
              <a:gd name="connsiteX5" fmla="*/ 61897 w 91599"/>
              <a:gd name="connsiteY5" fmla="*/ 108397 h 108397"/>
              <a:gd name="connsiteX6" fmla="*/ 71647 w 91599"/>
              <a:gd name="connsiteY6" fmla="*/ 61804 h 108397"/>
              <a:gd name="connsiteX7" fmla="*/ 91599 w 91599"/>
              <a:gd name="connsiteY7" fmla="*/ 5122 h 108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599" h="108397">
                <a:moveTo>
                  <a:pt x="91599" y="4895"/>
                </a:moveTo>
                <a:cubicBezTo>
                  <a:pt x="91599" y="4895"/>
                  <a:pt x="91146" y="4895"/>
                  <a:pt x="90919" y="4895"/>
                </a:cubicBezTo>
                <a:cubicBezTo>
                  <a:pt x="69266" y="2061"/>
                  <a:pt x="41605" y="-2020"/>
                  <a:pt x="18252" y="1154"/>
                </a:cubicBezTo>
                <a:cubicBezTo>
                  <a:pt x="13604" y="13738"/>
                  <a:pt x="9749" y="27001"/>
                  <a:pt x="6462" y="40945"/>
                </a:cubicBezTo>
                <a:cubicBezTo>
                  <a:pt x="2834" y="56363"/>
                  <a:pt x="1360" y="72121"/>
                  <a:pt x="0" y="87992"/>
                </a:cubicBezTo>
                <a:cubicBezTo>
                  <a:pt x="16211" y="95814"/>
                  <a:pt x="37977" y="101482"/>
                  <a:pt x="61897" y="108397"/>
                </a:cubicBezTo>
                <a:cubicBezTo>
                  <a:pt x="65185" y="92866"/>
                  <a:pt x="66659" y="76995"/>
                  <a:pt x="71647" y="61804"/>
                </a:cubicBezTo>
                <a:cubicBezTo>
                  <a:pt x="77882" y="42646"/>
                  <a:pt x="84684" y="23827"/>
                  <a:pt x="91599" y="512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0" name="任意多边形: 形状 119"/>
          <p:cNvSpPr/>
          <p:nvPr>
            <p:custDataLst>
              <p:tags r:id="rId71"/>
            </p:custDataLst>
          </p:nvPr>
        </p:nvSpPr>
        <p:spPr>
          <a:xfrm>
            <a:off x="9544894" y="3906876"/>
            <a:ext cx="68491" cy="89580"/>
          </a:xfrm>
          <a:custGeom>
            <a:avLst/>
            <a:gdLst>
              <a:gd name="connsiteX0" fmla="*/ 95000 w 94999"/>
              <a:gd name="connsiteY0" fmla="*/ 19272 h 124248"/>
              <a:gd name="connsiteX1" fmla="*/ 26868 w 94999"/>
              <a:gd name="connsiteY1" fmla="*/ 0 h 124248"/>
              <a:gd name="connsiteX2" fmla="*/ 25054 w 94999"/>
              <a:gd name="connsiteY2" fmla="*/ 3854 h 124248"/>
              <a:gd name="connsiteX3" fmla="*/ 0 w 94999"/>
              <a:gd name="connsiteY3" fmla="*/ 108037 h 124248"/>
              <a:gd name="connsiteX4" fmla="*/ 61331 w 94999"/>
              <a:gd name="connsiteY4" fmla="*/ 124248 h 124248"/>
              <a:gd name="connsiteX5" fmla="*/ 86838 w 94999"/>
              <a:gd name="connsiteY5" fmla="*/ 41265 h 124248"/>
              <a:gd name="connsiteX6" fmla="*/ 94887 w 94999"/>
              <a:gd name="connsiteY6" fmla="*/ 19385 h 12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999" h="124248">
                <a:moveTo>
                  <a:pt x="95000" y="19272"/>
                </a:moveTo>
                <a:cubicBezTo>
                  <a:pt x="72327" y="12017"/>
                  <a:pt x="48520" y="5215"/>
                  <a:pt x="26868" y="0"/>
                </a:cubicBezTo>
                <a:cubicBezTo>
                  <a:pt x="26301" y="1247"/>
                  <a:pt x="25621" y="2607"/>
                  <a:pt x="25054" y="3854"/>
                </a:cubicBezTo>
                <a:cubicBezTo>
                  <a:pt x="12243" y="32422"/>
                  <a:pt x="1247" y="71080"/>
                  <a:pt x="0" y="108037"/>
                </a:cubicBezTo>
                <a:cubicBezTo>
                  <a:pt x="19612" y="113365"/>
                  <a:pt x="40811" y="118920"/>
                  <a:pt x="61331" y="124248"/>
                </a:cubicBezTo>
                <a:cubicBezTo>
                  <a:pt x="66885" y="95567"/>
                  <a:pt x="80829" y="62691"/>
                  <a:pt x="86838" y="41265"/>
                </a:cubicBezTo>
                <a:cubicBezTo>
                  <a:pt x="88992" y="33669"/>
                  <a:pt x="91826" y="26414"/>
                  <a:pt x="94887" y="19385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1" name="任意多边形: 形状 120"/>
          <p:cNvSpPr/>
          <p:nvPr>
            <p:custDataLst>
              <p:tags r:id="rId72"/>
            </p:custDataLst>
          </p:nvPr>
        </p:nvSpPr>
        <p:spPr>
          <a:xfrm>
            <a:off x="9626713" y="3932622"/>
            <a:ext cx="67429" cy="84186"/>
          </a:xfrm>
          <a:custGeom>
            <a:avLst/>
            <a:gdLst>
              <a:gd name="connsiteX0" fmla="*/ 27774 w 93526"/>
              <a:gd name="connsiteY0" fmla="*/ 0 h 116766"/>
              <a:gd name="connsiteX1" fmla="*/ 21879 w 93526"/>
              <a:gd name="connsiteY1" fmla="*/ 12017 h 116766"/>
              <a:gd name="connsiteX2" fmla="*/ 0 w 93526"/>
              <a:gd name="connsiteY2" fmla="*/ 101689 h 116766"/>
              <a:gd name="connsiteX3" fmla="*/ 42739 w 93526"/>
              <a:gd name="connsiteY3" fmla="*/ 111778 h 116766"/>
              <a:gd name="connsiteX4" fmla="*/ 67452 w 93526"/>
              <a:gd name="connsiteY4" fmla="*/ 116766 h 116766"/>
              <a:gd name="connsiteX5" fmla="*/ 74141 w 93526"/>
              <a:gd name="connsiteY5" fmla="*/ 99648 h 116766"/>
              <a:gd name="connsiteX6" fmla="*/ 93526 w 93526"/>
              <a:gd name="connsiteY6" fmla="*/ 37524 h 116766"/>
              <a:gd name="connsiteX7" fmla="*/ 65412 w 93526"/>
              <a:gd name="connsiteY7" fmla="*/ 17345 h 116766"/>
              <a:gd name="connsiteX8" fmla="*/ 27774 w 93526"/>
              <a:gd name="connsiteY8" fmla="*/ 113 h 11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526" h="116766">
                <a:moveTo>
                  <a:pt x="27774" y="0"/>
                </a:moveTo>
                <a:cubicBezTo>
                  <a:pt x="25734" y="4195"/>
                  <a:pt x="23807" y="8276"/>
                  <a:pt x="21879" y="12017"/>
                </a:cubicBezTo>
                <a:cubicBezTo>
                  <a:pt x="9183" y="37297"/>
                  <a:pt x="340" y="69946"/>
                  <a:pt x="0" y="101689"/>
                </a:cubicBezTo>
                <a:cubicBezTo>
                  <a:pt x="17345" y="105996"/>
                  <a:pt x="32309" y="109511"/>
                  <a:pt x="42739" y="111778"/>
                </a:cubicBezTo>
                <a:cubicBezTo>
                  <a:pt x="50901" y="113592"/>
                  <a:pt x="59290" y="115292"/>
                  <a:pt x="67452" y="116766"/>
                </a:cubicBezTo>
                <a:cubicBezTo>
                  <a:pt x="69720" y="110531"/>
                  <a:pt x="72214" y="104636"/>
                  <a:pt x="74141" y="99648"/>
                </a:cubicBezTo>
                <a:cubicBezTo>
                  <a:pt x="82303" y="78675"/>
                  <a:pt x="84570" y="58043"/>
                  <a:pt x="93526" y="37524"/>
                </a:cubicBezTo>
                <a:cubicBezTo>
                  <a:pt x="84910" y="30042"/>
                  <a:pt x="75274" y="23126"/>
                  <a:pt x="65412" y="17345"/>
                </a:cubicBezTo>
                <a:cubicBezTo>
                  <a:pt x="56116" y="12017"/>
                  <a:pt x="42965" y="6008"/>
                  <a:pt x="27774" y="113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2" name="任意多边形: 形状 121"/>
          <p:cNvSpPr/>
          <p:nvPr>
            <p:custDataLst>
              <p:tags r:id="rId73"/>
            </p:custDataLst>
          </p:nvPr>
        </p:nvSpPr>
        <p:spPr>
          <a:xfrm>
            <a:off x="9789715" y="4015172"/>
            <a:ext cx="714576" cy="890401"/>
          </a:xfrm>
          <a:custGeom>
            <a:avLst/>
            <a:gdLst>
              <a:gd name="connsiteX0" fmla="*/ 0 w 991131"/>
              <a:gd name="connsiteY0" fmla="*/ 0 h 1234999"/>
              <a:gd name="connsiteX1" fmla="*/ 513657 w 991131"/>
              <a:gd name="connsiteY1" fmla="*/ 541999 h 1234999"/>
              <a:gd name="connsiteX2" fmla="*/ 301098 w 991131"/>
              <a:gd name="connsiteY2" fmla="*/ 551861 h 1234999"/>
              <a:gd name="connsiteX3" fmla="*/ 811127 w 991131"/>
              <a:gd name="connsiteY3" fmla="*/ 624642 h 1234999"/>
              <a:gd name="connsiteX4" fmla="*/ 990698 w 991131"/>
              <a:gd name="connsiteY4" fmla="*/ 1234999 h 1234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1131" h="1234999">
                <a:moveTo>
                  <a:pt x="0" y="0"/>
                </a:moveTo>
                <a:cubicBezTo>
                  <a:pt x="0" y="0"/>
                  <a:pt x="516945" y="86951"/>
                  <a:pt x="513657" y="541999"/>
                </a:cubicBezTo>
                <a:cubicBezTo>
                  <a:pt x="512184" y="740614"/>
                  <a:pt x="219248" y="693228"/>
                  <a:pt x="301098" y="551861"/>
                </a:cubicBezTo>
                <a:cubicBezTo>
                  <a:pt x="382947" y="410495"/>
                  <a:pt x="661372" y="464003"/>
                  <a:pt x="811127" y="624642"/>
                </a:cubicBezTo>
                <a:cubicBezTo>
                  <a:pt x="960883" y="785280"/>
                  <a:pt x="995572" y="1098621"/>
                  <a:pt x="990698" y="1234999"/>
                </a:cubicBezTo>
              </a:path>
            </a:pathLst>
          </a:custGeom>
          <a:noFill/>
          <a:ln w="19050" cap="flat">
            <a:solidFill>
              <a:schemeClr val="tx1">
                <a:lumMod val="40000"/>
                <a:lumOff val="60000"/>
              </a:schemeClr>
            </a:solidFill>
            <a:custDash>
              <a:ds d="0" sp="0"/>
              <a:ds d="375000" sp="300000"/>
            </a:custDash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1" name="任意多边形: 形状 130"/>
          <p:cNvSpPr/>
          <p:nvPr>
            <p:custDataLst>
              <p:tags r:id="rId74"/>
            </p:custDataLst>
          </p:nvPr>
        </p:nvSpPr>
        <p:spPr>
          <a:xfrm rot="20687373" flipH="1">
            <a:off x="2243428" y="3599273"/>
            <a:ext cx="358761" cy="329106"/>
          </a:xfrm>
          <a:custGeom>
            <a:avLst/>
            <a:gdLst>
              <a:gd name="connsiteX0" fmla="*/ 599662 w 674660"/>
              <a:gd name="connsiteY0" fmla="*/ 341869 h 618891"/>
              <a:gd name="connsiteX1" fmla="*/ 449336 w 674660"/>
              <a:gd name="connsiteY1" fmla="*/ 341869 h 618891"/>
              <a:gd name="connsiteX2" fmla="*/ 483896 w 674660"/>
              <a:gd name="connsiteY2" fmla="*/ 294711 h 618891"/>
              <a:gd name="connsiteX3" fmla="*/ 417671 w 674660"/>
              <a:gd name="connsiteY3" fmla="*/ 67435 h 618891"/>
              <a:gd name="connsiteX4" fmla="*/ 43985 w 674660"/>
              <a:gd name="connsiteY4" fmla="*/ 75777 h 618891"/>
              <a:gd name="connsiteX5" fmla="*/ 86376 w 674660"/>
              <a:gd name="connsiteY5" fmla="*/ 474319 h 618891"/>
              <a:gd name="connsiteX6" fmla="*/ 251342 w 674660"/>
              <a:gd name="connsiteY6" fmla="*/ 517390 h 618891"/>
              <a:gd name="connsiteX7" fmla="*/ 342082 w 674660"/>
              <a:gd name="connsiteY7" fmla="*/ 600810 h 618891"/>
              <a:gd name="connsiteX8" fmla="*/ 586723 w 674660"/>
              <a:gd name="connsiteY8" fmla="*/ 594511 h 618891"/>
              <a:gd name="connsiteX9" fmla="*/ 599662 w 674660"/>
              <a:gd name="connsiteY9" fmla="*/ 341869 h 618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4660" h="618891">
                <a:moveTo>
                  <a:pt x="599662" y="341869"/>
                </a:moveTo>
                <a:cubicBezTo>
                  <a:pt x="556079" y="306628"/>
                  <a:pt x="501431" y="315821"/>
                  <a:pt x="449336" y="341869"/>
                </a:cubicBezTo>
                <a:cubicBezTo>
                  <a:pt x="462956" y="325525"/>
                  <a:pt x="474873" y="309522"/>
                  <a:pt x="483896" y="294711"/>
                </a:cubicBezTo>
                <a:cubicBezTo>
                  <a:pt x="530032" y="219293"/>
                  <a:pt x="479810" y="127191"/>
                  <a:pt x="417671" y="67435"/>
                </a:cubicBezTo>
                <a:cubicBezTo>
                  <a:pt x="357575" y="9723"/>
                  <a:pt x="163496" y="-53608"/>
                  <a:pt x="43985" y="75777"/>
                </a:cubicBezTo>
                <a:cubicBezTo>
                  <a:pt x="-75526" y="204993"/>
                  <a:pt x="86376" y="474319"/>
                  <a:pt x="86376" y="474319"/>
                </a:cubicBezTo>
                <a:cubicBezTo>
                  <a:pt x="86376" y="474319"/>
                  <a:pt x="214229" y="486406"/>
                  <a:pt x="251342" y="517390"/>
                </a:cubicBezTo>
                <a:cubicBezTo>
                  <a:pt x="288455" y="548545"/>
                  <a:pt x="342082" y="600810"/>
                  <a:pt x="342082" y="600810"/>
                </a:cubicBezTo>
                <a:cubicBezTo>
                  <a:pt x="342082" y="600810"/>
                  <a:pt x="474703" y="645414"/>
                  <a:pt x="586723" y="594511"/>
                </a:cubicBezTo>
                <a:cubicBezTo>
                  <a:pt x="680017" y="552120"/>
                  <a:pt x="720365" y="439589"/>
                  <a:pt x="599662" y="341869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2" name="任意多边形: 形状 131"/>
          <p:cNvSpPr/>
          <p:nvPr>
            <p:custDataLst>
              <p:tags r:id="rId75"/>
            </p:custDataLst>
          </p:nvPr>
        </p:nvSpPr>
        <p:spPr>
          <a:xfrm rot="20687373" flipH="1">
            <a:off x="2226907" y="3597954"/>
            <a:ext cx="314782" cy="414906"/>
          </a:xfrm>
          <a:custGeom>
            <a:avLst/>
            <a:gdLst>
              <a:gd name="connsiteX0" fmla="*/ 570233 w 591956"/>
              <a:gd name="connsiteY0" fmla="*/ 521691 h 780240"/>
              <a:gd name="connsiteX1" fmla="*/ 423483 w 591956"/>
              <a:gd name="connsiteY1" fmla="*/ 462957 h 780240"/>
              <a:gd name="connsiteX2" fmla="*/ 481877 w 591956"/>
              <a:gd name="connsiteY2" fmla="*/ 427376 h 780240"/>
              <a:gd name="connsiteX3" fmla="*/ 536014 w 591956"/>
              <a:gd name="connsiteY3" fmla="*/ 164860 h 780240"/>
              <a:gd name="connsiteX4" fmla="*/ 167265 w 591956"/>
              <a:gd name="connsiteY4" fmla="*/ 27813 h 780240"/>
              <a:gd name="connsiteX5" fmla="*/ 426 w 591956"/>
              <a:gd name="connsiteY5" fmla="*/ 459382 h 780240"/>
              <a:gd name="connsiteX6" fmla="*/ 138835 w 591956"/>
              <a:gd name="connsiteY6" fmla="*/ 568508 h 780240"/>
              <a:gd name="connsiteX7" fmla="*/ 183779 w 591956"/>
              <a:gd name="connsiteY7" fmla="*/ 690744 h 780240"/>
              <a:gd name="connsiteX8" fmla="*/ 425696 w 591956"/>
              <a:gd name="connsiteY8" fmla="*/ 779611 h 780240"/>
              <a:gd name="connsiteX9" fmla="*/ 570233 w 591956"/>
              <a:gd name="connsiteY9" fmla="*/ 521691 h 7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1956" h="780240">
                <a:moveTo>
                  <a:pt x="570233" y="521691"/>
                </a:moveTo>
                <a:cubicBezTo>
                  <a:pt x="546229" y="468064"/>
                  <a:pt x="488005" y="456318"/>
                  <a:pt x="423483" y="462957"/>
                </a:cubicBezTo>
                <a:cubicBezTo>
                  <a:pt x="445274" y="451210"/>
                  <a:pt x="465363" y="439123"/>
                  <a:pt x="481877" y="427376"/>
                </a:cubicBezTo>
                <a:cubicBezTo>
                  <a:pt x="566318" y="366939"/>
                  <a:pt x="565467" y="251344"/>
                  <a:pt x="536014" y="164860"/>
                </a:cubicBezTo>
                <a:cubicBezTo>
                  <a:pt x="507583" y="81440"/>
                  <a:pt x="351299" y="-60203"/>
                  <a:pt x="167265" y="27813"/>
                </a:cubicBezTo>
                <a:cubicBezTo>
                  <a:pt x="-16768" y="115829"/>
                  <a:pt x="426" y="459382"/>
                  <a:pt x="426" y="459382"/>
                </a:cubicBezTo>
                <a:cubicBezTo>
                  <a:pt x="426" y="459382"/>
                  <a:pt x="118916" y="521691"/>
                  <a:pt x="138835" y="568508"/>
                </a:cubicBezTo>
                <a:cubicBezTo>
                  <a:pt x="158753" y="615326"/>
                  <a:pt x="183779" y="690744"/>
                  <a:pt x="183779" y="690744"/>
                </a:cubicBezTo>
                <a:cubicBezTo>
                  <a:pt x="183779" y="690744"/>
                  <a:pt x="289841" y="788975"/>
                  <a:pt x="425696" y="779611"/>
                </a:cubicBezTo>
                <a:cubicBezTo>
                  <a:pt x="538908" y="771780"/>
                  <a:pt x="636969" y="670314"/>
                  <a:pt x="570233" y="521691"/>
                </a:cubicBezTo>
                <a:close/>
              </a:path>
            </a:pathLst>
          </a:custGeom>
          <a:solidFill>
            <a:schemeClr val="accent6"/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3" name="任意多边形: 形状 132"/>
          <p:cNvSpPr/>
          <p:nvPr>
            <p:custDataLst>
              <p:tags r:id="rId76"/>
            </p:custDataLst>
          </p:nvPr>
        </p:nvSpPr>
        <p:spPr>
          <a:xfrm rot="20687373" flipH="1">
            <a:off x="2309085" y="3668704"/>
            <a:ext cx="150671" cy="145158"/>
          </a:xfrm>
          <a:custGeom>
            <a:avLst/>
            <a:gdLst>
              <a:gd name="connsiteX0" fmla="*/ 553 w 283341"/>
              <a:gd name="connsiteY0" fmla="*/ 181429 h 272972"/>
              <a:gd name="connsiteX1" fmla="*/ 141005 w 283341"/>
              <a:gd name="connsiteY1" fmla="*/ 970 h 272972"/>
              <a:gd name="connsiteX2" fmla="*/ 281626 w 283341"/>
              <a:gd name="connsiteY2" fmla="*/ 133079 h 272972"/>
              <a:gd name="connsiteX3" fmla="*/ 107977 w 283341"/>
              <a:gd name="connsiteY3" fmla="*/ 269105 h 272972"/>
              <a:gd name="connsiteX4" fmla="*/ 383 w 283341"/>
              <a:gd name="connsiteY4" fmla="*/ 181259 h 272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3341" h="272972">
                <a:moveTo>
                  <a:pt x="553" y="181429"/>
                </a:moveTo>
                <a:cubicBezTo>
                  <a:pt x="5661" y="130526"/>
                  <a:pt x="63884" y="9652"/>
                  <a:pt x="141005" y="970"/>
                </a:cubicBezTo>
                <a:cubicBezTo>
                  <a:pt x="218296" y="-7712"/>
                  <a:pt x="295927" y="42339"/>
                  <a:pt x="281626" y="133079"/>
                </a:cubicBezTo>
                <a:cubicBezTo>
                  <a:pt x="267326" y="223820"/>
                  <a:pt x="174202" y="249867"/>
                  <a:pt x="107977" y="269105"/>
                </a:cubicBezTo>
                <a:cubicBezTo>
                  <a:pt x="41753" y="288342"/>
                  <a:pt x="-4724" y="232162"/>
                  <a:pt x="383" y="18125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4" name="任意多边形: 形状 133"/>
          <p:cNvSpPr/>
          <p:nvPr>
            <p:custDataLst>
              <p:tags r:id="rId77"/>
            </p:custDataLst>
          </p:nvPr>
        </p:nvSpPr>
        <p:spPr>
          <a:xfrm rot="20687373" flipH="1">
            <a:off x="2315649" y="3898024"/>
            <a:ext cx="84103" cy="89508"/>
          </a:xfrm>
          <a:custGeom>
            <a:avLst/>
            <a:gdLst>
              <a:gd name="connsiteX0" fmla="*/ 9339 w 158158"/>
              <a:gd name="connsiteY0" fmla="*/ 53631 h 168320"/>
              <a:gd name="connsiteX1" fmla="*/ 144853 w 158158"/>
              <a:gd name="connsiteY1" fmla="*/ 34393 h 168320"/>
              <a:gd name="connsiteX2" fmla="*/ 80331 w 158158"/>
              <a:gd name="connsiteY2" fmla="*/ 167694 h 168320"/>
              <a:gd name="connsiteX3" fmla="*/ 9339 w 158158"/>
              <a:gd name="connsiteY3" fmla="*/ 53801 h 16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158" h="168320">
                <a:moveTo>
                  <a:pt x="9339" y="53631"/>
                </a:moveTo>
                <a:cubicBezTo>
                  <a:pt x="37599" y="3409"/>
                  <a:pt x="109613" y="-27405"/>
                  <a:pt x="144853" y="34393"/>
                </a:cubicBezTo>
                <a:cubicBezTo>
                  <a:pt x="180094" y="96192"/>
                  <a:pt x="140767" y="176207"/>
                  <a:pt x="80331" y="167694"/>
                </a:cubicBezTo>
                <a:cubicBezTo>
                  <a:pt x="19894" y="159182"/>
                  <a:pt x="-18751" y="104023"/>
                  <a:pt x="9339" y="5380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5" name="任意多边形: 形状 134"/>
          <p:cNvSpPr/>
          <p:nvPr>
            <p:custDataLst>
              <p:tags r:id="rId78"/>
            </p:custDataLst>
          </p:nvPr>
        </p:nvSpPr>
        <p:spPr>
          <a:xfrm rot="20687373" flipH="1">
            <a:off x="2604136" y="3734436"/>
            <a:ext cx="167499" cy="58287"/>
          </a:xfrm>
          <a:custGeom>
            <a:avLst/>
            <a:gdLst>
              <a:gd name="connsiteX0" fmla="*/ 313603 w 314987"/>
              <a:gd name="connsiteY0" fmla="*/ 97518 h 109612"/>
              <a:gd name="connsiteX1" fmla="*/ 3418 w 314987"/>
              <a:gd name="connsiteY1" fmla="*/ 23461 h 109612"/>
              <a:gd name="connsiteX2" fmla="*/ 11079 w 314987"/>
              <a:gd name="connsiteY2" fmla="*/ 38273 h 109612"/>
              <a:gd name="connsiteX3" fmla="*/ 304751 w 314987"/>
              <a:gd name="connsiteY3" fmla="*/ 108754 h 109612"/>
              <a:gd name="connsiteX4" fmla="*/ 313603 w 314987"/>
              <a:gd name="connsiteY4" fmla="*/ 97518 h 109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987" h="109612">
                <a:moveTo>
                  <a:pt x="313603" y="97518"/>
                </a:moveTo>
                <a:cubicBezTo>
                  <a:pt x="252826" y="6267"/>
                  <a:pt x="92116" y="-26761"/>
                  <a:pt x="3418" y="23461"/>
                </a:cubicBezTo>
                <a:cubicBezTo>
                  <a:pt x="-4583" y="28058"/>
                  <a:pt x="2908" y="41337"/>
                  <a:pt x="11079" y="38273"/>
                </a:cubicBezTo>
                <a:cubicBezTo>
                  <a:pt x="112715" y="308"/>
                  <a:pt x="215543" y="61766"/>
                  <a:pt x="304751" y="108754"/>
                </a:cubicBezTo>
                <a:cubicBezTo>
                  <a:pt x="311560" y="112329"/>
                  <a:pt x="317859" y="103987"/>
                  <a:pt x="313603" y="97518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6" name="任意多边形: 形状 135"/>
          <p:cNvSpPr/>
          <p:nvPr>
            <p:custDataLst>
              <p:tags r:id="rId79"/>
            </p:custDataLst>
          </p:nvPr>
        </p:nvSpPr>
        <p:spPr>
          <a:xfrm rot="20687373" flipH="1">
            <a:off x="2584197" y="3673414"/>
            <a:ext cx="140929" cy="111653"/>
          </a:xfrm>
          <a:custGeom>
            <a:avLst/>
            <a:gdLst>
              <a:gd name="connsiteX0" fmla="*/ 264854 w 265021"/>
              <a:gd name="connsiteY0" fmla="*/ 201033 h 209966"/>
              <a:gd name="connsiteX1" fmla="*/ 6083 w 265021"/>
              <a:gd name="connsiteY1" fmla="*/ 315 h 209966"/>
              <a:gd name="connsiteX2" fmla="*/ 7274 w 265021"/>
              <a:gd name="connsiteY2" fmla="*/ 16829 h 209966"/>
              <a:gd name="connsiteX3" fmla="*/ 252256 w 265021"/>
              <a:gd name="connsiteY3" fmla="*/ 207162 h 209966"/>
              <a:gd name="connsiteX4" fmla="*/ 264854 w 265021"/>
              <a:gd name="connsiteY4" fmla="*/ 201033 h 20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5021" h="209966">
                <a:moveTo>
                  <a:pt x="264854" y="201033"/>
                </a:moveTo>
                <a:cubicBezTo>
                  <a:pt x="244084" y="92928"/>
                  <a:pt x="107719" y="-6324"/>
                  <a:pt x="6083" y="315"/>
                </a:cubicBezTo>
                <a:cubicBezTo>
                  <a:pt x="-2940" y="996"/>
                  <a:pt x="-1408" y="15978"/>
                  <a:pt x="7274" y="16829"/>
                </a:cubicBezTo>
                <a:cubicBezTo>
                  <a:pt x="116401" y="26873"/>
                  <a:pt x="187733" y="126466"/>
                  <a:pt x="252256" y="207162"/>
                </a:cubicBezTo>
                <a:cubicBezTo>
                  <a:pt x="257023" y="213291"/>
                  <a:pt x="266386" y="208524"/>
                  <a:pt x="264854" y="2010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7" name="任意多边形: 形状 136"/>
          <p:cNvSpPr/>
          <p:nvPr>
            <p:custDataLst>
              <p:tags r:id="rId80"/>
            </p:custDataLst>
          </p:nvPr>
        </p:nvSpPr>
        <p:spPr>
          <a:xfrm rot="20687373" flipH="1">
            <a:off x="2419524" y="3789122"/>
            <a:ext cx="234259" cy="243923"/>
          </a:xfrm>
          <a:custGeom>
            <a:avLst/>
            <a:gdLst>
              <a:gd name="connsiteX0" fmla="*/ 37522 w 440531"/>
              <a:gd name="connsiteY0" fmla="*/ 14660 h 458703"/>
              <a:gd name="connsiteX1" fmla="*/ 197041 w 440531"/>
              <a:gd name="connsiteY1" fmla="*/ 43772 h 458703"/>
              <a:gd name="connsiteX2" fmla="*/ 421763 w 440531"/>
              <a:gd name="connsiteY2" fmla="*/ 306629 h 458703"/>
              <a:gd name="connsiteX3" fmla="*/ 391119 w 440531"/>
              <a:gd name="connsiteY3" fmla="*/ 458316 h 458703"/>
              <a:gd name="connsiteX4" fmla="*/ 224791 w 440531"/>
              <a:gd name="connsiteY4" fmla="*/ 284327 h 458703"/>
              <a:gd name="connsiteX5" fmla="*/ 11645 w 440531"/>
              <a:gd name="connsiteY5" fmla="*/ 137917 h 458703"/>
              <a:gd name="connsiteX6" fmla="*/ 37522 w 440531"/>
              <a:gd name="connsiteY6" fmla="*/ 14830 h 458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31" h="458703">
                <a:moveTo>
                  <a:pt x="37522" y="14660"/>
                </a:moveTo>
                <a:cubicBezTo>
                  <a:pt x="73444" y="-8153"/>
                  <a:pt x="121282" y="-8493"/>
                  <a:pt x="197041" y="43772"/>
                </a:cubicBezTo>
                <a:cubicBezTo>
                  <a:pt x="287270" y="106081"/>
                  <a:pt x="386522" y="220145"/>
                  <a:pt x="421763" y="306629"/>
                </a:cubicBezTo>
                <a:cubicBezTo>
                  <a:pt x="457174" y="392942"/>
                  <a:pt x="439979" y="450825"/>
                  <a:pt x="391119" y="458316"/>
                </a:cubicBezTo>
                <a:cubicBezTo>
                  <a:pt x="342259" y="465807"/>
                  <a:pt x="310934" y="362979"/>
                  <a:pt x="224791" y="284327"/>
                </a:cubicBezTo>
                <a:cubicBezTo>
                  <a:pt x="138647" y="205504"/>
                  <a:pt x="34968" y="180648"/>
                  <a:pt x="11645" y="137917"/>
                </a:cubicBezTo>
                <a:cubicBezTo>
                  <a:pt x="-11679" y="95186"/>
                  <a:pt x="1600" y="37643"/>
                  <a:pt x="37522" y="1483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41" name="任意多边形: 形状 140"/>
          <p:cNvSpPr/>
          <p:nvPr>
            <p:custDataLst>
              <p:tags r:id="rId81"/>
            </p:custDataLst>
          </p:nvPr>
        </p:nvSpPr>
        <p:spPr>
          <a:xfrm rot="20687373" flipH="1">
            <a:off x="2506983" y="3794628"/>
            <a:ext cx="102390" cy="104199"/>
          </a:xfrm>
          <a:custGeom>
            <a:avLst/>
            <a:gdLst>
              <a:gd name="connsiteX0" fmla="*/ 131599 w 192546"/>
              <a:gd name="connsiteY0" fmla="*/ 115596 h 195950"/>
              <a:gd name="connsiteX1" fmla="*/ 182161 w 192546"/>
              <a:gd name="connsiteY1" fmla="*/ 63671 h 195950"/>
              <a:gd name="connsiteX2" fmla="*/ 192546 w 192546"/>
              <a:gd name="connsiteY2" fmla="*/ 56521 h 195950"/>
              <a:gd name="connsiteX3" fmla="*/ 143686 w 192546"/>
              <a:gd name="connsiteY3" fmla="*/ 18557 h 195950"/>
              <a:gd name="connsiteX4" fmla="*/ 114064 w 192546"/>
              <a:gd name="connsiteY4" fmla="*/ 0 h 195950"/>
              <a:gd name="connsiteX5" fmla="*/ 110488 w 192546"/>
              <a:gd name="connsiteY5" fmla="*/ 1702 h 195950"/>
              <a:gd name="connsiteX6" fmla="*/ 20259 w 192546"/>
              <a:gd name="connsiteY6" fmla="*/ 100104 h 195950"/>
              <a:gd name="connsiteX7" fmla="*/ 0 w 192546"/>
              <a:gd name="connsiteY7" fmla="*/ 149304 h 195950"/>
              <a:gd name="connsiteX8" fmla="*/ 83420 w 192546"/>
              <a:gd name="connsiteY8" fmla="*/ 195951 h 195950"/>
              <a:gd name="connsiteX9" fmla="*/ 131428 w 192546"/>
              <a:gd name="connsiteY9" fmla="*/ 115766 h 19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2546" h="195950">
                <a:moveTo>
                  <a:pt x="131599" y="115596"/>
                </a:moveTo>
                <a:cubicBezTo>
                  <a:pt x="148112" y="97550"/>
                  <a:pt x="163094" y="78993"/>
                  <a:pt x="182161" y="63671"/>
                </a:cubicBezTo>
                <a:cubicBezTo>
                  <a:pt x="185566" y="60947"/>
                  <a:pt x="189141" y="58564"/>
                  <a:pt x="192546" y="56521"/>
                </a:cubicBezTo>
                <a:cubicBezTo>
                  <a:pt x="176203" y="42561"/>
                  <a:pt x="159859" y="29622"/>
                  <a:pt x="143686" y="18557"/>
                </a:cubicBezTo>
                <a:cubicBezTo>
                  <a:pt x="133301" y="11406"/>
                  <a:pt x="123427" y="5278"/>
                  <a:pt x="114064" y="0"/>
                </a:cubicBezTo>
                <a:cubicBezTo>
                  <a:pt x="112872" y="511"/>
                  <a:pt x="111680" y="1021"/>
                  <a:pt x="110488" y="1702"/>
                </a:cubicBezTo>
                <a:cubicBezTo>
                  <a:pt x="66395" y="22983"/>
                  <a:pt x="42731" y="55840"/>
                  <a:pt x="20259" y="100104"/>
                </a:cubicBezTo>
                <a:cubicBezTo>
                  <a:pt x="13109" y="114064"/>
                  <a:pt x="5278" y="131258"/>
                  <a:pt x="0" y="149304"/>
                </a:cubicBezTo>
                <a:cubicBezTo>
                  <a:pt x="22813" y="163094"/>
                  <a:pt x="52265" y="177735"/>
                  <a:pt x="83420" y="195951"/>
                </a:cubicBezTo>
                <a:cubicBezTo>
                  <a:pt x="96869" y="168031"/>
                  <a:pt x="108956" y="140281"/>
                  <a:pt x="131428" y="115766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42" name="任意多边形: 形状 141"/>
          <p:cNvSpPr/>
          <p:nvPr>
            <p:custDataLst>
              <p:tags r:id="rId82"/>
            </p:custDataLst>
          </p:nvPr>
        </p:nvSpPr>
        <p:spPr>
          <a:xfrm rot="20687373" flipH="1">
            <a:off x="2461768" y="3873996"/>
            <a:ext cx="88629" cy="88809"/>
          </a:xfrm>
          <a:custGeom>
            <a:avLst/>
            <a:gdLst>
              <a:gd name="connsiteX0" fmla="*/ 97720 w 166668"/>
              <a:gd name="connsiteY0" fmla="*/ 106403 h 167009"/>
              <a:gd name="connsiteX1" fmla="*/ 166669 w 166668"/>
              <a:gd name="connsiteY1" fmla="*/ 62990 h 167009"/>
              <a:gd name="connsiteX2" fmla="*/ 114064 w 166668"/>
              <a:gd name="connsiteY2" fmla="*/ 0 h 167009"/>
              <a:gd name="connsiteX3" fmla="*/ 74226 w 166668"/>
              <a:gd name="connsiteY3" fmla="*/ 21791 h 167009"/>
              <a:gd name="connsiteX4" fmla="*/ 11066 w 166668"/>
              <a:gd name="connsiteY4" fmla="*/ 98912 h 167009"/>
              <a:gd name="connsiteX5" fmla="*/ 0 w 166668"/>
              <a:gd name="connsiteY5" fmla="*/ 116447 h 167009"/>
              <a:gd name="connsiteX6" fmla="*/ 28601 w 166668"/>
              <a:gd name="connsiteY6" fmla="*/ 140281 h 167009"/>
              <a:gd name="connsiteX7" fmla="*/ 54989 w 166668"/>
              <a:gd name="connsiteY7" fmla="*/ 167009 h 167009"/>
              <a:gd name="connsiteX8" fmla="*/ 97550 w 166668"/>
              <a:gd name="connsiteY8" fmla="*/ 106573 h 167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668" h="167009">
                <a:moveTo>
                  <a:pt x="97720" y="106403"/>
                </a:moveTo>
                <a:cubicBezTo>
                  <a:pt x="116788" y="84101"/>
                  <a:pt x="141813" y="73716"/>
                  <a:pt x="166669" y="62990"/>
                </a:cubicBezTo>
                <a:cubicBezTo>
                  <a:pt x="150666" y="41710"/>
                  <a:pt x="132961" y="20429"/>
                  <a:pt x="114064" y="0"/>
                </a:cubicBezTo>
                <a:cubicBezTo>
                  <a:pt x="99423" y="5788"/>
                  <a:pt x="85633" y="13620"/>
                  <a:pt x="74226" y="21791"/>
                </a:cubicBezTo>
                <a:cubicBezTo>
                  <a:pt x="47839" y="41029"/>
                  <a:pt x="28431" y="71162"/>
                  <a:pt x="11066" y="98912"/>
                </a:cubicBezTo>
                <a:cubicBezTo>
                  <a:pt x="7321" y="104870"/>
                  <a:pt x="3575" y="110659"/>
                  <a:pt x="0" y="116447"/>
                </a:cubicBezTo>
                <a:cubicBezTo>
                  <a:pt x="9704" y="123767"/>
                  <a:pt x="19238" y="131599"/>
                  <a:pt x="28601" y="140281"/>
                </a:cubicBezTo>
                <a:cubicBezTo>
                  <a:pt x="38135" y="148964"/>
                  <a:pt x="46817" y="157816"/>
                  <a:pt x="54989" y="167009"/>
                </a:cubicBezTo>
                <a:cubicBezTo>
                  <a:pt x="71162" y="148453"/>
                  <a:pt x="84101" y="122065"/>
                  <a:pt x="97550" y="106573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43" name="任意多边形: 形状 142"/>
          <p:cNvSpPr/>
          <p:nvPr>
            <p:custDataLst>
              <p:tags r:id="rId83"/>
            </p:custDataLst>
          </p:nvPr>
        </p:nvSpPr>
        <p:spPr>
          <a:xfrm rot="20687373" flipH="1">
            <a:off x="2441510" y="3960524"/>
            <a:ext cx="73601" cy="72424"/>
          </a:xfrm>
          <a:custGeom>
            <a:avLst/>
            <a:gdLst>
              <a:gd name="connsiteX0" fmla="*/ 114064 w 138408"/>
              <a:gd name="connsiteY0" fmla="*/ 0 h 136195"/>
              <a:gd name="connsiteX1" fmla="*/ 85292 w 138408"/>
              <a:gd name="connsiteY1" fmla="*/ 14811 h 136195"/>
              <a:gd name="connsiteX2" fmla="*/ 0 w 138408"/>
              <a:gd name="connsiteY2" fmla="*/ 83930 h 136195"/>
              <a:gd name="connsiteX3" fmla="*/ 37794 w 138408"/>
              <a:gd name="connsiteY3" fmla="*/ 136195 h 136195"/>
              <a:gd name="connsiteX4" fmla="*/ 61969 w 138408"/>
              <a:gd name="connsiteY4" fmla="*/ 119171 h 136195"/>
              <a:gd name="connsiteX5" fmla="*/ 119001 w 138408"/>
              <a:gd name="connsiteY5" fmla="*/ 80696 h 136195"/>
              <a:gd name="connsiteX6" fmla="*/ 138408 w 138408"/>
              <a:gd name="connsiteY6" fmla="*/ 72865 h 136195"/>
              <a:gd name="connsiteX7" fmla="*/ 122235 w 138408"/>
              <a:gd name="connsiteY7" fmla="*/ 18727 h 136195"/>
              <a:gd name="connsiteX8" fmla="*/ 113723 w 138408"/>
              <a:gd name="connsiteY8" fmla="*/ 0 h 136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8408" h="136195">
                <a:moveTo>
                  <a:pt x="114064" y="0"/>
                </a:moveTo>
                <a:cubicBezTo>
                  <a:pt x="103849" y="4767"/>
                  <a:pt x="94315" y="9874"/>
                  <a:pt x="85292" y="14811"/>
                </a:cubicBezTo>
                <a:cubicBezTo>
                  <a:pt x="54989" y="31325"/>
                  <a:pt x="19748" y="53116"/>
                  <a:pt x="0" y="83930"/>
                </a:cubicBezTo>
                <a:cubicBezTo>
                  <a:pt x="13960" y="103508"/>
                  <a:pt x="26218" y="121725"/>
                  <a:pt x="37794" y="136195"/>
                </a:cubicBezTo>
                <a:cubicBezTo>
                  <a:pt x="46987" y="129726"/>
                  <a:pt x="57372" y="123257"/>
                  <a:pt x="61969" y="119171"/>
                </a:cubicBezTo>
                <a:cubicBezTo>
                  <a:pt x="79334" y="104019"/>
                  <a:pt x="98742" y="91251"/>
                  <a:pt x="119001" y="80696"/>
                </a:cubicBezTo>
                <a:cubicBezTo>
                  <a:pt x="125300" y="77461"/>
                  <a:pt x="131769" y="74907"/>
                  <a:pt x="138408" y="72865"/>
                </a:cubicBezTo>
                <a:cubicBezTo>
                  <a:pt x="135514" y="56351"/>
                  <a:pt x="130407" y="38305"/>
                  <a:pt x="122235" y="18727"/>
                </a:cubicBezTo>
                <a:cubicBezTo>
                  <a:pt x="119682" y="12598"/>
                  <a:pt x="116787" y="6299"/>
                  <a:pt x="113723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1698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84"/>
            </p:custDataLst>
          </p:nvPr>
        </p:nvSpPr>
        <p:spPr>
          <a:xfrm rot="20687373" flipH="1">
            <a:off x="1381085" y="4320779"/>
            <a:ext cx="1182319" cy="596570"/>
          </a:xfrm>
          <a:custGeom>
            <a:avLst/>
            <a:gdLst>
              <a:gd name="connsiteX0" fmla="*/ 0 w 2223388"/>
              <a:gd name="connsiteY0" fmla="*/ 0 h 1121863"/>
              <a:gd name="connsiteX1" fmla="*/ 780399 w 2223388"/>
              <a:gd name="connsiteY1" fmla="*/ 589385 h 1121863"/>
              <a:gd name="connsiteX2" fmla="*/ 1121909 w 2223388"/>
              <a:gd name="connsiteY2" fmla="*/ 256898 h 1121863"/>
              <a:gd name="connsiteX3" fmla="*/ 1046661 w 2223388"/>
              <a:gd name="connsiteY3" fmla="*/ 898038 h 1121863"/>
              <a:gd name="connsiteX4" fmla="*/ 2223388 w 2223388"/>
              <a:gd name="connsiteY4" fmla="*/ 1000865 h 1121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3388" h="1121863">
                <a:moveTo>
                  <a:pt x="0" y="0"/>
                </a:moveTo>
                <a:cubicBezTo>
                  <a:pt x="112191" y="164286"/>
                  <a:pt x="380666" y="494559"/>
                  <a:pt x="780399" y="589385"/>
                </a:cubicBezTo>
                <a:cubicBezTo>
                  <a:pt x="1124973" y="671102"/>
                  <a:pt x="1248911" y="390370"/>
                  <a:pt x="1121909" y="256898"/>
                </a:cubicBezTo>
                <a:cubicBezTo>
                  <a:pt x="994907" y="123597"/>
                  <a:pt x="539163" y="471746"/>
                  <a:pt x="1046661" y="898038"/>
                </a:cubicBezTo>
                <a:cubicBezTo>
                  <a:pt x="1456098" y="1241931"/>
                  <a:pt x="2001560" y="1116461"/>
                  <a:pt x="2223388" y="1000865"/>
                </a:cubicBezTo>
              </a:path>
            </a:pathLst>
          </a:custGeom>
          <a:noFill/>
          <a:ln w="19050" cap="flat">
            <a:solidFill>
              <a:schemeClr val="tx2">
                <a:lumMod val="60000"/>
                <a:lumOff val="40000"/>
              </a:schemeClr>
            </a:solidFill>
            <a:custDash>
              <a:ds d="0" sp="0"/>
              <a:ds d="380250" sp="303750"/>
            </a:custDash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4" name="任意多边形: 形状 73"/>
          <p:cNvSpPr/>
          <p:nvPr userDrawn="1">
            <p:custDataLst>
              <p:tags r:id="rId85"/>
            </p:custDataLst>
          </p:nvPr>
        </p:nvSpPr>
        <p:spPr>
          <a:xfrm>
            <a:off x="438194" y="5439348"/>
            <a:ext cx="11316814" cy="927428"/>
          </a:xfrm>
          <a:custGeom>
            <a:avLst/>
            <a:gdLst>
              <a:gd name="connsiteX0" fmla="*/ 0 w 11315700"/>
              <a:gd name="connsiteY0" fmla="*/ 0 h 927381"/>
              <a:gd name="connsiteX1" fmla="*/ 11315700 w 11315700"/>
              <a:gd name="connsiteY1" fmla="*/ 0 h 927381"/>
              <a:gd name="connsiteX2" fmla="*/ 11315700 w 11315700"/>
              <a:gd name="connsiteY2" fmla="*/ 522095 h 927381"/>
              <a:gd name="connsiteX3" fmla="*/ 10910414 w 11315700"/>
              <a:gd name="connsiteY3" fmla="*/ 927381 h 927381"/>
              <a:gd name="connsiteX4" fmla="*/ 405286 w 11315700"/>
              <a:gd name="connsiteY4" fmla="*/ 927381 h 927381"/>
              <a:gd name="connsiteX5" fmla="*/ 0 w 11315700"/>
              <a:gd name="connsiteY5" fmla="*/ 522095 h 927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15700" h="927381">
                <a:moveTo>
                  <a:pt x="0" y="0"/>
                </a:moveTo>
                <a:lnTo>
                  <a:pt x="11315700" y="0"/>
                </a:lnTo>
                <a:lnTo>
                  <a:pt x="11315700" y="522095"/>
                </a:lnTo>
                <a:cubicBezTo>
                  <a:pt x="11315700" y="745928"/>
                  <a:pt x="11134247" y="927381"/>
                  <a:pt x="10910414" y="927381"/>
                </a:cubicBezTo>
                <a:lnTo>
                  <a:pt x="405286" y="927381"/>
                </a:lnTo>
                <a:cubicBezTo>
                  <a:pt x="181453" y="927381"/>
                  <a:pt x="0" y="745928"/>
                  <a:pt x="0" y="52209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2" name="椭圆 101"/>
          <p:cNvSpPr/>
          <p:nvPr userDrawn="1">
            <p:custDataLst>
              <p:tags r:id="rId86"/>
            </p:custDataLst>
          </p:nvPr>
        </p:nvSpPr>
        <p:spPr>
          <a:xfrm>
            <a:off x="1110351" y="5883748"/>
            <a:ext cx="105233" cy="105234"/>
          </a:xfrm>
          <a:prstGeom prst="ellipse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3" name="椭圆 102"/>
          <p:cNvSpPr/>
          <p:nvPr userDrawn="1">
            <p:custDataLst>
              <p:tags r:id="rId87"/>
            </p:custDataLst>
          </p:nvPr>
        </p:nvSpPr>
        <p:spPr>
          <a:xfrm>
            <a:off x="1284040" y="5883748"/>
            <a:ext cx="105233" cy="10523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4" name="椭圆 103"/>
          <p:cNvSpPr/>
          <p:nvPr userDrawn="1">
            <p:custDataLst>
              <p:tags r:id="rId88"/>
            </p:custDataLst>
          </p:nvPr>
        </p:nvSpPr>
        <p:spPr>
          <a:xfrm>
            <a:off x="1457728" y="5883748"/>
            <a:ext cx="105233" cy="105234"/>
          </a:xfrm>
          <a:prstGeom prst="ellipse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5" name="椭圆 104"/>
          <p:cNvSpPr/>
          <p:nvPr userDrawn="1">
            <p:custDataLst>
              <p:tags r:id="rId89"/>
            </p:custDataLst>
          </p:nvPr>
        </p:nvSpPr>
        <p:spPr>
          <a:xfrm>
            <a:off x="1631415" y="5883748"/>
            <a:ext cx="105233" cy="10523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46" name="椭圆 145"/>
          <p:cNvSpPr/>
          <p:nvPr userDrawn="1">
            <p:custDataLst>
              <p:tags r:id="rId90"/>
            </p:custDataLst>
          </p:nvPr>
        </p:nvSpPr>
        <p:spPr>
          <a:xfrm>
            <a:off x="10456551" y="5883748"/>
            <a:ext cx="105233" cy="105234"/>
          </a:xfrm>
          <a:prstGeom prst="ellipse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47" name="椭圆 146"/>
          <p:cNvSpPr/>
          <p:nvPr userDrawn="1">
            <p:custDataLst>
              <p:tags r:id="rId91"/>
            </p:custDataLst>
          </p:nvPr>
        </p:nvSpPr>
        <p:spPr>
          <a:xfrm>
            <a:off x="10630240" y="5883748"/>
            <a:ext cx="105233" cy="10523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48" name="椭圆 147"/>
          <p:cNvSpPr/>
          <p:nvPr userDrawn="1">
            <p:custDataLst>
              <p:tags r:id="rId92"/>
            </p:custDataLst>
          </p:nvPr>
        </p:nvSpPr>
        <p:spPr>
          <a:xfrm>
            <a:off x="10803929" y="5883748"/>
            <a:ext cx="105233" cy="105234"/>
          </a:xfrm>
          <a:prstGeom prst="ellipse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49" name="椭圆 148"/>
          <p:cNvSpPr/>
          <p:nvPr userDrawn="1">
            <p:custDataLst>
              <p:tags r:id="rId93"/>
            </p:custDataLst>
          </p:nvPr>
        </p:nvSpPr>
        <p:spPr>
          <a:xfrm>
            <a:off x="10977617" y="5883748"/>
            <a:ext cx="105233" cy="10523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5" name="任意多边形: 形状 74"/>
          <p:cNvSpPr/>
          <p:nvPr userDrawn="1">
            <p:custDataLst>
              <p:tags r:id="rId94"/>
            </p:custDataLst>
          </p:nvPr>
        </p:nvSpPr>
        <p:spPr>
          <a:xfrm>
            <a:off x="7170002" y="5250348"/>
            <a:ext cx="397694" cy="302617"/>
          </a:xfrm>
          <a:custGeom>
            <a:avLst/>
            <a:gdLst>
              <a:gd name="connsiteX0" fmla="*/ 336050 w 521457"/>
              <a:gd name="connsiteY0" fmla="*/ 1980 h 396790"/>
              <a:gd name="connsiteX1" fmla="*/ 579 w 521457"/>
              <a:gd name="connsiteY1" fmla="*/ 200767 h 396790"/>
              <a:gd name="connsiteX2" fmla="*/ 325096 w 521457"/>
              <a:gd name="connsiteY2" fmla="*/ 395363 h 396790"/>
              <a:gd name="connsiteX3" fmla="*/ 521406 w 521457"/>
              <a:gd name="connsiteY3" fmla="*/ 207816 h 396790"/>
              <a:gd name="connsiteX4" fmla="*/ 336050 w 521457"/>
              <a:gd name="connsiteY4" fmla="*/ 2076 h 3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57" h="396790">
                <a:moveTo>
                  <a:pt x="336050" y="1980"/>
                </a:moveTo>
                <a:cubicBezTo>
                  <a:pt x="224131" y="-5830"/>
                  <a:pt x="12771" y="75"/>
                  <a:pt x="579" y="200767"/>
                </a:cubicBezTo>
                <a:cubicBezTo>
                  <a:pt x="-11613" y="401364"/>
                  <a:pt x="170982" y="400697"/>
                  <a:pt x="325096" y="395363"/>
                </a:cubicBezTo>
                <a:cubicBezTo>
                  <a:pt x="479211" y="390029"/>
                  <a:pt x="519597" y="311734"/>
                  <a:pt x="521406" y="207816"/>
                </a:cubicBezTo>
                <a:cubicBezTo>
                  <a:pt x="523597" y="78085"/>
                  <a:pt x="455017" y="10362"/>
                  <a:pt x="336050" y="2076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6" name="任意多边形: 形状 75"/>
          <p:cNvSpPr/>
          <p:nvPr userDrawn="1">
            <p:custDataLst>
              <p:tags r:id="rId95"/>
            </p:custDataLst>
          </p:nvPr>
        </p:nvSpPr>
        <p:spPr>
          <a:xfrm>
            <a:off x="7259196" y="5350194"/>
            <a:ext cx="52825" cy="173547"/>
          </a:xfrm>
          <a:custGeom>
            <a:avLst/>
            <a:gdLst>
              <a:gd name="connsiteX0" fmla="*/ 12496 w 69265"/>
              <a:gd name="connsiteY0" fmla="*/ 0 h 227552"/>
              <a:gd name="connsiteX1" fmla="*/ 69265 w 69265"/>
              <a:gd name="connsiteY1" fmla="*/ 227552 h 22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265" h="227552">
                <a:moveTo>
                  <a:pt x="12496" y="0"/>
                </a:moveTo>
                <a:cubicBezTo>
                  <a:pt x="12496" y="0"/>
                  <a:pt x="-39701" y="134684"/>
                  <a:pt x="69265" y="227552"/>
                </a:cubicBezTo>
              </a:path>
            </a:pathLst>
          </a:custGeom>
          <a:noFill/>
          <a:ln w="19050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7" name="任意多边形: 形状 76"/>
          <p:cNvSpPr/>
          <p:nvPr userDrawn="1">
            <p:custDataLst>
              <p:tags r:id="rId96"/>
            </p:custDataLst>
          </p:nvPr>
        </p:nvSpPr>
        <p:spPr>
          <a:xfrm>
            <a:off x="7397243" y="5376168"/>
            <a:ext cx="31958" cy="160324"/>
          </a:xfrm>
          <a:custGeom>
            <a:avLst/>
            <a:gdLst>
              <a:gd name="connsiteX0" fmla="*/ 10757 w 41903"/>
              <a:gd name="connsiteY0" fmla="*/ 0 h 210216"/>
              <a:gd name="connsiteX1" fmla="*/ 41904 w 41903"/>
              <a:gd name="connsiteY1" fmla="*/ 210217 h 21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903" h="210216">
                <a:moveTo>
                  <a:pt x="10757" y="0"/>
                </a:moveTo>
                <a:cubicBezTo>
                  <a:pt x="10757" y="0"/>
                  <a:pt x="-28105" y="119063"/>
                  <a:pt x="41904" y="210217"/>
                </a:cubicBezTo>
              </a:path>
            </a:pathLst>
          </a:custGeom>
          <a:noFill/>
          <a:ln w="19050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8" name="任意多边形: 形状 77"/>
          <p:cNvSpPr/>
          <p:nvPr userDrawn="1">
            <p:custDataLst>
              <p:tags r:id="rId97"/>
            </p:custDataLst>
          </p:nvPr>
        </p:nvSpPr>
        <p:spPr>
          <a:xfrm>
            <a:off x="7373269" y="5249692"/>
            <a:ext cx="194733" cy="156769"/>
          </a:xfrm>
          <a:custGeom>
            <a:avLst/>
            <a:gdLst>
              <a:gd name="connsiteX0" fmla="*/ 0 w 255332"/>
              <a:gd name="connsiteY0" fmla="*/ 4 h 205553"/>
              <a:gd name="connsiteX1" fmla="*/ 204216 w 255332"/>
              <a:gd name="connsiteY1" fmla="*/ 75632 h 205553"/>
              <a:gd name="connsiteX2" fmla="*/ 254889 w 255332"/>
              <a:gd name="connsiteY2" fmla="*/ 205553 h 20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332" h="205553">
                <a:moveTo>
                  <a:pt x="0" y="4"/>
                </a:moveTo>
                <a:cubicBezTo>
                  <a:pt x="0" y="4"/>
                  <a:pt x="144875" y="-1806"/>
                  <a:pt x="204216" y="75632"/>
                </a:cubicBezTo>
                <a:cubicBezTo>
                  <a:pt x="263557" y="153070"/>
                  <a:pt x="254889" y="205553"/>
                  <a:pt x="254889" y="205553"/>
                </a:cubicBezTo>
              </a:path>
            </a:pathLst>
          </a:custGeom>
          <a:noFill/>
          <a:ln w="19050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9" name="任意多边形: 形状 78"/>
          <p:cNvSpPr/>
          <p:nvPr userDrawn="1">
            <p:custDataLst>
              <p:tags r:id="rId98"/>
            </p:custDataLst>
          </p:nvPr>
        </p:nvSpPr>
        <p:spPr>
          <a:xfrm>
            <a:off x="7930597" y="5206339"/>
            <a:ext cx="397818" cy="302476"/>
          </a:xfrm>
          <a:custGeom>
            <a:avLst/>
            <a:gdLst>
              <a:gd name="connsiteX0" fmla="*/ 337408 w 521619"/>
              <a:gd name="connsiteY0" fmla="*/ 2346 h 396604"/>
              <a:gd name="connsiteX1" fmla="*/ 699 w 521619"/>
              <a:gd name="connsiteY1" fmla="*/ 199037 h 396604"/>
              <a:gd name="connsiteX2" fmla="*/ 324073 w 521619"/>
              <a:gd name="connsiteY2" fmla="*/ 395538 h 396604"/>
              <a:gd name="connsiteX3" fmla="*/ 521527 w 521619"/>
              <a:gd name="connsiteY3" fmla="*/ 209229 h 396604"/>
              <a:gd name="connsiteX4" fmla="*/ 337408 w 521619"/>
              <a:gd name="connsiteY4" fmla="*/ 2346 h 39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619" h="396604">
                <a:moveTo>
                  <a:pt x="337408" y="2346"/>
                </a:moveTo>
                <a:cubicBezTo>
                  <a:pt x="225490" y="-6227"/>
                  <a:pt x="14130" y="-1464"/>
                  <a:pt x="699" y="199037"/>
                </a:cubicBezTo>
                <a:cubicBezTo>
                  <a:pt x="-12731" y="399538"/>
                  <a:pt x="169863" y="400015"/>
                  <a:pt x="324073" y="395538"/>
                </a:cubicBezTo>
                <a:cubicBezTo>
                  <a:pt x="478188" y="391156"/>
                  <a:pt x="519146" y="313051"/>
                  <a:pt x="521527" y="209229"/>
                </a:cubicBezTo>
                <a:cubicBezTo>
                  <a:pt x="524480" y="79498"/>
                  <a:pt x="456376" y="11395"/>
                  <a:pt x="337408" y="2346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0" name="任意多边形: 形状 79"/>
          <p:cNvSpPr/>
          <p:nvPr userDrawn="1">
            <p:custDataLst>
              <p:tags r:id="rId99"/>
            </p:custDataLst>
          </p:nvPr>
        </p:nvSpPr>
        <p:spPr>
          <a:xfrm>
            <a:off x="8019758" y="5327496"/>
            <a:ext cx="52080" cy="173763"/>
          </a:xfrm>
          <a:custGeom>
            <a:avLst/>
            <a:gdLst>
              <a:gd name="connsiteX0" fmla="*/ 12947 w 68287"/>
              <a:gd name="connsiteY0" fmla="*/ 0 h 227837"/>
              <a:gd name="connsiteX1" fmla="*/ 68287 w 68287"/>
              <a:gd name="connsiteY1" fmla="*/ 227838 h 227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287" h="227837">
                <a:moveTo>
                  <a:pt x="12947" y="0"/>
                </a:moveTo>
                <a:cubicBezTo>
                  <a:pt x="12947" y="0"/>
                  <a:pt x="-40012" y="134302"/>
                  <a:pt x="68287" y="227838"/>
                </a:cubicBezTo>
              </a:path>
            </a:pathLst>
          </a:custGeom>
          <a:noFill/>
          <a:ln w="19050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1" name="任意多边形: 形状 80"/>
          <p:cNvSpPr/>
          <p:nvPr userDrawn="1">
            <p:custDataLst>
              <p:tags r:id="rId100"/>
            </p:custDataLst>
          </p:nvPr>
        </p:nvSpPr>
        <p:spPr>
          <a:xfrm>
            <a:off x="8157706" y="5332291"/>
            <a:ext cx="31383" cy="160470"/>
          </a:xfrm>
          <a:custGeom>
            <a:avLst/>
            <a:gdLst>
              <a:gd name="connsiteX0" fmla="*/ 11242 w 41150"/>
              <a:gd name="connsiteY0" fmla="*/ 0 h 210407"/>
              <a:gd name="connsiteX1" fmla="*/ 41150 w 41150"/>
              <a:gd name="connsiteY1" fmla="*/ 210407 h 21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150" h="210407">
                <a:moveTo>
                  <a:pt x="11242" y="0"/>
                </a:moveTo>
                <a:cubicBezTo>
                  <a:pt x="11242" y="0"/>
                  <a:pt x="-28382" y="118872"/>
                  <a:pt x="41150" y="210407"/>
                </a:cubicBezTo>
              </a:path>
            </a:pathLst>
          </a:custGeom>
          <a:noFill/>
          <a:ln w="19050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2" name="任意多边形: 形状 81"/>
          <p:cNvSpPr/>
          <p:nvPr userDrawn="1">
            <p:custDataLst>
              <p:tags r:id="rId101"/>
            </p:custDataLst>
          </p:nvPr>
        </p:nvSpPr>
        <p:spPr>
          <a:xfrm>
            <a:off x="7929023" y="5205641"/>
            <a:ext cx="399618" cy="169872"/>
          </a:xfrm>
          <a:custGeom>
            <a:avLst/>
            <a:gdLst>
              <a:gd name="connsiteX0" fmla="*/ 523494 w 523981"/>
              <a:gd name="connsiteY0" fmla="*/ 207114 h 222735"/>
              <a:gd name="connsiteX1" fmla="*/ 473583 w 523981"/>
              <a:gd name="connsiteY1" fmla="*/ 76908 h 222735"/>
              <a:gd name="connsiteX2" fmla="*/ 269843 w 523981"/>
              <a:gd name="connsiteY2" fmla="*/ 41 h 222735"/>
              <a:gd name="connsiteX3" fmla="*/ 0 w 523981"/>
              <a:gd name="connsiteY3" fmla="*/ 222735 h 222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81" h="222735">
                <a:moveTo>
                  <a:pt x="523494" y="207114"/>
                </a:moveTo>
                <a:cubicBezTo>
                  <a:pt x="523494" y="207114"/>
                  <a:pt x="532448" y="154727"/>
                  <a:pt x="473583" y="76908"/>
                </a:cubicBezTo>
                <a:cubicBezTo>
                  <a:pt x="414718" y="-912"/>
                  <a:pt x="269843" y="41"/>
                  <a:pt x="269843" y="41"/>
                </a:cubicBezTo>
                <a:cubicBezTo>
                  <a:pt x="269843" y="41"/>
                  <a:pt x="0" y="-8532"/>
                  <a:pt x="0" y="222735"/>
                </a:cubicBezTo>
              </a:path>
            </a:pathLst>
          </a:custGeom>
          <a:noFill/>
          <a:ln w="19050" cap="rnd">
            <a:solidFill>
              <a:schemeClr val="tx2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3" name="任意多边形: 形状 82"/>
          <p:cNvSpPr/>
          <p:nvPr userDrawn="1">
            <p:custDataLst>
              <p:tags r:id="rId102"/>
            </p:custDataLst>
          </p:nvPr>
        </p:nvSpPr>
        <p:spPr>
          <a:xfrm>
            <a:off x="4605959" y="5250348"/>
            <a:ext cx="397694" cy="302617"/>
          </a:xfrm>
          <a:custGeom>
            <a:avLst/>
            <a:gdLst>
              <a:gd name="connsiteX0" fmla="*/ 185407 w 521457"/>
              <a:gd name="connsiteY0" fmla="*/ 1980 h 396790"/>
              <a:gd name="connsiteX1" fmla="*/ 520878 w 521457"/>
              <a:gd name="connsiteY1" fmla="*/ 200767 h 396790"/>
              <a:gd name="connsiteX2" fmla="*/ 196361 w 521457"/>
              <a:gd name="connsiteY2" fmla="*/ 395363 h 396790"/>
              <a:gd name="connsiteX3" fmla="*/ 51 w 521457"/>
              <a:gd name="connsiteY3" fmla="*/ 207816 h 396790"/>
              <a:gd name="connsiteX4" fmla="*/ 185407 w 521457"/>
              <a:gd name="connsiteY4" fmla="*/ 2076 h 3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457" h="396790">
                <a:moveTo>
                  <a:pt x="185407" y="1980"/>
                </a:moveTo>
                <a:cubicBezTo>
                  <a:pt x="297326" y="-5830"/>
                  <a:pt x="508686" y="75"/>
                  <a:pt x="520878" y="200767"/>
                </a:cubicBezTo>
                <a:cubicBezTo>
                  <a:pt x="533070" y="401364"/>
                  <a:pt x="350475" y="400697"/>
                  <a:pt x="196361" y="395363"/>
                </a:cubicBezTo>
                <a:cubicBezTo>
                  <a:pt x="42247" y="390029"/>
                  <a:pt x="1861" y="311734"/>
                  <a:pt x="51" y="207816"/>
                </a:cubicBezTo>
                <a:cubicBezTo>
                  <a:pt x="-2140" y="78085"/>
                  <a:pt x="66440" y="10362"/>
                  <a:pt x="185407" y="2076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4" name="任意多边形: 形状 83"/>
          <p:cNvSpPr/>
          <p:nvPr userDrawn="1">
            <p:custDataLst>
              <p:tags r:id="rId103"/>
            </p:custDataLst>
          </p:nvPr>
        </p:nvSpPr>
        <p:spPr>
          <a:xfrm>
            <a:off x="4861636" y="5374627"/>
            <a:ext cx="52824" cy="173547"/>
          </a:xfrm>
          <a:custGeom>
            <a:avLst/>
            <a:gdLst>
              <a:gd name="connsiteX0" fmla="*/ 56769 w 69264"/>
              <a:gd name="connsiteY0" fmla="*/ 0 h 227552"/>
              <a:gd name="connsiteX1" fmla="*/ 0 w 69264"/>
              <a:gd name="connsiteY1" fmla="*/ 227552 h 227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264" h="227552">
                <a:moveTo>
                  <a:pt x="56769" y="0"/>
                </a:moveTo>
                <a:cubicBezTo>
                  <a:pt x="56769" y="0"/>
                  <a:pt x="108966" y="134684"/>
                  <a:pt x="0" y="227552"/>
                </a:cubicBezTo>
              </a:path>
            </a:pathLst>
          </a:custGeom>
          <a:noFill/>
          <a:ln w="15875" cap="rnd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5" name="任意多边形: 形状 84"/>
          <p:cNvSpPr/>
          <p:nvPr userDrawn="1">
            <p:custDataLst>
              <p:tags r:id="rId104"/>
            </p:custDataLst>
          </p:nvPr>
        </p:nvSpPr>
        <p:spPr>
          <a:xfrm>
            <a:off x="4744454" y="5378549"/>
            <a:ext cx="31958" cy="160324"/>
          </a:xfrm>
          <a:custGeom>
            <a:avLst/>
            <a:gdLst>
              <a:gd name="connsiteX0" fmla="*/ 31147 w 41903"/>
              <a:gd name="connsiteY0" fmla="*/ 0 h 210216"/>
              <a:gd name="connsiteX1" fmla="*/ 0 w 41903"/>
              <a:gd name="connsiteY1" fmla="*/ 210217 h 21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903" h="210216">
                <a:moveTo>
                  <a:pt x="31147" y="0"/>
                </a:moveTo>
                <a:cubicBezTo>
                  <a:pt x="31147" y="0"/>
                  <a:pt x="70009" y="119063"/>
                  <a:pt x="0" y="210217"/>
                </a:cubicBezTo>
              </a:path>
            </a:pathLst>
          </a:custGeom>
          <a:noFill/>
          <a:ln w="15875" cap="rnd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6" name="任意多边形: 形状 85"/>
          <p:cNvSpPr/>
          <p:nvPr userDrawn="1">
            <p:custDataLst>
              <p:tags r:id="rId105"/>
            </p:custDataLst>
          </p:nvPr>
        </p:nvSpPr>
        <p:spPr>
          <a:xfrm>
            <a:off x="4605655" y="5252073"/>
            <a:ext cx="194731" cy="156769"/>
          </a:xfrm>
          <a:custGeom>
            <a:avLst/>
            <a:gdLst>
              <a:gd name="connsiteX0" fmla="*/ 255332 w 255331"/>
              <a:gd name="connsiteY0" fmla="*/ 4 h 205553"/>
              <a:gd name="connsiteX1" fmla="*/ 51116 w 255331"/>
              <a:gd name="connsiteY1" fmla="*/ 75632 h 205553"/>
              <a:gd name="connsiteX2" fmla="*/ 443 w 255331"/>
              <a:gd name="connsiteY2" fmla="*/ 205553 h 205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331" h="205553">
                <a:moveTo>
                  <a:pt x="255332" y="4"/>
                </a:moveTo>
                <a:cubicBezTo>
                  <a:pt x="255332" y="4"/>
                  <a:pt x="110457" y="-1806"/>
                  <a:pt x="51116" y="75632"/>
                </a:cubicBezTo>
                <a:cubicBezTo>
                  <a:pt x="-8225" y="153070"/>
                  <a:pt x="443" y="205553"/>
                  <a:pt x="443" y="205553"/>
                </a:cubicBezTo>
              </a:path>
            </a:pathLst>
          </a:custGeom>
          <a:noFill/>
          <a:ln w="15875" cap="rnd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7" name="任意多边形: 形状 86"/>
          <p:cNvSpPr/>
          <p:nvPr userDrawn="1">
            <p:custDataLst>
              <p:tags r:id="rId106"/>
            </p:custDataLst>
          </p:nvPr>
        </p:nvSpPr>
        <p:spPr>
          <a:xfrm>
            <a:off x="3845240" y="5206339"/>
            <a:ext cx="397817" cy="302476"/>
          </a:xfrm>
          <a:custGeom>
            <a:avLst/>
            <a:gdLst>
              <a:gd name="connsiteX0" fmla="*/ 184210 w 521618"/>
              <a:gd name="connsiteY0" fmla="*/ 2346 h 396604"/>
              <a:gd name="connsiteX1" fmla="*/ 520919 w 521618"/>
              <a:gd name="connsiteY1" fmla="*/ 199037 h 396604"/>
              <a:gd name="connsiteX2" fmla="*/ 197545 w 521618"/>
              <a:gd name="connsiteY2" fmla="*/ 395538 h 396604"/>
              <a:gd name="connsiteX3" fmla="*/ 92 w 521618"/>
              <a:gd name="connsiteY3" fmla="*/ 209229 h 396604"/>
              <a:gd name="connsiteX4" fmla="*/ 184210 w 521618"/>
              <a:gd name="connsiteY4" fmla="*/ 2346 h 396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618" h="396604">
                <a:moveTo>
                  <a:pt x="184210" y="2346"/>
                </a:moveTo>
                <a:cubicBezTo>
                  <a:pt x="296129" y="-6227"/>
                  <a:pt x="507489" y="-1464"/>
                  <a:pt x="520919" y="199037"/>
                </a:cubicBezTo>
                <a:cubicBezTo>
                  <a:pt x="534350" y="399538"/>
                  <a:pt x="351755" y="400015"/>
                  <a:pt x="197545" y="395538"/>
                </a:cubicBezTo>
                <a:cubicBezTo>
                  <a:pt x="43431" y="391156"/>
                  <a:pt x="2473" y="313051"/>
                  <a:pt x="92" y="209229"/>
                </a:cubicBezTo>
                <a:cubicBezTo>
                  <a:pt x="-2861" y="79498"/>
                  <a:pt x="65243" y="11395"/>
                  <a:pt x="184210" y="2346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8" name="任意多边形: 形状 87"/>
          <p:cNvSpPr/>
          <p:nvPr userDrawn="1">
            <p:custDataLst>
              <p:tags r:id="rId107"/>
            </p:custDataLst>
          </p:nvPr>
        </p:nvSpPr>
        <p:spPr>
          <a:xfrm>
            <a:off x="4101817" y="5329878"/>
            <a:ext cx="52080" cy="173763"/>
          </a:xfrm>
          <a:custGeom>
            <a:avLst/>
            <a:gdLst>
              <a:gd name="connsiteX0" fmla="*/ 55340 w 68287"/>
              <a:gd name="connsiteY0" fmla="*/ 0 h 227837"/>
              <a:gd name="connsiteX1" fmla="*/ 0 w 68287"/>
              <a:gd name="connsiteY1" fmla="*/ 227838 h 227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287" h="227837">
                <a:moveTo>
                  <a:pt x="55340" y="0"/>
                </a:moveTo>
                <a:cubicBezTo>
                  <a:pt x="55340" y="0"/>
                  <a:pt x="108299" y="134302"/>
                  <a:pt x="0" y="227838"/>
                </a:cubicBezTo>
              </a:path>
            </a:pathLst>
          </a:custGeom>
          <a:noFill/>
          <a:ln w="15875" cap="rnd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9" name="任意多边形: 形状 88"/>
          <p:cNvSpPr/>
          <p:nvPr userDrawn="1">
            <p:custDataLst>
              <p:tags r:id="rId108"/>
            </p:custDataLst>
          </p:nvPr>
        </p:nvSpPr>
        <p:spPr>
          <a:xfrm>
            <a:off x="3984491" y="5334672"/>
            <a:ext cx="31383" cy="160470"/>
          </a:xfrm>
          <a:custGeom>
            <a:avLst/>
            <a:gdLst>
              <a:gd name="connsiteX0" fmla="*/ 29908 w 41150"/>
              <a:gd name="connsiteY0" fmla="*/ 0 h 210407"/>
              <a:gd name="connsiteX1" fmla="*/ 0 w 41150"/>
              <a:gd name="connsiteY1" fmla="*/ 210407 h 21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150" h="210407">
                <a:moveTo>
                  <a:pt x="29908" y="0"/>
                </a:moveTo>
                <a:cubicBezTo>
                  <a:pt x="29908" y="0"/>
                  <a:pt x="69532" y="118872"/>
                  <a:pt x="0" y="210407"/>
                </a:cubicBezTo>
              </a:path>
            </a:pathLst>
          </a:custGeom>
          <a:noFill/>
          <a:ln w="15875" cap="rnd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0" name="任意多边形: 形状 89"/>
          <p:cNvSpPr/>
          <p:nvPr userDrawn="1">
            <p:custDataLst>
              <p:tags r:id="rId109"/>
            </p:custDataLst>
          </p:nvPr>
        </p:nvSpPr>
        <p:spPr>
          <a:xfrm>
            <a:off x="3844939" y="5208024"/>
            <a:ext cx="399618" cy="169872"/>
          </a:xfrm>
          <a:custGeom>
            <a:avLst/>
            <a:gdLst>
              <a:gd name="connsiteX0" fmla="*/ 487 w 523981"/>
              <a:gd name="connsiteY0" fmla="*/ 207114 h 222735"/>
              <a:gd name="connsiteX1" fmla="*/ 50398 w 523981"/>
              <a:gd name="connsiteY1" fmla="*/ 76908 h 222735"/>
              <a:gd name="connsiteX2" fmla="*/ 254138 w 523981"/>
              <a:gd name="connsiteY2" fmla="*/ 41 h 222735"/>
              <a:gd name="connsiteX3" fmla="*/ 523981 w 523981"/>
              <a:gd name="connsiteY3" fmla="*/ 222735 h 222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3981" h="222735">
                <a:moveTo>
                  <a:pt x="487" y="207114"/>
                </a:moveTo>
                <a:cubicBezTo>
                  <a:pt x="487" y="207114"/>
                  <a:pt x="-8466" y="154727"/>
                  <a:pt x="50398" y="76908"/>
                </a:cubicBezTo>
                <a:cubicBezTo>
                  <a:pt x="109263" y="-912"/>
                  <a:pt x="254138" y="41"/>
                  <a:pt x="254138" y="41"/>
                </a:cubicBezTo>
                <a:cubicBezTo>
                  <a:pt x="254138" y="41"/>
                  <a:pt x="523981" y="-8532"/>
                  <a:pt x="523981" y="222735"/>
                </a:cubicBezTo>
              </a:path>
            </a:pathLst>
          </a:custGeom>
          <a:noFill/>
          <a:ln w="15875" cap="rnd">
            <a:solidFill>
              <a:schemeClr val="tx2">
                <a:lumMod val="60000"/>
                <a:lumOff val="4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1" name="任意多边形: 形状 90"/>
          <p:cNvSpPr/>
          <p:nvPr userDrawn="1">
            <p:custDataLst>
              <p:tags r:id="rId110"/>
            </p:custDataLst>
          </p:nvPr>
        </p:nvSpPr>
        <p:spPr>
          <a:xfrm>
            <a:off x="5378655" y="5291844"/>
            <a:ext cx="386578" cy="317494"/>
          </a:xfrm>
          <a:custGeom>
            <a:avLst/>
            <a:gdLst>
              <a:gd name="connsiteX0" fmla="*/ 4525 w 506881"/>
              <a:gd name="connsiteY0" fmla="*/ 276565 h 416297"/>
              <a:gd name="connsiteX1" fmla="*/ 164831 w 506881"/>
              <a:gd name="connsiteY1" fmla="*/ 16342 h 416297"/>
              <a:gd name="connsiteX2" fmla="*/ 470393 w 506881"/>
              <a:gd name="connsiteY2" fmla="*/ 98257 h 416297"/>
              <a:gd name="connsiteX3" fmla="*/ 495443 w 506881"/>
              <a:gd name="connsiteY3" fmla="*/ 291043 h 416297"/>
              <a:gd name="connsiteX4" fmla="*/ 177880 w 506881"/>
              <a:gd name="connsiteY4" fmla="*/ 416297 h 416297"/>
              <a:gd name="connsiteX5" fmla="*/ 4620 w 506881"/>
              <a:gd name="connsiteY5" fmla="*/ 276565 h 416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881" h="416297">
                <a:moveTo>
                  <a:pt x="4525" y="276565"/>
                </a:moveTo>
                <a:cubicBezTo>
                  <a:pt x="-15477" y="185030"/>
                  <a:pt x="29576" y="59776"/>
                  <a:pt x="164831" y="16342"/>
                </a:cubicBezTo>
                <a:cubicBezTo>
                  <a:pt x="300086" y="-26996"/>
                  <a:pt x="430292" y="21200"/>
                  <a:pt x="470393" y="98257"/>
                </a:cubicBezTo>
                <a:cubicBezTo>
                  <a:pt x="510493" y="175315"/>
                  <a:pt x="515446" y="247609"/>
                  <a:pt x="495443" y="291043"/>
                </a:cubicBezTo>
                <a:cubicBezTo>
                  <a:pt x="475441" y="334382"/>
                  <a:pt x="293037" y="416297"/>
                  <a:pt x="177880" y="416297"/>
                </a:cubicBezTo>
                <a:cubicBezTo>
                  <a:pt x="62723" y="416297"/>
                  <a:pt x="24623" y="368101"/>
                  <a:pt x="4620" y="276565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2" name="任意多边形: 形状 91"/>
          <p:cNvSpPr/>
          <p:nvPr userDrawn="1">
            <p:custDataLst>
              <p:tags r:id="rId111"/>
            </p:custDataLst>
          </p:nvPr>
        </p:nvSpPr>
        <p:spPr>
          <a:xfrm>
            <a:off x="5474727" y="5429327"/>
            <a:ext cx="61525" cy="169040"/>
          </a:xfrm>
          <a:custGeom>
            <a:avLst/>
            <a:gdLst>
              <a:gd name="connsiteX0" fmla="*/ 3614 w 80671"/>
              <a:gd name="connsiteY0" fmla="*/ 0 h 221646"/>
              <a:gd name="connsiteX1" fmla="*/ 80671 w 80671"/>
              <a:gd name="connsiteY1" fmla="*/ 221647 h 221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71" h="221646">
                <a:moveTo>
                  <a:pt x="3614" y="0"/>
                </a:moveTo>
                <a:cubicBezTo>
                  <a:pt x="3614" y="0"/>
                  <a:pt x="-25342" y="163830"/>
                  <a:pt x="80671" y="221647"/>
                </a:cubicBezTo>
              </a:path>
            </a:pathLst>
          </a:custGeom>
          <a:noFill/>
          <a:ln w="15875" cap="rnd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3" name="任意多边形: 形状 92"/>
          <p:cNvSpPr/>
          <p:nvPr userDrawn="1">
            <p:custDataLst>
              <p:tags r:id="rId112"/>
            </p:custDataLst>
          </p:nvPr>
        </p:nvSpPr>
        <p:spPr>
          <a:xfrm>
            <a:off x="5617196" y="5390292"/>
            <a:ext cx="38413" cy="176378"/>
          </a:xfrm>
          <a:custGeom>
            <a:avLst/>
            <a:gdLst>
              <a:gd name="connsiteX0" fmla="*/ 0 w 50367"/>
              <a:gd name="connsiteY0" fmla="*/ 0 h 231266"/>
              <a:gd name="connsiteX1" fmla="*/ 48196 w 50367"/>
              <a:gd name="connsiteY1" fmla="*/ 231267 h 23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67" h="231266">
                <a:moveTo>
                  <a:pt x="0" y="0"/>
                </a:moveTo>
                <a:cubicBezTo>
                  <a:pt x="0" y="0"/>
                  <a:pt x="62675" y="130112"/>
                  <a:pt x="48196" y="231267"/>
                </a:cubicBezTo>
              </a:path>
            </a:pathLst>
          </a:custGeom>
          <a:noFill/>
          <a:ln w="15875" cap="rnd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4" name="任意多边形: 形状 93"/>
          <p:cNvSpPr/>
          <p:nvPr userDrawn="1">
            <p:custDataLst>
              <p:tags r:id="rId113"/>
            </p:custDataLst>
          </p:nvPr>
        </p:nvSpPr>
        <p:spPr>
          <a:xfrm>
            <a:off x="5545845" y="5287253"/>
            <a:ext cx="209503" cy="180083"/>
          </a:xfrm>
          <a:custGeom>
            <a:avLst/>
            <a:gdLst>
              <a:gd name="connsiteX0" fmla="*/ 0 w 274700"/>
              <a:gd name="connsiteY0" fmla="*/ 0 h 236124"/>
              <a:gd name="connsiteX1" fmla="*/ 202406 w 274700"/>
              <a:gd name="connsiteY1" fmla="*/ 62675 h 236124"/>
              <a:gd name="connsiteX2" fmla="*/ 274701 w 274700"/>
              <a:gd name="connsiteY2" fmla="*/ 236125 h 23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700" h="236124">
                <a:moveTo>
                  <a:pt x="0" y="0"/>
                </a:moveTo>
                <a:cubicBezTo>
                  <a:pt x="0" y="0"/>
                  <a:pt x="139732" y="4858"/>
                  <a:pt x="202406" y="62675"/>
                </a:cubicBezTo>
                <a:cubicBezTo>
                  <a:pt x="265081" y="120491"/>
                  <a:pt x="274701" y="236125"/>
                  <a:pt x="274701" y="236125"/>
                </a:cubicBezTo>
              </a:path>
            </a:pathLst>
          </a:custGeom>
          <a:noFill/>
          <a:ln w="15875" cap="rnd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5" name="任意多边形: 形状 94"/>
          <p:cNvSpPr/>
          <p:nvPr userDrawn="1">
            <p:custDataLst>
              <p:tags r:id="rId114"/>
            </p:custDataLst>
          </p:nvPr>
        </p:nvSpPr>
        <p:spPr>
          <a:xfrm>
            <a:off x="6418537" y="5291844"/>
            <a:ext cx="386578" cy="317494"/>
          </a:xfrm>
          <a:custGeom>
            <a:avLst/>
            <a:gdLst>
              <a:gd name="connsiteX0" fmla="*/ 502356 w 506881"/>
              <a:gd name="connsiteY0" fmla="*/ 276565 h 416297"/>
              <a:gd name="connsiteX1" fmla="*/ 342050 w 506881"/>
              <a:gd name="connsiteY1" fmla="*/ 16342 h 416297"/>
              <a:gd name="connsiteX2" fmla="*/ 36489 w 506881"/>
              <a:gd name="connsiteY2" fmla="*/ 98257 h 416297"/>
              <a:gd name="connsiteX3" fmla="*/ 11438 w 506881"/>
              <a:gd name="connsiteY3" fmla="*/ 291043 h 416297"/>
              <a:gd name="connsiteX4" fmla="*/ 329001 w 506881"/>
              <a:gd name="connsiteY4" fmla="*/ 416297 h 416297"/>
              <a:gd name="connsiteX5" fmla="*/ 502261 w 506881"/>
              <a:gd name="connsiteY5" fmla="*/ 276565 h 416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6881" h="416297">
                <a:moveTo>
                  <a:pt x="502356" y="276565"/>
                </a:moveTo>
                <a:cubicBezTo>
                  <a:pt x="522359" y="185030"/>
                  <a:pt x="477306" y="59776"/>
                  <a:pt x="342050" y="16342"/>
                </a:cubicBezTo>
                <a:cubicBezTo>
                  <a:pt x="206795" y="-26996"/>
                  <a:pt x="76589" y="21200"/>
                  <a:pt x="36489" y="98257"/>
                </a:cubicBezTo>
                <a:cubicBezTo>
                  <a:pt x="-3612" y="175315"/>
                  <a:pt x="-8565" y="247609"/>
                  <a:pt x="11438" y="291043"/>
                </a:cubicBezTo>
                <a:cubicBezTo>
                  <a:pt x="31440" y="334382"/>
                  <a:pt x="213844" y="416297"/>
                  <a:pt x="329001" y="416297"/>
                </a:cubicBezTo>
                <a:cubicBezTo>
                  <a:pt x="444159" y="416297"/>
                  <a:pt x="482259" y="368101"/>
                  <a:pt x="502261" y="276565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6" name="任意多边形: 形状 95"/>
          <p:cNvSpPr/>
          <p:nvPr userDrawn="1">
            <p:custDataLst>
              <p:tags r:id="rId115"/>
            </p:custDataLst>
          </p:nvPr>
        </p:nvSpPr>
        <p:spPr>
          <a:xfrm>
            <a:off x="6647445" y="5429327"/>
            <a:ext cx="61523" cy="169040"/>
          </a:xfrm>
          <a:custGeom>
            <a:avLst/>
            <a:gdLst>
              <a:gd name="connsiteX0" fmla="*/ 77057 w 80670"/>
              <a:gd name="connsiteY0" fmla="*/ 0 h 221646"/>
              <a:gd name="connsiteX1" fmla="*/ 0 w 80670"/>
              <a:gd name="connsiteY1" fmla="*/ 221647 h 221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670" h="221646">
                <a:moveTo>
                  <a:pt x="77057" y="0"/>
                </a:moveTo>
                <a:cubicBezTo>
                  <a:pt x="77057" y="0"/>
                  <a:pt x="106013" y="163830"/>
                  <a:pt x="0" y="221647"/>
                </a:cubicBezTo>
              </a:path>
            </a:pathLst>
          </a:custGeom>
          <a:noFill/>
          <a:ln w="15875" cap="rnd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7" name="任意多边形: 形状 96"/>
          <p:cNvSpPr/>
          <p:nvPr userDrawn="1">
            <p:custDataLst>
              <p:tags r:id="rId116"/>
            </p:custDataLst>
          </p:nvPr>
        </p:nvSpPr>
        <p:spPr>
          <a:xfrm>
            <a:off x="6525145" y="5388111"/>
            <a:ext cx="38413" cy="176378"/>
          </a:xfrm>
          <a:custGeom>
            <a:avLst/>
            <a:gdLst>
              <a:gd name="connsiteX0" fmla="*/ 50368 w 50367"/>
              <a:gd name="connsiteY0" fmla="*/ 0 h 231266"/>
              <a:gd name="connsiteX1" fmla="*/ 2171 w 50367"/>
              <a:gd name="connsiteY1" fmla="*/ 231267 h 23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367" h="231266">
                <a:moveTo>
                  <a:pt x="50368" y="0"/>
                </a:moveTo>
                <a:cubicBezTo>
                  <a:pt x="50368" y="0"/>
                  <a:pt x="-12307" y="130112"/>
                  <a:pt x="2171" y="231267"/>
                </a:cubicBezTo>
              </a:path>
            </a:pathLst>
          </a:custGeom>
          <a:noFill/>
          <a:ln w="15875" cap="rnd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8" name="任意多边形: 形状 97"/>
          <p:cNvSpPr/>
          <p:nvPr userDrawn="1">
            <p:custDataLst>
              <p:tags r:id="rId117"/>
            </p:custDataLst>
          </p:nvPr>
        </p:nvSpPr>
        <p:spPr>
          <a:xfrm>
            <a:off x="6422994" y="5282491"/>
            <a:ext cx="209503" cy="180083"/>
          </a:xfrm>
          <a:custGeom>
            <a:avLst/>
            <a:gdLst>
              <a:gd name="connsiteX0" fmla="*/ 274701 w 274700"/>
              <a:gd name="connsiteY0" fmla="*/ 0 h 236124"/>
              <a:gd name="connsiteX1" fmla="*/ 72294 w 274700"/>
              <a:gd name="connsiteY1" fmla="*/ 62675 h 236124"/>
              <a:gd name="connsiteX2" fmla="*/ 0 w 274700"/>
              <a:gd name="connsiteY2" fmla="*/ 236125 h 23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700" h="236124">
                <a:moveTo>
                  <a:pt x="274701" y="0"/>
                </a:moveTo>
                <a:cubicBezTo>
                  <a:pt x="274701" y="0"/>
                  <a:pt x="134969" y="4858"/>
                  <a:pt x="72294" y="62675"/>
                </a:cubicBezTo>
                <a:cubicBezTo>
                  <a:pt x="9620" y="120491"/>
                  <a:pt x="0" y="236125"/>
                  <a:pt x="0" y="236125"/>
                </a:cubicBezTo>
              </a:path>
            </a:pathLst>
          </a:custGeom>
          <a:noFill/>
          <a:ln w="15875" cap="rnd">
            <a:solidFill>
              <a:schemeClr val="accent4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66" name="任意多边形: 形状 165"/>
          <p:cNvSpPr/>
          <p:nvPr userDrawn="1">
            <p:custDataLst>
              <p:tags r:id="rId118"/>
            </p:custDataLst>
          </p:nvPr>
        </p:nvSpPr>
        <p:spPr>
          <a:xfrm rot="21423542" flipH="1">
            <a:off x="5777604" y="3549571"/>
            <a:ext cx="362681" cy="359341"/>
          </a:xfrm>
          <a:custGeom>
            <a:avLst/>
            <a:gdLst>
              <a:gd name="connsiteX0" fmla="*/ 242216 w 653944"/>
              <a:gd name="connsiteY0" fmla="*/ 249623 h 647918"/>
              <a:gd name="connsiteX1" fmla="*/ 295365 w 653944"/>
              <a:gd name="connsiteY1" fmla="*/ 443340 h 647918"/>
              <a:gd name="connsiteX2" fmla="*/ 225652 w 653944"/>
              <a:gd name="connsiteY2" fmla="*/ 647918 h 647918"/>
              <a:gd name="connsiteX3" fmla="*/ 6265 w 653944"/>
              <a:gd name="connsiteY3" fmla="*/ 350660 h 647918"/>
              <a:gd name="connsiteX4" fmla="*/ 158580 w 653944"/>
              <a:gd name="connsiteY4" fmla="*/ 364297 h 647918"/>
              <a:gd name="connsiteX5" fmla="*/ 158606 w 653944"/>
              <a:gd name="connsiteY5" fmla="*/ 364414 h 647918"/>
              <a:gd name="connsiteX6" fmla="*/ 242216 w 653944"/>
              <a:gd name="connsiteY6" fmla="*/ 249623 h 647918"/>
              <a:gd name="connsiteX7" fmla="*/ 485993 w 653944"/>
              <a:gd name="connsiteY7" fmla="*/ 823 h 647918"/>
              <a:gd name="connsiteX8" fmla="*/ 503114 w 653944"/>
              <a:gd name="connsiteY8" fmla="*/ 1005 h 647918"/>
              <a:gd name="connsiteX9" fmla="*/ 549913 w 653944"/>
              <a:gd name="connsiteY9" fmla="*/ 76093 h 647918"/>
              <a:gd name="connsiteX10" fmla="*/ 550031 w 653944"/>
              <a:gd name="connsiteY10" fmla="*/ 76093 h 647918"/>
              <a:gd name="connsiteX11" fmla="*/ 652114 w 653944"/>
              <a:gd name="connsiteY11" fmla="*/ 74915 h 647918"/>
              <a:gd name="connsiteX12" fmla="*/ 459499 w 653944"/>
              <a:gd name="connsiteY12" fmla="*/ 247725 h 647918"/>
              <a:gd name="connsiteX13" fmla="*/ 453133 w 653944"/>
              <a:gd name="connsiteY13" fmla="*/ 118412 h 647918"/>
              <a:gd name="connsiteX14" fmla="*/ 485993 w 653944"/>
              <a:gd name="connsiteY14" fmla="*/ 823 h 6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53944" h="647918">
                <a:moveTo>
                  <a:pt x="242216" y="249623"/>
                </a:moveTo>
                <a:cubicBezTo>
                  <a:pt x="318348" y="238713"/>
                  <a:pt x="330331" y="358883"/>
                  <a:pt x="295365" y="443340"/>
                </a:cubicBezTo>
                <a:cubicBezTo>
                  <a:pt x="260398" y="527797"/>
                  <a:pt x="225652" y="647918"/>
                  <a:pt x="225652" y="647918"/>
                </a:cubicBezTo>
                <a:cubicBezTo>
                  <a:pt x="225652" y="647918"/>
                  <a:pt x="-44095" y="478233"/>
                  <a:pt x="6265" y="350660"/>
                </a:cubicBezTo>
                <a:cubicBezTo>
                  <a:pt x="47504" y="246241"/>
                  <a:pt x="158580" y="364297"/>
                  <a:pt x="158580" y="364297"/>
                </a:cubicBezTo>
                <a:lnTo>
                  <a:pt x="158606" y="364414"/>
                </a:lnTo>
                <a:cubicBezTo>
                  <a:pt x="158606" y="364414"/>
                  <a:pt x="166202" y="260507"/>
                  <a:pt x="242216" y="249623"/>
                </a:cubicBezTo>
                <a:close/>
                <a:moveTo>
                  <a:pt x="485993" y="823"/>
                </a:moveTo>
                <a:cubicBezTo>
                  <a:pt x="491188" y="-299"/>
                  <a:pt x="496896" y="-306"/>
                  <a:pt x="503114" y="1005"/>
                </a:cubicBezTo>
                <a:cubicBezTo>
                  <a:pt x="552742" y="11496"/>
                  <a:pt x="549913" y="76093"/>
                  <a:pt x="549913" y="76093"/>
                </a:cubicBezTo>
                <a:lnTo>
                  <a:pt x="550031" y="76093"/>
                </a:lnTo>
                <a:cubicBezTo>
                  <a:pt x="550031" y="76093"/>
                  <a:pt x="632664" y="8313"/>
                  <a:pt x="652114" y="74915"/>
                </a:cubicBezTo>
                <a:cubicBezTo>
                  <a:pt x="675926" y="156369"/>
                  <a:pt x="459499" y="247725"/>
                  <a:pt x="459499" y="247725"/>
                </a:cubicBezTo>
                <a:cubicBezTo>
                  <a:pt x="459499" y="247725"/>
                  <a:pt x="469872" y="172400"/>
                  <a:pt x="453133" y="118412"/>
                </a:cubicBezTo>
                <a:cubicBezTo>
                  <a:pt x="438384" y="71172"/>
                  <a:pt x="449627" y="8680"/>
                  <a:pt x="485993" y="82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rgbClr val="FF9647"/>
              </a:solidFill>
              <a:ea typeface="汉仪正圆 55简" panose="0002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9"/>
            </p:custDataLst>
          </p:nvPr>
        </p:nvSpPr>
        <p:spPr>
          <a:xfrm>
            <a:off x="838557" y="1417658"/>
            <a:ext cx="10515487" cy="154075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dk1"/>
                </a:solidFill>
                <a:ea typeface="汉仪粗圆简" panose="02010600000101010101" charset="-122"/>
              </a:defRPr>
            </a:lvl1pPr>
          </a:lstStyle>
          <a:p>
            <a:r>
              <a:rPr lang="zh-CN" altLang="en-US" dirty="0"/>
              <a:t>二级标题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60035" y="360018"/>
            <a:ext cx="10800501" cy="720036"/>
          </a:xfrm>
        </p:spPr>
        <p:txBody>
          <a:bodyPr wrap="square" anchor="t" anchorCtr="0">
            <a:normAutofit/>
          </a:bodyPr>
          <a:lstStyle>
            <a:lvl1pPr>
              <a:defRPr>
                <a:ea typeface="汉仪粗圆简" panose="0201060000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矩形 5"/>
          <p:cNvSpPr/>
          <p:nvPr userDrawn="1">
            <p:custDataLst>
              <p:tags r:id="rId3"/>
            </p:custDataLst>
          </p:nvPr>
        </p:nvSpPr>
        <p:spPr>
          <a:xfrm>
            <a:off x="0" y="6678638"/>
            <a:ext cx="12193201" cy="180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ea typeface="汉仪正圆 55简" panose="0002060004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6678638"/>
            <a:ext cx="12193201" cy="180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ea typeface="汉仪正圆 55简" panose="00020600040101010101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练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ea typeface="汉仪正圆 55简" panose="00020600040101010101" charset="-122"/>
            </a:endParaRPr>
          </a:p>
        </p:txBody>
      </p:sp>
      <p:sp>
        <p:nvSpPr>
          <p:cNvPr id="4" name="任意多边形: 形状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5685282 h 6858000"/>
              <a:gd name="connsiteX1" fmla="*/ 2058010 w 12192000"/>
              <a:gd name="connsiteY1" fmla="*/ 6858000 h 6858000"/>
              <a:gd name="connsiteX2" fmla="*/ 996005 w 12192000"/>
              <a:gd name="connsiteY2" fmla="*/ 6858000 h 6858000"/>
              <a:gd name="connsiteX3" fmla="*/ 0 w 12192000"/>
              <a:gd name="connsiteY3" fmla="*/ 6290432 h 6858000"/>
              <a:gd name="connsiteX4" fmla="*/ 1 w 12192000"/>
              <a:gd name="connsiteY4" fmla="*/ 4475119 h 6858000"/>
              <a:gd name="connsiteX5" fmla="*/ 4182020 w 12192000"/>
              <a:gd name="connsiteY5" fmla="*/ 6858000 h 6858000"/>
              <a:gd name="connsiteX6" fmla="*/ 3120015 w 12192000"/>
              <a:gd name="connsiteY6" fmla="*/ 6858000 h 6858000"/>
              <a:gd name="connsiteX7" fmla="*/ 1 w 12192000"/>
              <a:gd name="connsiteY7" fmla="*/ 5080269 h 6858000"/>
              <a:gd name="connsiteX8" fmla="*/ 0 w 12192000"/>
              <a:gd name="connsiteY8" fmla="*/ 3264956 h 6858000"/>
              <a:gd name="connsiteX9" fmla="*/ 6306028 w 12192000"/>
              <a:gd name="connsiteY9" fmla="*/ 6858000 h 6858000"/>
              <a:gd name="connsiteX10" fmla="*/ 5244023 w 12192000"/>
              <a:gd name="connsiteY10" fmla="*/ 6858000 h 6858000"/>
              <a:gd name="connsiteX11" fmla="*/ 0 w 12192000"/>
              <a:gd name="connsiteY11" fmla="*/ 3869969 h 6858000"/>
              <a:gd name="connsiteX12" fmla="*/ 2 w 12192000"/>
              <a:gd name="connsiteY12" fmla="*/ 2054657 h 6858000"/>
              <a:gd name="connsiteX13" fmla="*/ 8429874 w 12192000"/>
              <a:gd name="connsiteY13" fmla="*/ 6857999 h 6858000"/>
              <a:gd name="connsiteX14" fmla="*/ 7367870 w 12192000"/>
              <a:gd name="connsiteY14" fmla="*/ 6857999 h 6858000"/>
              <a:gd name="connsiteX15" fmla="*/ 2 w 12192000"/>
              <a:gd name="connsiteY15" fmla="*/ 2659807 h 6858000"/>
              <a:gd name="connsiteX16" fmla="*/ 1 w 12192000"/>
              <a:gd name="connsiteY16" fmla="*/ 844494 h 6858000"/>
              <a:gd name="connsiteX17" fmla="*/ 10553883 w 12192000"/>
              <a:gd name="connsiteY17" fmla="*/ 6858000 h 6858000"/>
              <a:gd name="connsiteX18" fmla="*/ 9491879 w 12192000"/>
              <a:gd name="connsiteY18" fmla="*/ 6858000 h 6858000"/>
              <a:gd name="connsiteX19" fmla="*/ 1 w 12192000"/>
              <a:gd name="connsiteY19" fmla="*/ 1449508 h 6858000"/>
              <a:gd name="connsiteX20" fmla="*/ 3827965 w 12192000"/>
              <a:gd name="connsiteY20" fmla="*/ 1 h 6858000"/>
              <a:gd name="connsiteX21" fmla="*/ 4889805 w 12192000"/>
              <a:gd name="connsiteY21" fmla="*/ 1 h 6858000"/>
              <a:gd name="connsiteX22" fmla="*/ 12191999 w 12192000"/>
              <a:gd name="connsiteY22" fmla="*/ 4160749 h 6858000"/>
              <a:gd name="connsiteX23" fmla="*/ 12191999 w 12192000"/>
              <a:gd name="connsiteY23" fmla="*/ 4765761 h 6858000"/>
              <a:gd name="connsiteX24" fmla="*/ 5951809 w 12192000"/>
              <a:gd name="connsiteY24" fmla="*/ 1 h 6858000"/>
              <a:gd name="connsiteX25" fmla="*/ 7013813 w 12192000"/>
              <a:gd name="connsiteY25" fmla="*/ 1 h 6858000"/>
              <a:gd name="connsiteX26" fmla="*/ 12192000 w 12192000"/>
              <a:gd name="connsiteY26" fmla="*/ 2950450 h 6858000"/>
              <a:gd name="connsiteX27" fmla="*/ 12192000 w 12192000"/>
              <a:gd name="connsiteY27" fmla="*/ 3555599 h 6858000"/>
              <a:gd name="connsiteX28" fmla="*/ 1703955 w 12192000"/>
              <a:gd name="connsiteY28" fmla="*/ 1 h 6858000"/>
              <a:gd name="connsiteX29" fmla="*/ 2765958 w 12192000"/>
              <a:gd name="connsiteY29" fmla="*/ 1 h 6858000"/>
              <a:gd name="connsiteX30" fmla="*/ 12191999 w 12192000"/>
              <a:gd name="connsiteY30" fmla="*/ 5370911 h 6858000"/>
              <a:gd name="connsiteX31" fmla="*/ 12191999 w 12192000"/>
              <a:gd name="connsiteY31" fmla="*/ 5976062 h 6858000"/>
              <a:gd name="connsiteX32" fmla="*/ 10199664 w 12192000"/>
              <a:gd name="connsiteY32" fmla="*/ 1 h 6858000"/>
              <a:gd name="connsiteX33" fmla="*/ 11261669 w 12192000"/>
              <a:gd name="connsiteY33" fmla="*/ 1 h 6858000"/>
              <a:gd name="connsiteX34" fmla="*/ 12191999 w 12192000"/>
              <a:gd name="connsiteY34" fmla="*/ 530124 h 6858000"/>
              <a:gd name="connsiteX35" fmla="*/ 12191999 w 12192000"/>
              <a:gd name="connsiteY35" fmla="*/ 1135137 h 6858000"/>
              <a:gd name="connsiteX36" fmla="*/ 8075818 w 12192000"/>
              <a:gd name="connsiteY36" fmla="*/ 1 h 6858000"/>
              <a:gd name="connsiteX37" fmla="*/ 9137822 w 12192000"/>
              <a:gd name="connsiteY37" fmla="*/ 1 h 6858000"/>
              <a:gd name="connsiteX38" fmla="*/ 12192000 w 12192000"/>
              <a:gd name="connsiteY38" fmla="*/ 1740286 h 6858000"/>
              <a:gd name="connsiteX39" fmla="*/ 12192000 w 12192000"/>
              <a:gd name="connsiteY39" fmla="*/ 2345436 h 6858000"/>
              <a:gd name="connsiteX40" fmla="*/ 1 w 12192000"/>
              <a:gd name="connsiteY40" fmla="*/ 0 h 6858000"/>
              <a:gd name="connsiteX41" fmla="*/ 641950 w 12192000"/>
              <a:gd name="connsiteY41" fmla="*/ 0 h 6858000"/>
              <a:gd name="connsiteX42" fmla="*/ 12192000 w 12192000"/>
              <a:gd name="connsiteY42" fmla="*/ 6581211 h 6858000"/>
              <a:gd name="connsiteX43" fmla="*/ 12192000 w 12192000"/>
              <a:gd name="connsiteY43" fmla="*/ 6858000 h 6858000"/>
              <a:gd name="connsiteX44" fmla="*/ 11615887 w 12192000"/>
              <a:gd name="connsiteY44" fmla="*/ 6858000 h 6858000"/>
              <a:gd name="connsiteX45" fmla="*/ 1 w 12192000"/>
              <a:gd name="connsiteY45" fmla="*/ 2393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92000" h="6858000">
                <a:moveTo>
                  <a:pt x="0" y="5685282"/>
                </a:moveTo>
                <a:lnTo>
                  <a:pt x="2058010" y="6858000"/>
                </a:lnTo>
                <a:lnTo>
                  <a:pt x="996005" y="6858000"/>
                </a:lnTo>
                <a:lnTo>
                  <a:pt x="0" y="6290432"/>
                </a:lnTo>
                <a:close/>
                <a:moveTo>
                  <a:pt x="1" y="4475119"/>
                </a:moveTo>
                <a:lnTo>
                  <a:pt x="4182020" y="6858000"/>
                </a:lnTo>
                <a:lnTo>
                  <a:pt x="3120015" y="6858000"/>
                </a:lnTo>
                <a:lnTo>
                  <a:pt x="1" y="5080269"/>
                </a:lnTo>
                <a:close/>
                <a:moveTo>
                  <a:pt x="0" y="3264956"/>
                </a:moveTo>
                <a:lnTo>
                  <a:pt x="6306028" y="6858000"/>
                </a:lnTo>
                <a:lnTo>
                  <a:pt x="5244023" y="6858000"/>
                </a:lnTo>
                <a:lnTo>
                  <a:pt x="0" y="3869969"/>
                </a:lnTo>
                <a:close/>
                <a:moveTo>
                  <a:pt x="2" y="2054657"/>
                </a:moveTo>
                <a:lnTo>
                  <a:pt x="8429874" y="6857999"/>
                </a:lnTo>
                <a:lnTo>
                  <a:pt x="7367870" y="6857999"/>
                </a:lnTo>
                <a:lnTo>
                  <a:pt x="2" y="2659807"/>
                </a:lnTo>
                <a:close/>
                <a:moveTo>
                  <a:pt x="1" y="844494"/>
                </a:moveTo>
                <a:lnTo>
                  <a:pt x="10553883" y="6858000"/>
                </a:lnTo>
                <a:lnTo>
                  <a:pt x="9491879" y="6858000"/>
                </a:lnTo>
                <a:lnTo>
                  <a:pt x="1" y="1449508"/>
                </a:lnTo>
                <a:close/>
                <a:moveTo>
                  <a:pt x="3827965" y="1"/>
                </a:moveTo>
                <a:lnTo>
                  <a:pt x="4889805" y="1"/>
                </a:lnTo>
                <a:lnTo>
                  <a:pt x="12191999" y="4160749"/>
                </a:lnTo>
                <a:lnTo>
                  <a:pt x="12191999" y="4765761"/>
                </a:lnTo>
                <a:close/>
                <a:moveTo>
                  <a:pt x="5951809" y="1"/>
                </a:moveTo>
                <a:lnTo>
                  <a:pt x="7013813" y="1"/>
                </a:lnTo>
                <a:lnTo>
                  <a:pt x="12192000" y="2950450"/>
                </a:lnTo>
                <a:lnTo>
                  <a:pt x="12192000" y="3555599"/>
                </a:lnTo>
                <a:close/>
                <a:moveTo>
                  <a:pt x="1703955" y="1"/>
                </a:moveTo>
                <a:lnTo>
                  <a:pt x="2765958" y="1"/>
                </a:lnTo>
                <a:lnTo>
                  <a:pt x="12191999" y="5370911"/>
                </a:lnTo>
                <a:lnTo>
                  <a:pt x="12191999" y="5976062"/>
                </a:lnTo>
                <a:close/>
                <a:moveTo>
                  <a:pt x="10199664" y="1"/>
                </a:moveTo>
                <a:lnTo>
                  <a:pt x="11261669" y="1"/>
                </a:lnTo>
                <a:lnTo>
                  <a:pt x="12191999" y="530124"/>
                </a:lnTo>
                <a:lnTo>
                  <a:pt x="12191999" y="1135137"/>
                </a:lnTo>
                <a:close/>
                <a:moveTo>
                  <a:pt x="8075818" y="1"/>
                </a:moveTo>
                <a:lnTo>
                  <a:pt x="9137822" y="1"/>
                </a:lnTo>
                <a:lnTo>
                  <a:pt x="12192000" y="1740286"/>
                </a:lnTo>
                <a:lnTo>
                  <a:pt x="12192000" y="2345436"/>
                </a:lnTo>
                <a:close/>
                <a:moveTo>
                  <a:pt x="1" y="0"/>
                </a:moveTo>
                <a:lnTo>
                  <a:pt x="641950" y="0"/>
                </a:lnTo>
                <a:lnTo>
                  <a:pt x="12192000" y="6581211"/>
                </a:lnTo>
                <a:lnTo>
                  <a:pt x="12192000" y="6858000"/>
                </a:lnTo>
                <a:lnTo>
                  <a:pt x="11615887" y="6858000"/>
                </a:lnTo>
                <a:lnTo>
                  <a:pt x="1" y="239344"/>
                </a:lnTo>
                <a:close/>
              </a:path>
            </a:pathLst>
          </a:custGeom>
          <a:gradFill>
            <a:gsLst>
              <a:gs pos="23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4000"/>
                </a:schemeClr>
              </a:gs>
            </a:gsLst>
            <a:lin ang="16200000" scaled="1"/>
          </a:gra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5282754"/>
            <a:ext cx="12193201" cy="15755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6" name="矩形: 圆角 5"/>
          <p:cNvSpPr/>
          <p:nvPr userDrawn="1">
            <p:custDataLst>
              <p:tags r:id="rId5"/>
            </p:custDataLst>
          </p:nvPr>
        </p:nvSpPr>
        <p:spPr>
          <a:xfrm>
            <a:off x="438194" y="497893"/>
            <a:ext cx="11316814" cy="5856184"/>
          </a:xfrm>
          <a:prstGeom prst="roundRect">
            <a:avLst>
              <a:gd name="adj" fmla="val 6921"/>
            </a:avLst>
          </a:prstGeom>
          <a:solidFill>
            <a:schemeClr val="lt1"/>
          </a:solidFill>
          <a:ln w="22225">
            <a:noFill/>
          </a:ln>
          <a:effectLst>
            <a:outerShdw blurRad="254000" dist="254000" dir="5400000" algn="t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" name="任意多边形: 形状 9"/>
          <p:cNvSpPr/>
          <p:nvPr userDrawn="1">
            <p:custDataLst>
              <p:tags r:id="rId6"/>
            </p:custDataLst>
          </p:nvPr>
        </p:nvSpPr>
        <p:spPr>
          <a:xfrm rot="176458">
            <a:off x="886270" y="747978"/>
            <a:ext cx="653974" cy="647952"/>
          </a:xfrm>
          <a:custGeom>
            <a:avLst/>
            <a:gdLst>
              <a:gd name="connsiteX0" fmla="*/ 242216 w 653944"/>
              <a:gd name="connsiteY0" fmla="*/ 249623 h 647918"/>
              <a:gd name="connsiteX1" fmla="*/ 295365 w 653944"/>
              <a:gd name="connsiteY1" fmla="*/ 443340 h 647918"/>
              <a:gd name="connsiteX2" fmla="*/ 225652 w 653944"/>
              <a:gd name="connsiteY2" fmla="*/ 647918 h 647918"/>
              <a:gd name="connsiteX3" fmla="*/ 6265 w 653944"/>
              <a:gd name="connsiteY3" fmla="*/ 350660 h 647918"/>
              <a:gd name="connsiteX4" fmla="*/ 158580 w 653944"/>
              <a:gd name="connsiteY4" fmla="*/ 364297 h 647918"/>
              <a:gd name="connsiteX5" fmla="*/ 158606 w 653944"/>
              <a:gd name="connsiteY5" fmla="*/ 364414 h 647918"/>
              <a:gd name="connsiteX6" fmla="*/ 242216 w 653944"/>
              <a:gd name="connsiteY6" fmla="*/ 249623 h 647918"/>
              <a:gd name="connsiteX7" fmla="*/ 485993 w 653944"/>
              <a:gd name="connsiteY7" fmla="*/ 823 h 647918"/>
              <a:gd name="connsiteX8" fmla="*/ 503114 w 653944"/>
              <a:gd name="connsiteY8" fmla="*/ 1005 h 647918"/>
              <a:gd name="connsiteX9" fmla="*/ 549913 w 653944"/>
              <a:gd name="connsiteY9" fmla="*/ 76093 h 647918"/>
              <a:gd name="connsiteX10" fmla="*/ 550031 w 653944"/>
              <a:gd name="connsiteY10" fmla="*/ 76093 h 647918"/>
              <a:gd name="connsiteX11" fmla="*/ 652114 w 653944"/>
              <a:gd name="connsiteY11" fmla="*/ 74915 h 647918"/>
              <a:gd name="connsiteX12" fmla="*/ 459499 w 653944"/>
              <a:gd name="connsiteY12" fmla="*/ 247725 h 647918"/>
              <a:gd name="connsiteX13" fmla="*/ 453133 w 653944"/>
              <a:gd name="connsiteY13" fmla="*/ 118412 h 647918"/>
              <a:gd name="connsiteX14" fmla="*/ 485993 w 653944"/>
              <a:gd name="connsiteY14" fmla="*/ 823 h 6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53944" h="647918">
                <a:moveTo>
                  <a:pt x="242216" y="249623"/>
                </a:moveTo>
                <a:cubicBezTo>
                  <a:pt x="318348" y="238713"/>
                  <a:pt x="330331" y="358883"/>
                  <a:pt x="295365" y="443340"/>
                </a:cubicBezTo>
                <a:cubicBezTo>
                  <a:pt x="260398" y="527797"/>
                  <a:pt x="225652" y="647918"/>
                  <a:pt x="225652" y="647918"/>
                </a:cubicBezTo>
                <a:cubicBezTo>
                  <a:pt x="225652" y="647918"/>
                  <a:pt x="-44095" y="478233"/>
                  <a:pt x="6265" y="350660"/>
                </a:cubicBezTo>
                <a:cubicBezTo>
                  <a:pt x="47504" y="246241"/>
                  <a:pt x="158580" y="364297"/>
                  <a:pt x="158580" y="364297"/>
                </a:cubicBezTo>
                <a:lnTo>
                  <a:pt x="158606" y="364414"/>
                </a:lnTo>
                <a:cubicBezTo>
                  <a:pt x="158606" y="364414"/>
                  <a:pt x="166202" y="260507"/>
                  <a:pt x="242216" y="249623"/>
                </a:cubicBezTo>
                <a:close/>
                <a:moveTo>
                  <a:pt x="485993" y="823"/>
                </a:moveTo>
                <a:cubicBezTo>
                  <a:pt x="491188" y="-299"/>
                  <a:pt x="496896" y="-306"/>
                  <a:pt x="503114" y="1005"/>
                </a:cubicBezTo>
                <a:cubicBezTo>
                  <a:pt x="552742" y="11496"/>
                  <a:pt x="549913" y="76093"/>
                  <a:pt x="549913" y="76093"/>
                </a:cubicBezTo>
                <a:lnTo>
                  <a:pt x="550031" y="76093"/>
                </a:lnTo>
                <a:cubicBezTo>
                  <a:pt x="550031" y="76093"/>
                  <a:pt x="632664" y="8313"/>
                  <a:pt x="652114" y="74915"/>
                </a:cubicBezTo>
                <a:cubicBezTo>
                  <a:pt x="675926" y="156369"/>
                  <a:pt x="459499" y="247725"/>
                  <a:pt x="459499" y="247725"/>
                </a:cubicBezTo>
                <a:cubicBezTo>
                  <a:pt x="459499" y="247725"/>
                  <a:pt x="469872" y="172400"/>
                  <a:pt x="453133" y="118412"/>
                </a:cubicBezTo>
                <a:cubicBezTo>
                  <a:pt x="438384" y="71172"/>
                  <a:pt x="449627" y="8680"/>
                  <a:pt x="485993" y="823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rgbClr val="FF9647"/>
              </a:solidFill>
              <a:ea typeface="汉仪正圆 55简" panose="00020600040101010101" charset="-122"/>
            </a:endParaRPr>
          </a:p>
        </p:txBody>
      </p:sp>
      <p:sp>
        <p:nvSpPr>
          <p:cNvPr id="16" name="任意多边形: 形状 15"/>
          <p:cNvSpPr/>
          <p:nvPr userDrawn="1">
            <p:custDataLst>
              <p:tags r:id="rId7"/>
            </p:custDataLst>
          </p:nvPr>
        </p:nvSpPr>
        <p:spPr>
          <a:xfrm>
            <a:off x="9311820" y="497893"/>
            <a:ext cx="2443126" cy="1292899"/>
          </a:xfrm>
          <a:custGeom>
            <a:avLst/>
            <a:gdLst>
              <a:gd name="connsiteX0" fmla="*/ 0 w 2727007"/>
              <a:gd name="connsiteY0" fmla="*/ 0 h 1443122"/>
              <a:gd name="connsiteX1" fmla="*/ 2321721 w 2727007"/>
              <a:gd name="connsiteY1" fmla="*/ 0 h 1443122"/>
              <a:gd name="connsiteX2" fmla="*/ 2727007 w 2727007"/>
              <a:gd name="connsiteY2" fmla="*/ 405286 h 1443122"/>
              <a:gd name="connsiteX3" fmla="*/ 2727007 w 2727007"/>
              <a:gd name="connsiteY3" fmla="*/ 1215035 h 1443122"/>
              <a:gd name="connsiteX4" fmla="*/ 2725450 w 2727007"/>
              <a:gd name="connsiteY4" fmla="*/ 1215981 h 1443122"/>
              <a:gd name="connsiteX5" fmla="*/ 1828402 w 2727007"/>
              <a:gd name="connsiteY5" fmla="*/ 1443122 h 1443122"/>
              <a:gd name="connsiteX6" fmla="*/ 31063 w 2727007"/>
              <a:gd name="connsiteY6" fmla="*/ 120808 h 1443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007" h="1443122">
                <a:moveTo>
                  <a:pt x="0" y="0"/>
                </a:moveTo>
                <a:lnTo>
                  <a:pt x="2321721" y="0"/>
                </a:lnTo>
                <a:cubicBezTo>
                  <a:pt x="2545554" y="0"/>
                  <a:pt x="2727007" y="181453"/>
                  <a:pt x="2727007" y="405286"/>
                </a:cubicBezTo>
                <a:lnTo>
                  <a:pt x="2727007" y="1215035"/>
                </a:lnTo>
                <a:lnTo>
                  <a:pt x="2725450" y="1215981"/>
                </a:lnTo>
                <a:cubicBezTo>
                  <a:pt x="2458791" y="1360839"/>
                  <a:pt x="2153205" y="1443122"/>
                  <a:pt x="1828402" y="1443122"/>
                </a:cubicBezTo>
                <a:cubicBezTo>
                  <a:pt x="983913" y="1443122"/>
                  <a:pt x="269339" y="886890"/>
                  <a:pt x="31063" y="12080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68" name="任意多边形: 形状 67"/>
          <p:cNvSpPr/>
          <p:nvPr>
            <p:custDataLst>
              <p:tags r:id="rId8"/>
            </p:custDataLst>
          </p:nvPr>
        </p:nvSpPr>
        <p:spPr>
          <a:xfrm flipH="1">
            <a:off x="9681901" y="482099"/>
            <a:ext cx="2063154" cy="970398"/>
          </a:xfrm>
          <a:custGeom>
            <a:avLst/>
            <a:gdLst>
              <a:gd name="connsiteX0" fmla="*/ 1646879 w 2063058"/>
              <a:gd name="connsiteY0" fmla="*/ 0 h 970347"/>
              <a:gd name="connsiteX1" fmla="*/ 405286 w 2063058"/>
              <a:gd name="connsiteY1" fmla="*/ 0 h 970347"/>
              <a:gd name="connsiteX2" fmla="*/ 0 w 2063058"/>
              <a:gd name="connsiteY2" fmla="*/ 405286 h 970347"/>
              <a:gd name="connsiteX3" fmla="*/ 0 w 2063058"/>
              <a:gd name="connsiteY3" fmla="*/ 607376 h 970347"/>
              <a:gd name="connsiteX4" fmla="*/ 62951 w 2063058"/>
              <a:gd name="connsiteY4" fmla="*/ 652879 h 970347"/>
              <a:gd name="connsiteX5" fmla="*/ 466357 w 2063058"/>
              <a:gd name="connsiteY5" fmla="*/ 905827 h 970347"/>
              <a:gd name="connsiteX6" fmla="*/ 2063058 w 2063058"/>
              <a:gd name="connsiteY6" fmla="*/ 956431 h 970347"/>
              <a:gd name="connsiteX7" fmla="*/ 1650325 w 2063058"/>
              <a:gd name="connsiteY7" fmla="*/ 4361 h 970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63058" h="970347">
                <a:moveTo>
                  <a:pt x="1646879" y="0"/>
                </a:moveTo>
                <a:lnTo>
                  <a:pt x="405286" y="0"/>
                </a:lnTo>
                <a:cubicBezTo>
                  <a:pt x="181453" y="0"/>
                  <a:pt x="0" y="181453"/>
                  <a:pt x="0" y="405286"/>
                </a:cubicBezTo>
                <a:lnTo>
                  <a:pt x="0" y="607376"/>
                </a:lnTo>
                <a:lnTo>
                  <a:pt x="62951" y="652879"/>
                </a:lnTo>
                <a:cubicBezTo>
                  <a:pt x="172225" y="734709"/>
                  <a:pt x="293129" y="827411"/>
                  <a:pt x="466357" y="905827"/>
                </a:cubicBezTo>
                <a:cubicBezTo>
                  <a:pt x="697327" y="1010383"/>
                  <a:pt x="2063058" y="956431"/>
                  <a:pt x="2063058" y="956431"/>
                </a:cubicBezTo>
                <a:cubicBezTo>
                  <a:pt x="2063058" y="956431"/>
                  <a:pt x="1966410" y="455885"/>
                  <a:pt x="1650325" y="4361"/>
                </a:cubicBez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69" name="任意多边形: 形状 68"/>
          <p:cNvSpPr/>
          <p:nvPr>
            <p:custDataLst>
              <p:tags r:id="rId9"/>
            </p:custDataLst>
          </p:nvPr>
        </p:nvSpPr>
        <p:spPr>
          <a:xfrm flipH="1">
            <a:off x="10702471" y="920713"/>
            <a:ext cx="803000" cy="1049164"/>
          </a:xfrm>
          <a:custGeom>
            <a:avLst/>
            <a:gdLst>
              <a:gd name="connsiteX0" fmla="*/ 21560 w 802963"/>
              <a:gd name="connsiteY0" fmla="*/ 284869 h 1049110"/>
              <a:gd name="connsiteX1" fmla="*/ 264252 w 802963"/>
              <a:gd name="connsiteY1" fmla="*/ 529142 h 1049110"/>
              <a:gd name="connsiteX2" fmla="*/ 447782 w 802963"/>
              <a:gd name="connsiteY2" fmla="*/ 752485 h 1049110"/>
              <a:gd name="connsiteX3" fmla="*/ 510850 w 802963"/>
              <a:gd name="connsiteY3" fmla="*/ 1006619 h 1049110"/>
              <a:gd name="connsiteX4" fmla="*/ 707775 w 802963"/>
              <a:gd name="connsiteY4" fmla="*/ 1037874 h 1049110"/>
              <a:gd name="connsiteX5" fmla="*/ 802749 w 802963"/>
              <a:gd name="connsiteY5" fmla="*/ 914993 h 1049110"/>
              <a:gd name="connsiteX6" fmla="*/ 741262 w 802963"/>
              <a:gd name="connsiteY6" fmla="*/ 655744 h 1049110"/>
              <a:gd name="connsiteX7" fmla="*/ 482478 w 802963"/>
              <a:gd name="connsiteY7" fmla="*/ 148686 h 1049110"/>
              <a:gd name="connsiteX8" fmla="*/ 144906 w 802963"/>
              <a:gd name="connsiteY8" fmla="*/ 13154 h 1049110"/>
              <a:gd name="connsiteX9" fmla="*/ 21467 w 802963"/>
              <a:gd name="connsiteY9" fmla="*/ 284776 h 1049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2963" h="1049110">
                <a:moveTo>
                  <a:pt x="21560" y="284869"/>
                </a:moveTo>
                <a:cubicBezTo>
                  <a:pt x="65931" y="401145"/>
                  <a:pt x="151510" y="458074"/>
                  <a:pt x="264252" y="529142"/>
                </a:cubicBezTo>
                <a:cubicBezTo>
                  <a:pt x="376993" y="600210"/>
                  <a:pt x="433549" y="678906"/>
                  <a:pt x="447782" y="752485"/>
                </a:cubicBezTo>
                <a:cubicBezTo>
                  <a:pt x="462014" y="826065"/>
                  <a:pt x="464432" y="957504"/>
                  <a:pt x="510850" y="1006619"/>
                </a:cubicBezTo>
                <a:cubicBezTo>
                  <a:pt x="557267" y="1055734"/>
                  <a:pt x="647590" y="1056478"/>
                  <a:pt x="707775" y="1037874"/>
                </a:cubicBezTo>
                <a:cubicBezTo>
                  <a:pt x="767959" y="1019270"/>
                  <a:pt x="806191" y="973689"/>
                  <a:pt x="802749" y="914993"/>
                </a:cubicBezTo>
                <a:cubicBezTo>
                  <a:pt x="799307" y="856297"/>
                  <a:pt x="790284" y="773508"/>
                  <a:pt x="741262" y="655744"/>
                </a:cubicBezTo>
                <a:cubicBezTo>
                  <a:pt x="692240" y="537979"/>
                  <a:pt x="582383" y="259939"/>
                  <a:pt x="482478" y="148686"/>
                </a:cubicBezTo>
                <a:cubicBezTo>
                  <a:pt x="386388" y="41619"/>
                  <a:pt x="295972" y="-31031"/>
                  <a:pt x="144906" y="13154"/>
                </a:cubicBezTo>
                <a:cubicBezTo>
                  <a:pt x="-6160" y="57339"/>
                  <a:pt x="-22903" y="168500"/>
                  <a:pt x="21467" y="284776"/>
                </a:cubicBez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0" name="任意多边形: 形状 69"/>
          <p:cNvSpPr/>
          <p:nvPr>
            <p:custDataLst>
              <p:tags r:id="rId10"/>
            </p:custDataLst>
          </p:nvPr>
        </p:nvSpPr>
        <p:spPr>
          <a:xfrm flipH="1">
            <a:off x="10882083" y="1821520"/>
            <a:ext cx="21431" cy="141120"/>
          </a:xfrm>
          <a:custGeom>
            <a:avLst/>
            <a:gdLst>
              <a:gd name="connsiteX0" fmla="*/ 0 w 21431"/>
              <a:gd name="connsiteY0" fmla="*/ 0 h 141112"/>
              <a:gd name="connsiteX1" fmla="*/ 4930 w 21431"/>
              <a:gd name="connsiteY1" fmla="*/ 141113 h 141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31" h="141112">
                <a:moveTo>
                  <a:pt x="0" y="0"/>
                </a:moveTo>
                <a:cubicBezTo>
                  <a:pt x="0" y="0"/>
                  <a:pt x="44743" y="91068"/>
                  <a:pt x="4930" y="141113"/>
                </a:cubicBezTo>
              </a:path>
            </a:pathLst>
          </a:custGeom>
          <a:noFill/>
          <a:ln w="25727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1" name="任意多边形: 形状 70"/>
          <p:cNvSpPr/>
          <p:nvPr>
            <p:custDataLst>
              <p:tags r:id="rId11"/>
            </p:custDataLst>
          </p:nvPr>
        </p:nvSpPr>
        <p:spPr>
          <a:xfrm flipH="1">
            <a:off x="10774449" y="1805334"/>
            <a:ext cx="21431" cy="141120"/>
          </a:xfrm>
          <a:custGeom>
            <a:avLst/>
            <a:gdLst>
              <a:gd name="connsiteX0" fmla="*/ 0 w 21431"/>
              <a:gd name="connsiteY0" fmla="*/ 0 h 141112"/>
              <a:gd name="connsiteX1" fmla="*/ 4930 w 21431"/>
              <a:gd name="connsiteY1" fmla="*/ 141113 h 141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31" h="141112">
                <a:moveTo>
                  <a:pt x="0" y="0"/>
                </a:moveTo>
                <a:cubicBezTo>
                  <a:pt x="0" y="0"/>
                  <a:pt x="44743" y="91068"/>
                  <a:pt x="4930" y="141113"/>
                </a:cubicBezTo>
              </a:path>
            </a:pathLst>
          </a:custGeom>
          <a:noFill/>
          <a:ln w="25727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2" name="任意多边形: 形状 71"/>
          <p:cNvSpPr/>
          <p:nvPr>
            <p:custDataLst>
              <p:tags r:id="rId12"/>
            </p:custDataLst>
          </p:nvPr>
        </p:nvSpPr>
        <p:spPr>
          <a:xfrm flipH="1">
            <a:off x="9293583" y="1411835"/>
            <a:ext cx="468630" cy="734701"/>
          </a:xfrm>
          <a:custGeom>
            <a:avLst/>
            <a:gdLst>
              <a:gd name="connsiteX0" fmla="*/ 68463 w 468608"/>
              <a:gd name="connsiteY0" fmla="*/ 0 h 734664"/>
              <a:gd name="connsiteX1" fmla="*/ 294597 w 468608"/>
              <a:gd name="connsiteY1" fmla="*/ 135253 h 734664"/>
              <a:gd name="connsiteX2" fmla="*/ 453476 w 468608"/>
              <a:gd name="connsiteY2" fmla="*/ 451152 h 734664"/>
              <a:gd name="connsiteX3" fmla="*/ 423059 w 468608"/>
              <a:gd name="connsiteY3" fmla="*/ 701751 h 734664"/>
              <a:gd name="connsiteX4" fmla="*/ 173670 w 468608"/>
              <a:gd name="connsiteY4" fmla="*/ 650031 h 734664"/>
              <a:gd name="connsiteX5" fmla="*/ 151159 w 468608"/>
              <a:gd name="connsiteY5" fmla="*/ 444548 h 734664"/>
              <a:gd name="connsiteX6" fmla="*/ 0 w 468608"/>
              <a:gd name="connsiteY6" fmla="*/ 295342 h 734664"/>
              <a:gd name="connsiteX7" fmla="*/ 68463 w 468608"/>
              <a:gd name="connsiteY7" fmla="*/ 93 h 73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608" h="734664">
                <a:moveTo>
                  <a:pt x="68463" y="0"/>
                </a:moveTo>
                <a:cubicBezTo>
                  <a:pt x="68463" y="0"/>
                  <a:pt x="237296" y="54975"/>
                  <a:pt x="294597" y="135253"/>
                </a:cubicBezTo>
                <a:cubicBezTo>
                  <a:pt x="351897" y="215530"/>
                  <a:pt x="419058" y="299528"/>
                  <a:pt x="453476" y="451152"/>
                </a:cubicBezTo>
                <a:cubicBezTo>
                  <a:pt x="477196" y="555615"/>
                  <a:pt x="477196" y="655984"/>
                  <a:pt x="423059" y="701751"/>
                </a:cubicBezTo>
                <a:cubicBezTo>
                  <a:pt x="354874" y="759331"/>
                  <a:pt x="188274" y="740912"/>
                  <a:pt x="173670" y="650031"/>
                </a:cubicBezTo>
                <a:cubicBezTo>
                  <a:pt x="159158" y="559056"/>
                  <a:pt x="174693" y="508453"/>
                  <a:pt x="151159" y="444548"/>
                </a:cubicBezTo>
                <a:cubicBezTo>
                  <a:pt x="127624" y="380642"/>
                  <a:pt x="0" y="295342"/>
                  <a:pt x="0" y="295342"/>
                </a:cubicBezTo>
                <a:lnTo>
                  <a:pt x="68463" y="93"/>
                </a:ln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ea typeface="汉仪正圆 55简" panose="00020600040101010101" charset="-122"/>
            </a:endParaRPr>
          </a:p>
        </p:txBody>
      </p:sp>
      <p:sp>
        <p:nvSpPr>
          <p:cNvPr id="73" name="任意多边形: 形状 72"/>
          <p:cNvSpPr/>
          <p:nvPr>
            <p:custDataLst>
              <p:tags r:id="rId13"/>
            </p:custDataLst>
          </p:nvPr>
        </p:nvSpPr>
        <p:spPr>
          <a:xfrm flipH="1">
            <a:off x="9472766" y="1999944"/>
            <a:ext cx="21254" cy="133678"/>
          </a:xfrm>
          <a:custGeom>
            <a:avLst/>
            <a:gdLst>
              <a:gd name="connsiteX0" fmla="*/ 5768 w 21253"/>
              <a:gd name="connsiteY0" fmla="*/ 0 h 133671"/>
              <a:gd name="connsiteX1" fmla="*/ 0 w 21253"/>
              <a:gd name="connsiteY1" fmla="*/ 133671 h 133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53" h="133671">
                <a:moveTo>
                  <a:pt x="5768" y="0"/>
                </a:moveTo>
                <a:cubicBezTo>
                  <a:pt x="5768" y="0"/>
                  <a:pt x="44185" y="63440"/>
                  <a:pt x="0" y="133671"/>
                </a:cubicBezTo>
              </a:path>
            </a:pathLst>
          </a:custGeom>
          <a:noFill/>
          <a:ln w="25727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4" name="任意多边形: 形状 73"/>
          <p:cNvSpPr/>
          <p:nvPr>
            <p:custDataLst>
              <p:tags r:id="rId14"/>
            </p:custDataLst>
          </p:nvPr>
        </p:nvSpPr>
        <p:spPr>
          <a:xfrm flipH="1">
            <a:off x="9373090" y="2001433"/>
            <a:ext cx="21295" cy="133678"/>
          </a:xfrm>
          <a:custGeom>
            <a:avLst/>
            <a:gdLst>
              <a:gd name="connsiteX0" fmla="*/ 5767 w 21294"/>
              <a:gd name="connsiteY0" fmla="*/ 0 h 133671"/>
              <a:gd name="connsiteX1" fmla="*/ 0 w 21294"/>
              <a:gd name="connsiteY1" fmla="*/ 133671 h 133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294" h="133671">
                <a:moveTo>
                  <a:pt x="5767" y="0"/>
                </a:moveTo>
                <a:cubicBezTo>
                  <a:pt x="5767" y="0"/>
                  <a:pt x="44278" y="63440"/>
                  <a:pt x="0" y="133671"/>
                </a:cubicBezTo>
              </a:path>
            </a:pathLst>
          </a:custGeom>
          <a:noFill/>
          <a:ln w="25727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5" name="任意多边形: 形状 74"/>
          <p:cNvSpPr/>
          <p:nvPr>
            <p:custDataLst>
              <p:tags r:id="rId15"/>
            </p:custDataLst>
          </p:nvPr>
        </p:nvSpPr>
        <p:spPr>
          <a:xfrm flipH="1">
            <a:off x="9631380" y="905316"/>
            <a:ext cx="1209602" cy="978311"/>
          </a:xfrm>
          <a:custGeom>
            <a:avLst/>
            <a:gdLst>
              <a:gd name="connsiteX0" fmla="*/ 622694 w 1209546"/>
              <a:gd name="connsiteY0" fmla="*/ 7993 h 978261"/>
              <a:gd name="connsiteX1" fmla="*/ 150985 w 1209546"/>
              <a:gd name="connsiteY1" fmla="*/ 146501 h 978261"/>
              <a:gd name="connsiteX2" fmla="*/ 95266 w 1209546"/>
              <a:gd name="connsiteY2" fmla="*/ 696814 h 978261"/>
              <a:gd name="connsiteX3" fmla="*/ 876361 w 1209546"/>
              <a:gd name="connsiteY3" fmla="*/ 967877 h 978261"/>
              <a:gd name="connsiteX4" fmla="*/ 1206213 w 1209546"/>
              <a:gd name="connsiteY4" fmla="*/ 581747 h 978261"/>
              <a:gd name="connsiteX5" fmla="*/ 1008544 w 1209546"/>
              <a:gd name="connsiteY5" fmla="*/ 127990 h 978261"/>
              <a:gd name="connsiteX6" fmla="*/ 622601 w 1209546"/>
              <a:gd name="connsiteY6" fmla="*/ 7993 h 97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9546" h="978261">
                <a:moveTo>
                  <a:pt x="622694" y="7993"/>
                </a:moveTo>
                <a:cubicBezTo>
                  <a:pt x="534882" y="-1402"/>
                  <a:pt x="331632" y="-32006"/>
                  <a:pt x="150985" y="146501"/>
                </a:cubicBezTo>
                <a:cubicBezTo>
                  <a:pt x="-29661" y="325102"/>
                  <a:pt x="-48172" y="521748"/>
                  <a:pt x="95266" y="696814"/>
                </a:cubicBezTo>
                <a:cubicBezTo>
                  <a:pt x="238704" y="871879"/>
                  <a:pt x="639902" y="1019317"/>
                  <a:pt x="876361" y="967877"/>
                </a:cubicBezTo>
                <a:cubicBezTo>
                  <a:pt x="1112913" y="916529"/>
                  <a:pt x="1231422" y="742952"/>
                  <a:pt x="1206213" y="581747"/>
                </a:cubicBezTo>
                <a:cubicBezTo>
                  <a:pt x="1180911" y="420541"/>
                  <a:pt x="1120169" y="222220"/>
                  <a:pt x="1008544" y="127990"/>
                </a:cubicBezTo>
                <a:cubicBezTo>
                  <a:pt x="896919" y="33760"/>
                  <a:pt x="710505" y="17388"/>
                  <a:pt x="622601" y="7993"/>
                </a:cubicBez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6" name="任意多边形: 形状 75"/>
          <p:cNvSpPr/>
          <p:nvPr>
            <p:custDataLst>
              <p:tags r:id="rId16"/>
            </p:custDataLst>
          </p:nvPr>
        </p:nvSpPr>
        <p:spPr>
          <a:xfrm flipH="1">
            <a:off x="9637796" y="1430719"/>
            <a:ext cx="75309" cy="307357"/>
          </a:xfrm>
          <a:custGeom>
            <a:avLst/>
            <a:gdLst>
              <a:gd name="connsiteX0" fmla="*/ 0 w 75305"/>
              <a:gd name="connsiteY0" fmla="*/ 307342 h 307341"/>
              <a:gd name="connsiteX1" fmla="*/ 68649 w 75305"/>
              <a:gd name="connsiteY1" fmla="*/ 0 h 307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305" h="307341">
                <a:moveTo>
                  <a:pt x="0" y="307342"/>
                </a:moveTo>
                <a:cubicBezTo>
                  <a:pt x="0" y="307342"/>
                  <a:pt x="101858" y="172926"/>
                  <a:pt x="68649" y="0"/>
                </a:cubicBezTo>
              </a:path>
            </a:pathLst>
          </a:custGeom>
          <a:noFill/>
          <a:ln w="22225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7" name="任意多边形: 形状 76"/>
          <p:cNvSpPr/>
          <p:nvPr>
            <p:custDataLst>
              <p:tags r:id="rId17"/>
            </p:custDataLst>
          </p:nvPr>
        </p:nvSpPr>
        <p:spPr>
          <a:xfrm flipH="1">
            <a:off x="10068575" y="1590073"/>
            <a:ext cx="41768" cy="120748"/>
          </a:xfrm>
          <a:custGeom>
            <a:avLst/>
            <a:gdLst>
              <a:gd name="connsiteX0" fmla="*/ 41766 w 41766"/>
              <a:gd name="connsiteY0" fmla="*/ 0 h 120741"/>
              <a:gd name="connsiteX1" fmla="*/ 0 w 41766"/>
              <a:gd name="connsiteY1" fmla="*/ 120741 h 12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66" h="120741">
                <a:moveTo>
                  <a:pt x="41766" y="0"/>
                </a:moveTo>
                <a:cubicBezTo>
                  <a:pt x="41766" y="0"/>
                  <a:pt x="41208" y="90416"/>
                  <a:pt x="0" y="120741"/>
                </a:cubicBezTo>
              </a:path>
            </a:pathLst>
          </a:custGeom>
          <a:noFill/>
          <a:ln w="25727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8" name="任意多边形: 形状 77"/>
          <p:cNvSpPr/>
          <p:nvPr>
            <p:custDataLst>
              <p:tags r:id="rId18"/>
            </p:custDataLst>
          </p:nvPr>
        </p:nvSpPr>
        <p:spPr>
          <a:xfrm flipH="1">
            <a:off x="10007591" y="1533765"/>
            <a:ext cx="115137" cy="72936"/>
          </a:xfrm>
          <a:custGeom>
            <a:avLst/>
            <a:gdLst>
              <a:gd name="connsiteX0" fmla="*/ 758 w 115131"/>
              <a:gd name="connsiteY0" fmla="*/ 7561 h 72932"/>
              <a:gd name="connsiteX1" fmla="*/ 114709 w 115131"/>
              <a:gd name="connsiteY1" fmla="*/ 31095 h 72932"/>
              <a:gd name="connsiteX2" fmla="*/ 47269 w 115131"/>
              <a:gd name="connsiteY2" fmla="*/ 71094 h 72932"/>
              <a:gd name="connsiteX3" fmla="*/ 758 w 115131"/>
              <a:gd name="connsiteY3" fmla="*/ 7561 h 7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131" h="72932">
                <a:moveTo>
                  <a:pt x="758" y="7561"/>
                </a:moveTo>
                <a:cubicBezTo>
                  <a:pt x="6898" y="-8625"/>
                  <a:pt x="122988" y="2073"/>
                  <a:pt x="114709" y="31095"/>
                </a:cubicBezTo>
                <a:cubicBezTo>
                  <a:pt x="106430" y="60118"/>
                  <a:pt x="66338" y="79094"/>
                  <a:pt x="47269" y="71094"/>
                </a:cubicBezTo>
                <a:cubicBezTo>
                  <a:pt x="28199" y="63094"/>
                  <a:pt x="-5474" y="23746"/>
                  <a:pt x="758" y="7561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79" name="任意多边形: 形状 78"/>
          <p:cNvSpPr/>
          <p:nvPr>
            <p:custDataLst>
              <p:tags r:id="rId19"/>
            </p:custDataLst>
          </p:nvPr>
        </p:nvSpPr>
        <p:spPr>
          <a:xfrm flipH="1">
            <a:off x="9990992" y="1578165"/>
            <a:ext cx="197585" cy="134462"/>
          </a:xfrm>
          <a:custGeom>
            <a:avLst/>
            <a:gdLst>
              <a:gd name="connsiteX0" fmla="*/ 0 w 197576"/>
              <a:gd name="connsiteY0" fmla="*/ 0 h 134455"/>
              <a:gd name="connsiteX1" fmla="*/ 72649 w 197576"/>
              <a:gd name="connsiteY1" fmla="*/ 133020 h 134455"/>
              <a:gd name="connsiteX2" fmla="*/ 197576 w 197576"/>
              <a:gd name="connsiteY2" fmla="*/ 48929 h 134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576" h="134455">
                <a:moveTo>
                  <a:pt x="0" y="0"/>
                </a:moveTo>
                <a:cubicBezTo>
                  <a:pt x="0" y="0"/>
                  <a:pt x="20185" y="115718"/>
                  <a:pt x="72649" y="133020"/>
                </a:cubicBezTo>
                <a:cubicBezTo>
                  <a:pt x="101672" y="142601"/>
                  <a:pt x="188460" y="103067"/>
                  <a:pt x="197576" y="48929"/>
                </a:cubicBezTo>
              </a:path>
            </a:pathLst>
          </a:custGeom>
          <a:noFill/>
          <a:ln w="28900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0" name="任意多边形: 形状 79"/>
          <p:cNvSpPr/>
          <p:nvPr>
            <p:custDataLst>
              <p:tags r:id="rId20"/>
            </p:custDataLst>
          </p:nvPr>
        </p:nvSpPr>
        <p:spPr>
          <a:xfrm flipH="1">
            <a:off x="9495354" y="913657"/>
            <a:ext cx="437478" cy="434456"/>
          </a:xfrm>
          <a:custGeom>
            <a:avLst/>
            <a:gdLst>
              <a:gd name="connsiteX0" fmla="*/ 432640 w 437457"/>
              <a:gd name="connsiteY0" fmla="*/ 36584 h 434434"/>
              <a:gd name="connsiteX1" fmla="*/ 143159 w 437457"/>
              <a:gd name="connsiteY1" fmla="*/ 40304 h 434434"/>
              <a:gd name="connsiteX2" fmla="*/ 0 w 437457"/>
              <a:gd name="connsiteY2" fmla="*/ 134163 h 434434"/>
              <a:gd name="connsiteX3" fmla="*/ 238226 w 437457"/>
              <a:gd name="connsiteY3" fmla="*/ 434435 h 434434"/>
              <a:gd name="connsiteX4" fmla="*/ 432640 w 437457"/>
              <a:gd name="connsiteY4" fmla="*/ 36584 h 43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457" h="434434">
                <a:moveTo>
                  <a:pt x="432640" y="36584"/>
                </a:moveTo>
                <a:cubicBezTo>
                  <a:pt x="391524" y="-21555"/>
                  <a:pt x="249575" y="-2857"/>
                  <a:pt x="143159" y="40304"/>
                </a:cubicBezTo>
                <a:cubicBezTo>
                  <a:pt x="65766" y="71746"/>
                  <a:pt x="0" y="134163"/>
                  <a:pt x="0" y="134163"/>
                </a:cubicBezTo>
                <a:lnTo>
                  <a:pt x="238226" y="434435"/>
                </a:lnTo>
                <a:cubicBezTo>
                  <a:pt x="238226" y="434435"/>
                  <a:pt x="473755" y="94629"/>
                  <a:pt x="432640" y="36584"/>
                </a:cubicBez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1" name="任意多边形: 形状 80"/>
          <p:cNvSpPr/>
          <p:nvPr>
            <p:custDataLst>
              <p:tags r:id="rId21"/>
            </p:custDataLst>
          </p:nvPr>
        </p:nvSpPr>
        <p:spPr>
          <a:xfrm flipH="1">
            <a:off x="9561904" y="996156"/>
            <a:ext cx="254712" cy="227117"/>
          </a:xfrm>
          <a:custGeom>
            <a:avLst/>
            <a:gdLst>
              <a:gd name="connsiteX0" fmla="*/ 253 w 254700"/>
              <a:gd name="connsiteY0" fmla="*/ 93155 h 227105"/>
              <a:gd name="connsiteX1" fmla="*/ 197178 w 254700"/>
              <a:gd name="connsiteY1" fmla="*/ 413 h 227105"/>
              <a:gd name="connsiteX2" fmla="*/ 224526 w 254700"/>
              <a:gd name="connsiteY2" fmla="*/ 100690 h 227105"/>
              <a:gd name="connsiteX3" fmla="*/ 122017 w 254700"/>
              <a:gd name="connsiteY3" fmla="*/ 227105 h 227105"/>
              <a:gd name="connsiteX4" fmla="*/ 253 w 254700"/>
              <a:gd name="connsiteY4" fmla="*/ 93155 h 227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4700" h="227105">
                <a:moveTo>
                  <a:pt x="253" y="93155"/>
                </a:moveTo>
                <a:cubicBezTo>
                  <a:pt x="253" y="93155"/>
                  <a:pt x="111785" y="6180"/>
                  <a:pt x="197178" y="413"/>
                </a:cubicBezTo>
                <a:cubicBezTo>
                  <a:pt x="282571" y="-5354"/>
                  <a:pt x="256060" y="50365"/>
                  <a:pt x="224526" y="100690"/>
                </a:cubicBezTo>
                <a:cubicBezTo>
                  <a:pt x="192992" y="151014"/>
                  <a:pt x="122017" y="227105"/>
                  <a:pt x="122017" y="227105"/>
                </a:cubicBezTo>
                <a:cubicBezTo>
                  <a:pt x="122017" y="227105"/>
                  <a:pt x="-6444" y="127014"/>
                  <a:pt x="253" y="93155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2" name="任意多边形: 形状 81"/>
          <p:cNvSpPr/>
          <p:nvPr>
            <p:custDataLst>
              <p:tags r:id="rId22"/>
            </p:custDataLst>
          </p:nvPr>
        </p:nvSpPr>
        <p:spPr>
          <a:xfrm flipH="1">
            <a:off x="9714655" y="1060465"/>
            <a:ext cx="133060" cy="70897"/>
          </a:xfrm>
          <a:custGeom>
            <a:avLst/>
            <a:gdLst>
              <a:gd name="connsiteX0" fmla="*/ 0 w 133054"/>
              <a:gd name="connsiteY0" fmla="*/ 50522 h 70893"/>
              <a:gd name="connsiteX1" fmla="*/ 8651 w 133054"/>
              <a:gd name="connsiteY1" fmla="*/ 44475 h 70893"/>
              <a:gd name="connsiteX2" fmla="*/ 58975 w 133054"/>
              <a:gd name="connsiteY2" fmla="*/ 9499 h 70893"/>
              <a:gd name="connsiteX3" fmla="*/ 125299 w 133054"/>
              <a:gd name="connsiteY3" fmla="*/ 2058 h 70893"/>
              <a:gd name="connsiteX4" fmla="*/ 120834 w 133054"/>
              <a:gd name="connsiteY4" fmla="*/ 19080 h 70893"/>
              <a:gd name="connsiteX5" fmla="*/ 73394 w 133054"/>
              <a:gd name="connsiteY5" fmla="*/ 36289 h 70893"/>
              <a:gd name="connsiteX6" fmla="*/ 129485 w 133054"/>
              <a:gd name="connsiteY6" fmla="*/ 53312 h 70893"/>
              <a:gd name="connsiteX7" fmla="*/ 126322 w 133054"/>
              <a:gd name="connsiteY7" fmla="*/ 65498 h 70893"/>
              <a:gd name="connsiteX8" fmla="*/ 60463 w 133054"/>
              <a:gd name="connsiteY8" fmla="*/ 64010 h 70893"/>
              <a:gd name="connsiteX9" fmla="*/ 279 w 133054"/>
              <a:gd name="connsiteY9" fmla="*/ 70893 h 70893"/>
              <a:gd name="connsiteX10" fmla="*/ 0 w 133054"/>
              <a:gd name="connsiteY10" fmla="*/ 50522 h 70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3054" h="70893">
                <a:moveTo>
                  <a:pt x="0" y="50522"/>
                </a:moveTo>
                <a:cubicBezTo>
                  <a:pt x="2698" y="48289"/>
                  <a:pt x="5581" y="46243"/>
                  <a:pt x="8651" y="44475"/>
                </a:cubicBezTo>
                <a:cubicBezTo>
                  <a:pt x="20744" y="29685"/>
                  <a:pt x="41487" y="14988"/>
                  <a:pt x="58975" y="9499"/>
                </a:cubicBezTo>
                <a:cubicBezTo>
                  <a:pt x="78324" y="3360"/>
                  <a:pt x="105765" y="-3524"/>
                  <a:pt x="125299" y="2058"/>
                </a:cubicBezTo>
                <a:cubicBezTo>
                  <a:pt x="135159" y="4941"/>
                  <a:pt x="130601" y="19546"/>
                  <a:pt x="120834" y="19080"/>
                </a:cubicBezTo>
                <a:cubicBezTo>
                  <a:pt x="106509" y="18429"/>
                  <a:pt x="87439" y="28290"/>
                  <a:pt x="73394" y="36289"/>
                </a:cubicBezTo>
                <a:cubicBezTo>
                  <a:pt x="94881" y="39266"/>
                  <a:pt x="115532" y="46057"/>
                  <a:pt x="129485" y="53312"/>
                </a:cubicBezTo>
                <a:cubicBezTo>
                  <a:pt x="135159" y="56289"/>
                  <a:pt x="134043" y="66521"/>
                  <a:pt x="126322" y="65498"/>
                </a:cubicBezTo>
                <a:cubicBezTo>
                  <a:pt x="104555" y="62521"/>
                  <a:pt x="82417" y="64847"/>
                  <a:pt x="60463" y="64010"/>
                </a:cubicBezTo>
                <a:cubicBezTo>
                  <a:pt x="39999" y="63265"/>
                  <a:pt x="20279" y="64754"/>
                  <a:pt x="279" y="70893"/>
                </a:cubicBezTo>
                <a:cubicBezTo>
                  <a:pt x="279" y="64103"/>
                  <a:pt x="279" y="57312"/>
                  <a:pt x="0" y="50522"/>
                </a:cubicBez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3" name="任意多边形: 形状 82"/>
          <p:cNvSpPr/>
          <p:nvPr>
            <p:custDataLst>
              <p:tags r:id="rId23"/>
            </p:custDataLst>
          </p:nvPr>
        </p:nvSpPr>
        <p:spPr>
          <a:xfrm flipH="1">
            <a:off x="10324695" y="640192"/>
            <a:ext cx="400810" cy="492286"/>
          </a:xfrm>
          <a:custGeom>
            <a:avLst/>
            <a:gdLst>
              <a:gd name="connsiteX0" fmla="*/ 21732 w 400791"/>
              <a:gd name="connsiteY0" fmla="*/ 492261 h 492260"/>
              <a:gd name="connsiteX1" fmla="*/ 5547 w 400791"/>
              <a:gd name="connsiteY1" fmla="*/ 225291 h 492260"/>
              <a:gd name="connsiteX2" fmla="*/ 134939 w 400791"/>
              <a:gd name="connsiteY2" fmla="*/ 366 h 492260"/>
              <a:gd name="connsiteX3" fmla="*/ 400792 w 400791"/>
              <a:gd name="connsiteY3" fmla="*/ 321567 h 492260"/>
              <a:gd name="connsiteX4" fmla="*/ 21732 w 400791"/>
              <a:gd name="connsiteY4" fmla="*/ 492261 h 492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0791" h="492260">
                <a:moveTo>
                  <a:pt x="21732" y="492261"/>
                </a:moveTo>
                <a:cubicBezTo>
                  <a:pt x="21732" y="492261"/>
                  <a:pt x="-13243" y="324172"/>
                  <a:pt x="5547" y="225291"/>
                </a:cubicBezTo>
                <a:cubicBezTo>
                  <a:pt x="24244" y="126502"/>
                  <a:pt x="49266" y="13203"/>
                  <a:pt x="134939" y="366"/>
                </a:cubicBezTo>
                <a:cubicBezTo>
                  <a:pt x="220611" y="-12564"/>
                  <a:pt x="400792" y="321567"/>
                  <a:pt x="400792" y="321567"/>
                </a:cubicBezTo>
                <a:cubicBezTo>
                  <a:pt x="400792" y="321567"/>
                  <a:pt x="79963" y="413844"/>
                  <a:pt x="21732" y="492261"/>
                </a:cubicBez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4" name="任意多边形: 形状 83"/>
          <p:cNvSpPr/>
          <p:nvPr>
            <p:custDataLst>
              <p:tags r:id="rId24"/>
            </p:custDataLst>
          </p:nvPr>
        </p:nvSpPr>
        <p:spPr>
          <a:xfrm flipH="1">
            <a:off x="10467864" y="735675"/>
            <a:ext cx="201264" cy="325825"/>
          </a:xfrm>
          <a:custGeom>
            <a:avLst/>
            <a:gdLst>
              <a:gd name="connsiteX0" fmla="*/ 201256 w 201255"/>
              <a:gd name="connsiteY0" fmla="*/ 229718 h 325808"/>
              <a:gd name="connsiteX1" fmla="*/ 43864 w 201255"/>
              <a:gd name="connsiteY1" fmla="*/ 793 h 325808"/>
              <a:gd name="connsiteX2" fmla="*/ 1912 w 201255"/>
              <a:gd name="connsiteY2" fmla="*/ 325808 h 325808"/>
              <a:gd name="connsiteX3" fmla="*/ 201256 w 201255"/>
              <a:gd name="connsiteY3" fmla="*/ 229718 h 325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1255" h="325808">
                <a:moveTo>
                  <a:pt x="201256" y="229718"/>
                </a:moveTo>
                <a:cubicBezTo>
                  <a:pt x="201256" y="229718"/>
                  <a:pt x="101444" y="-15672"/>
                  <a:pt x="43864" y="793"/>
                </a:cubicBezTo>
                <a:cubicBezTo>
                  <a:pt x="-13622" y="17258"/>
                  <a:pt x="1912" y="325808"/>
                  <a:pt x="1912" y="325808"/>
                </a:cubicBezTo>
                <a:cubicBezTo>
                  <a:pt x="1912" y="325808"/>
                  <a:pt x="142559" y="226090"/>
                  <a:pt x="201256" y="229718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5" name="任意多边形: 形状 84"/>
          <p:cNvSpPr/>
          <p:nvPr>
            <p:custDataLst>
              <p:tags r:id="rId25"/>
            </p:custDataLst>
          </p:nvPr>
        </p:nvSpPr>
        <p:spPr>
          <a:xfrm flipH="1">
            <a:off x="10446837" y="872876"/>
            <a:ext cx="152944" cy="134483"/>
          </a:xfrm>
          <a:custGeom>
            <a:avLst/>
            <a:gdLst>
              <a:gd name="connsiteX0" fmla="*/ 115915 w 152937"/>
              <a:gd name="connsiteY0" fmla="*/ 134476 h 134476"/>
              <a:gd name="connsiteX1" fmla="*/ 152937 w 152937"/>
              <a:gd name="connsiteY1" fmla="*/ 108523 h 134476"/>
              <a:gd name="connsiteX2" fmla="*/ 128101 w 152937"/>
              <a:gd name="connsiteY2" fmla="*/ 70664 h 134476"/>
              <a:gd name="connsiteX3" fmla="*/ 61777 w 152937"/>
              <a:gd name="connsiteY3" fmla="*/ 2851 h 134476"/>
              <a:gd name="connsiteX4" fmla="*/ 40382 w 152937"/>
              <a:gd name="connsiteY4" fmla="*/ 18479 h 134476"/>
              <a:gd name="connsiteX5" fmla="*/ 84753 w 152937"/>
              <a:gd name="connsiteY5" fmla="*/ 75780 h 134476"/>
              <a:gd name="connsiteX6" fmla="*/ 50242 w 152937"/>
              <a:gd name="connsiteY6" fmla="*/ 63966 h 134476"/>
              <a:gd name="connsiteX7" fmla="*/ 20568 w 152937"/>
              <a:gd name="connsiteY7" fmla="*/ 57176 h 134476"/>
              <a:gd name="connsiteX8" fmla="*/ 104 w 152937"/>
              <a:gd name="connsiteY8" fmla="*/ 67594 h 134476"/>
              <a:gd name="connsiteX9" fmla="*/ 383 w 152937"/>
              <a:gd name="connsiteY9" fmla="*/ 69361 h 134476"/>
              <a:gd name="connsiteX10" fmla="*/ 11266 w 152937"/>
              <a:gd name="connsiteY10" fmla="*/ 75966 h 134476"/>
              <a:gd name="connsiteX11" fmla="*/ 34801 w 152937"/>
              <a:gd name="connsiteY11" fmla="*/ 87129 h 134476"/>
              <a:gd name="connsiteX12" fmla="*/ 74707 w 152937"/>
              <a:gd name="connsiteY12" fmla="*/ 108244 h 134476"/>
              <a:gd name="connsiteX13" fmla="*/ 102148 w 152937"/>
              <a:gd name="connsiteY13" fmla="*/ 128616 h 134476"/>
              <a:gd name="connsiteX14" fmla="*/ 116008 w 152937"/>
              <a:gd name="connsiteY14" fmla="*/ 134476 h 134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2937" h="134476">
                <a:moveTo>
                  <a:pt x="115915" y="134476"/>
                </a:moveTo>
                <a:cubicBezTo>
                  <a:pt x="127914" y="125546"/>
                  <a:pt x="140193" y="116802"/>
                  <a:pt x="152937" y="108523"/>
                </a:cubicBezTo>
                <a:cubicBezTo>
                  <a:pt x="147635" y="95407"/>
                  <a:pt x="137496" y="83501"/>
                  <a:pt x="128101" y="70664"/>
                </a:cubicBezTo>
                <a:cubicBezTo>
                  <a:pt x="109868" y="45920"/>
                  <a:pt x="87915" y="22758"/>
                  <a:pt x="61777" y="2851"/>
                </a:cubicBezTo>
                <a:cubicBezTo>
                  <a:pt x="49777" y="-6265"/>
                  <a:pt x="30243" y="8526"/>
                  <a:pt x="40382" y="18479"/>
                </a:cubicBezTo>
                <a:cubicBezTo>
                  <a:pt x="58335" y="36153"/>
                  <a:pt x="71544" y="55966"/>
                  <a:pt x="84753" y="75780"/>
                </a:cubicBezTo>
                <a:cubicBezTo>
                  <a:pt x="73962" y="70943"/>
                  <a:pt x="62242" y="67315"/>
                  <a:pt x="50242" y="63966"/>
                </a:cubicBezTo>
                <a:cubicBezTo>
                  <a:pt x="42428" y="61827"/>
                  <a:pt x="30894" y="58013"/>
                  <a:pt x="20568" y="57176"/>
                </a:cubicBezTo>
                <a:cubicBezTo>
                  <a:pt x="13499" y="52339"/>
                  <a:pt x="-1384" y="59129"/>
                  <a:pt x="104" y="67594"/>
                </a:cubicBezTo>
                <a:cubicBezTo>
                  <a:pt x="197" y="68152"/>
                  <a:pt x="290" y="68803"/>
                  <a:pt x="383" y="69361"/>
                </a:cubicBezTo>
                <a:cubicBezTo>
                  <a:pt x="1034" y="73361"/>
                  <a:pt x="5964" y="76152"/>
                  <a:pt x="11266" y="75966"/>
                </a:cubicBezTo>
                <a:cubicBezTo>
                  <a:pt x="12662" y="75966"/>
                  <a:pt x="30150" y="85082"/>
                  <a:pt x="34801" y="87129"/>
                </a:cubicBezTo>
                <a:cubicBezTo>
                  <a:pt x="48661" y="93175"/>
                  <a:pt x="61591" y="101268"/>
                  <a:pt x="74707" y="108244"/>
                </a:cubicBezTo>
                <a:cubicBezTo>
                  <a:pt x="85311" y="113826"/>
                  <a:pt x="91357" y="123221"/>
                  <a:pt x="102148" y="128616"/>
                </a:cubicBezTo>
                <a:cubicBezTo>
                  <a:pt x="106613" y="130755"/>
                  <a:pt x="111264" y="132709"/>
                  <a:pt x="116008" y="134476"/>
                </a:cubicBezTo>
                <a:close/>
              </a:path>
            </a:pathLst>
          </a:custGeom>
          <a:solidFill>
            <a:schemeClr val="accent4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6" name="任意多边形: 形状 85"/>
          <p:cNvSpPr/>
          <p:nvPr>
            <p:custDataLst>
              <p:tags r:id="rId26"/>
            </p:custDataLst>
          </p:nvPr>
        </p:nvSpPr>
        <p:spPr>
          <a:xfrm flipH="1">
            <a:off x="9824489" y="643643"/>
            <a:ext cx="1018531" cy="741494"/>
          </a:xfrm>
          <a:custGeom>
            <a:avLst/>
            <a:gdLst>
              <a:gd name="connsiteX0" fmla="*/ 0 w 1018484"/>
              <a:gd name="connsiteY0" fmla="*/ 741455 h 741455"/>
              <a:gd name="connsiteX1" fmla="*/ 49208 w 1018484"/>
              <a:gd name="connsiteY1" fmla="*/ 540809 h 741455"/>
              <a:gd name="connsiteX2" fmla="*/ 125113 w 1018484"/>
              <a:gd name="connsiteY2" fmla="*/ 437834 h 741455"/>
              <a:gd name="connsiteX3" fmla="*/ 183065 w 1018484"/>
              <a:gd name="connsiteY3" fmla="*/ 36635 h 741455"/>
              <a:gd name="connsiteX4" fmla="*/ 407338 w 1018484"/>
              <a:gd name="connsiteY4" fmla="*/ 130214 h 741455"/>
              <a:gd name="connsiteX5" fmla="*/ 477103 w 1018484"/>
              <a:gd name="connsiteY5" fmla="*/ 258769 h 741455"/>
              <a:gd name="connsiteX6" fmla="*/ 950951 w 1018484"/>
              <a:gd name="connsiteY6" fmla="*/ 362115 h 741455"/>
              <a:gd name="connsiteX7" fmla="*/ 1018484 w 1018484"/>
              <a:gd name="connsiteY7" fmla="*/ 333930 h 741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8484" h="741455">
                <a:moveTo>
                  <a:pt x="0" y="741455"/>
                </a:moveTo>
                <a:cubicBezTo>
                  <a:pt x="0" y="741455"/>
                  <a:pt x="2418" y="632621"/>
                  <a:pt x="49208" y="540809"/>
                </a:cubicBezTo>
                <a:cubicBezTo>
                  <a:pt x="96090" y="448997"/>
                  <a:pt x="125113" y="437834"/>
                  <a:pt x="125113" y="437834"/>
                </a:cubicBezTo>
                <a:cubicBezTo>
                  <a:pt x="125113" y="437834"/>
                  <a:pt x="93300" y="138214"/>
                  <a:pt x="183065" y="36635"/>
                </a:cubicBezTo>
                <a:cubicBezTo>
                  <a:pt x="272830" y="-64944"/>
                  <a:pt x="371246" y="70681"/>
                  <a:pt x="407338" y="130214"/>
                </a:cubicBezTo>
                <a:cubicBezTo>
                  <a:pt x="443337" y="189747"/>
                  <a:pt x="477103" y="258769"/>
                  <a:pt x="477103" y="258769"/>
                </a:cubicBezTo>
                <a:cubicBezTo>
                  <a:pt x="477103" y="258769"/>
                  <a:pt x="830303" y="267699"/>
                  <a:pt x="950951" y="362115"/>
                </a:cubicBezTo>
                <a:lnTo>
                  <a:pt x="1018484" y="333930"/>
                </a:lnTo>
              </a:path>
            </a:pathLst>
          </a:custGeom>
          <a:noFill/>
          <a:ln w="22225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7" name="任意多边形: 形状 86"/>
          <p:cNvSpPr/>
          <p:nvPr>
            <p:custDataLst>
              <p:tags r:id="rId27"/>
            </p:custDataLst>
          </p:nvPr>
        </p:nvSpPr>
        <p:spPr>
          <a:xfrm flipH="1">
            <a:off x="10745002" y="1034708"/>
            <a:ext cx="303819" cy="603457"/>
          </a:xfrm>
          <a:custGeom>
            <a:avLst/>
            <a:gdLst>
              <a:gd name="connsiteX0" fmla="*/ 0 w 303805"/>
              <a:gd name="connsiteY0" fmla="*/ 0 h 603427"/>
              <a:gd name="connsiteX1" fmla="*/ 303806 w 303805"/>
              <a:gd name="connsiteY1" fmla="*/ 603427 h 603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3805" h="603427">
                <a:moveTo>
                  <a:pt x="0" y="0"/>
                </a:moveTo>
                <a:cubicBezTo>
                  <a:pt x="77207" y="81765"/>
                  <a:pt x="236831" y="347899"/>
                  <a:pt x="303806" y="603427"/>
                </a:cubicBezTo>
              </a:path>
            </a:pathLst>
          </a:custGeom>
          <a:noFill/>
          <a:ln w="22225" cap="rnd">
            <a:solidFill>
              <a:schemeClr val="accent4">
                <a:lumMod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8" name="任意多边形: 形状 87"/>
          <p:cNvSpPr/>
          <p:nvPr>
            <p:custDataLst>
              <p:tags r:id="rId28"/>
            </p:custDataLst>
          </p:nvPr>
        </p:nvSpPr>
        <p:spPr>
          <a:xfrm flipH="1">
            <a:off x="10218531" y="1308592"/>
            <a:ext cx="296969" cy="245364"/>
          </a:xfrm>
          <a:custGeom>
            <a:avLst/>
            <a:gdLst>
              <a:gd name="connsiteX0" fmla="*/ 291082 w 296956"/>
              <a:gd name="connsiteY0" fmla="*/ 189747 h 245352"/>
              <a:gd name="connsiteX1" fmla="*/ 168387 w 296956"/>
              <a:gd name="connsiteY1" fmla="*/ 5101 h 245352"/>
              <a:gd name="connsiteX2" fmla="*/ 1415 w 296956"/>
              <a:gd name="connsiteY2" fmla="*/ 80727 h 245352"/>
              <a:gd name="connsiteX3" fmla="*/ 134342 w 296956"/>
              <a:gd name="connsiteY3" fmla="*/ 239607 h 245352"/>
              <a:gd name="connsiteX4" fmla="*/ 291082 w 296956"/>
              <a:gd name="connsiteY4" fmla="*/ 189841 h 245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956" h="245352">
                <a:moveTo>
                  <a:pt x="291082" y="189747"/>
                </a:moveTo>
                <a:cubicBezTo>
                  <a:pt x="313407" y="146493"/>
                  <a:pt x="272012" y="26124"/>
                  <a:pt x="168387" y="5101"/>
                </a:cubicBezTo>
                <a:cubicBezTo>
                  <a:pt x="74157" y="-14062"/>
                  <a:pt x="13322" y="22868"/>
                  <a:pt x="1415" y="80727"/>
                </a:cubicBezTo>
                <a:cubicBezTo>
                  <a:pt x="-10585" y="138586"/>
                  <a:pt x="55460" y="222119"/>
                  <a:pt x="134342" y="239607"/>
                </a:cubicBezTo>
                <a:cubicBezTo>
                  <a:pt x="213223" y="257095"/>
                  <a:pt x="268850" y="233002"/>
                  <a:pt x="291082" y="189841"/>
                </a:cubicBezTo>
                <a:close/>
              </a:path>
            </a:pathLst>
          </a:custGeom>
          <a:solidFill>
            <a:schemeClr val="accent3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89" name="任意多边形: 形状 88"/>
          <p:cNvSpPr/>
          <p:nvPr>
            <p:custDataLst>
              <p:tags r:id="rId29"/>
            </p:custDataLst>
          </p:nvPr>
        </p:nvSpPr>
        <p:spPr>
          <a:xfrm flipH="1">
            <a:off x="10239283" y="1343681"/>
            <a:ext cx="193856" cy="210823"/>
          </a:xfrm>
          <a:custGeom>
            <a:avLst/>
            <a:gdLst>
              <a:gd name="connsiteX0" fmla="*/ 183704 w 193848"/>
              <a:gd name="connsiteY0" fmla="*/ 141359 h 210813"/>
              <a:gd name="connsiteX1" fmla="*/ 139984 w 193848"/>
              <a:gd name="connsiteY1" fmla="*/ 6386 h 210813"/>
              <a:gd name="connsiteX2" fmla="*/ 10127 w 193848"/>
              <a:gd name="connsiteY2" fmla="*/ 69361 h 210813"/>
              <a:gd name="connsiteX3" fmla="*/ 53847 w 193848"/>
              <a:gd name="connsiteY3" fmla="*/ 204428 h 210813"/>
              <a:gd name="connsiteX4" fmla="*/ 183704 w 193848"/>
              <a:gd name="connsiteY4" fmla="*/ 141452 h 210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848" h="210813">
                <a:moveTo>
                  <a:pt x="183704" y="141359"/>
                </a:moveTo>
                <a:cubicBezTo>
                  <a:pt x="207518" y="86756"/>
                  <a:pt x="187983" y="26292"/>
                  <a:pt x="139984" y="6386"/>
                </a:cubicBezTo>
                <a:cubicBezTo>
                  <a:pt x="92079" y="-13521"/>
                  <a:pt x="33848" y="14665"/>
                  <a:pt x="10127" y="69361"/>
                </a:cubicBezTo>
                <a:cubicBezTo>
                  <a:pt x="-13686" y="124058"/>
                  <a:pt x="5942" y="184521"/>
                  <a:pt x="53847" y="204428"/>
                </a:cubicBezTo>
                <a:cubicBezTo>
                  <a:pt x="101753" y="224334"/>
                  <a:pt x="159891" y="196149"/>
                  <a:pt x="183704" y="141452"/>
                </a:cubicBezTo>
                <a:close/>
              </a:path>
            </a:pathLst>
          </a:custGeom>
          <a:solidFill>
            <a:schemeClr val="tx2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0" name="任意多边形: 形状 89"/>
          <p:cNvSpPr/>
          <p:nvPr>
            <p:custDataLst>
              <p:tags r:id="rId30"/>
            </p:custDataLst>
          </p:nvPr>
        </p:nvSpPr>
        <p:spPr>
          <a:xfrm flipH="1">
            <a:off x="9707574" y="1436463"/>
            <a:ext cx="249785" cy="215719"/>
          </a:xfrm>
          <a:custGeom>
            <a:avLst/>
            <a:gdLst>
              <a:gd name="connsiteX0" fmla="*/ 178563 w 249773"/>
              <a:gd name="connsiteY0" fmla="*/ 10257 h 215707"/>
              <a:gd name="connsiteX1" fmla="*/ 239492 w 249773"/>
              <a:gd name="connsiteY1" fmla="*/ 161323 h 215707"/>
              <a:gd name="connsiteX2" fmla="*/ 79403 w 249773"/>
              <a:gd name="connsiteY2" fmla="*/ 203740 h 215707"/>
              <a:gd name="connsiteX3" fmla="*/ 1359 w 249773"/>
              <a:gd name="connsiteY3" fmla="*/ 87092 h 215707"/>
              <a:gd name="connsiteX4" fmla="*/ 178470 w 249773"/>
              <a:gd name="connsiteY4" fmla="*/ 10257 h 215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9773" h="215707">
                <a:moveTo>
                  <a:pt x="178563" y="10257"/>
                </a:moveTo>
                <a:cubicBezTo>
                  <a:pt x="250934" y="43465"/>
                  <a:pt x="261631" y="111836"/>
                  <a:pt x="239492" y="161323"/>
                </a:cubicBezTo>
                <a:cubicBezTo>
                  <a:pt x="217446" y="210810"/>
                  <a:pt x="140797" y="230437"/>
                  <a:pt x="79403" y="203740"/>
                </a:cubicBezTo>
                <a:cubicBezTo>
                  <a:pt x="18010" y="177044"/>
                  <a:pt x="-6269" y="130812"/>
                  <a:pt x="1359" y="87092"/>
                </a:cubicBezTo>
                <a:cubicBezTo>
                  <a:pt x="9080" y="43279"/>
                  <a:pt x="98938" y="-26300"/>
                  <a:pt x="178470" y="10257"/>
                </a:cubicBezTo>
                <a:close/>
              </a:path>
            </a:pathLst>
          </a:custGeom>
          <a:solidFill>
            <a:schemeClr val="accent3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1" name="任意多边形: 形状 90"/>
          <p:cNvSpPr/>
          <p:nvPr>
            <p:custDataLst>
              <p:tags r:id="rId31"/>
            </p:custDataLst>
          </p:nvPr>
        </p:nvSpPr>
        <p:spPr>
          <a:xfrm flipH="1">
            <a:off x="9724970" y="1462030"/>
            <a:ext cx="168523" cy="191307"/>
          </a:xfrm>
          <a:custGeom>
            <a:avLst/>
            <a:gdLst>
              <a:gd name="connsiteX0" fmla="*/ 164561 w 168516"/>
              <a:gd name="connsiteY0" fmla="*/ 115757 h 191297"/>
              <a:gd name="connsiteX1" fmla="*/ 58703 w 168516"/>
              <a:gd name="connsiteY1" fmla="*/ 189151 h 191297"/>
              <a:gd name="connsiteX2" fmla="*/ 4007 w 168516"/>
              <a:gd name="connsiteY2" fmla="*/ 75479 h 191297"/>
              <a:gd name="connsiteX3" fmla="*/ 109772 w 168516"/>
              <a:gd name="connsiteY3" fmla="*/ 2178 h 191297"/>
              <a:gd name="connsiteX4" fmla="*/ 164561 w 168516"/>
              <a:gd name="connsiteY4" fmla="*/ 115850 h 191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516" h="191297">
                <a:moveTo>
                  <a:pt x="164561" y="115757"/>
                </a:moveTo>
                <a:cubicBezTo>
                  <a:pt x="150422" y="167384"/>
                  <a:pt x="103074" y="200220"/>
                  <a:pt x="58703" y="189151"/>
                </a:cubicBezTo>
                <a:cubicBezTo>
                  <a:pt x="14332" y="177988"/>
                  <a:pt x="-10132" y="127106"/>
                  <a:pt x="4007" y="75479"/>
                </a:cubicBezTo>
                <a:cubicBezTo>
                  <a:pt x="18053" y="23852"/>
                  <a:pt x="65494" y="-8984"/>
                  <a:pt x="109772" y="2178"/>
                </a:cubicBezTo>
                <a:cubicBezTo>
                  <a:pt x="154050" y="13248"/>
                  <a:pt x="178607" y="64130"/>
                  <a:pt x="164561" y="115850"/>
                </a:cubicBezTo>
                <a:close/>
              </a:path>
            </a:pathLst>
          </a:custGeom>
          <a:solidFill>
            <a:schemeClr val="tx2"/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2" name="任意多边形: 形状 91"/>
          <p:cNvSpPr/>
          <p:nvPr>
            <p:custDataLst>
              <p:tags r:id="rId32"/>
            </p:custDataLst>
          </p:nvPr>
        </p:nvSpPr>
        <p:spPr>
          <a:xfrm flipH="1">
            <a:off x="9459958" y="1295072"/>
            <a:ext cx="1457941" cy="505502"/>
          </a:xfrm>
          <a:custGeom>
            <a:avLst/>
            <a:gdLst>
              <a:gd name="connsiteX0" fmla="*/ 1197736 w 1457873"/>
              <a:gd name="connsiteY0" fmla="*/ 399634 h 505475"/>
              <a:gd name="connsiteX1" fmla="*/ 1191038 w 1457873"/>
              <a:gd name="connsiteY1" fmla="*/ 418518 h 505475"/>
              <a:gd name="connsiteX2" fmla="*/ 1286198 w 1457873"/>
              <a:gd name="connsiteY2" fmla="*/ 457866 h 505475"/>
              <a:gd name="connsiteX3" fmla="*/ 1388428 w 1457873"/>
              <a:gd name="connsiteY3" fmla="*/ 503539 h 505475"/>
              <a:gd name="connsiteX4" fmla="*/ 1403405 w 1457873"/>
              <a:gd name="connsiteY4" fmla="*/ 486516 h 505475"/>
              <a:gd name="connsiteX5" fmla="*/ 1310663 w 1457873"/>
              <a:gd name="connsiteY5" fmla="*/ 429680 h 505475"/>
              <a:gd name="connsiteX6" fmla="*/ 1197736 w 1457873"/>
              <a:gd name="connsiteY6" fmla="*/ 399634 h 505475"/>
              <a:gd name="connsiteX7" fmla="*/ 1445356 w 1457873"/>
              <a:gd name="connsiteY7" fmla="*/ 310241 h 505475"/>
              <a:gd name="connsiteX8" fmla="*/ 1328615 w 1457873"/>
              <a:gd name="connsiteY8" fmla="*/ 312659 h 505475"/>
              <a:gd name="connsiteX9" fmla="*/ 1200246 w 1457873"/>
              <a:gd name="connsiteY9" fmla="*/ 335822 h 505475"/>
              <a:gd name="connsiteX10" fmla="*/ 1203037 w 1457873"/>
              <a:gd name="connsiteY10" fmla="*/ 353310 h 505475"/>
              <a:gd name="connsiteX11" fmla="*/ 1442752 w 1457873"/>
              <a:gd name="connsiteY11" fmla="*/ 340101 h 505475"/>
              <a:gd name="connsiteX12" fmla="*/ 1442658 w 1457873"/>
              <a:gd name="connsiteY12" fmla="*/ 340101 h 505475"/>
              <a:gd name="connsiteX13" fmla="*/ 1445356 w 1457873"/>
              <a:gd name="connsiteY13" fmla="*/ 310241 h 505475"/>
              <a:gd name="connsiteX14" fmla="*/ 58839 w 1457873"/>
              <a:gd name="connsiteY14" fmla="*/ 160097 h 505475"/>
              <a:gd name="connsiteX15" fmla="*/ 22232 w 1457873"/>
              <a:gd name="connsiteY15" fmla="*/ 160106 h 505475"/>
              <a:gd name="connsiteX16" fmla="*/ 22232 w 1457873"/>
              <a:gd name="connsiteY16" fmla="*/ 160199 h 505475"/>
              <a:gd name="connsiteX17" fmla="*/ 9023 w 1457873"/>
              <a:gd name="connsiteY17" fmla="*/ 183733 h 505475"/>
              <a:gd name="connsiteX18" fmla="*/ 176832 w 1457873"/>
              <a:gd name="connsiteY18" fmla="*/ 219918 h 505475"/>
              <a:gd name="connsiteX19" fmla="*/ 357386 w 1457873"/>
              <a:gd name="connsiteY19" fmla="*/ 249778 h 505475"/>
              <a:gd name="connsiteX20" fmla="*/ 361758 w 1457873"/>
              <a:gd name="connsiteY20" fmla="*/ 224662 h 505475"/>
              <a:gd name="connsiteX21" fmla="*/ 192553 w 1457873"/>
              <a:gd name="connsiteY21" fmla="*/ 182152 h 505475"/>
              <a:gd name="connsiteX22" fmla="*/ 58839 w 1457873"/>
              <a:gd name="connsiteY22" fmla="*/ 160097 h 505475"/>
              <a:gd name="connsiteX23" fmla="*/ 78602 w 1457873"/>
              <a:gd name="connsiteY23" fmla="*/ 574 h 505475"/>
              <a:gd name="connsiteX24" fmla="*/ 68742 w 1457873"/>
              <a:gd name="connsiteY24" fmla="*/ 21504 h 505475"/>
              <a:gd name="connsiteX25" fmla="*/ 223622 w 1457873"/>
              <a:gd name="connsiteY25" fmla="*/ 102060 h 505475"/>
              <a:gd name="connsiteX26" fmla="*/ 350595 w 1457873"/>
              <a:gd name="connsiteY26" fmla="*/ 174896 h 505475"/>
              <a:gd name="connsiteX27" fmla="*/ 366315 w 1457873"/>
              <a:gd name="connsiteY27" fmla="*/ 174151 h 505475"/>
              <a:gd name="connsiteX28" fmla="*/ 368269 w 1457873"/>
              <a:gd name="connsiteY28" fmla="*/ 172756 h 505475"/>
              <a:gd name="connsiteX29" fmla="*/ 369292 w 1457873"/>
              <a:gd name="connsiteY29" fmla="*/ 152292 h 505475"/>
              <a:gd name="connsiteX30" fmla="*/ 222970 w 1457873"/>
              <a:gd name="connsiteY30" fmla="*/ 57782 h 505475"/>
              <a:gd name="connsiteX31" fmla="*/ 78602 w 1457873"/>
              <a:gd name="connsiteY31" fmla="*/ 667 h 50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457873" h="505475">
                <a:moveTo>
                  <a:pt x="1197736" y="399634"/>
                </a:moveTo>
                <a:cubicBezTo>
                  <a:pt x="1188899" y="399541"/>
                  <a:pt x="1181922" y="413402"/>
                  <a:pt x="1191038" y="418518"/>
                </a:cubicBezTo>
                <a:cubicBezTo>
                  <a:pt x="1221549" y="435355"/>
                  <a:pt x="1254292" y="444192"/>
                  <a:pt x="1286198" y="457866"/>
                </a:cubicBezTo>
                <a:cubicBezTo>
                  <a:pt x="1319779" y="472284"/>
                  <a:pt x="1358661" y="481586"/>
                  <a:pt x="1388428" y="503539"/>
                </a:cubicBezTo>
                <a:cubicBezTo>
                  <a:pt x="1398288" y="510795"/>
                  <a:pt x="1411869" y="496004"/>
                  <a:pt x="1403405" y="486516"/>
                </a:cubicBezTo>
                <a:cubicBezTo>
                  <a:pt x="1377452" y="457401"/>
                  <a:pt x="1345918" y="443354"/>
                  <a:pt x="1310663" y="429680"/>
                </a:cubicBezTo>
                <a:cubicBezTo>
                  <a:pt x="1274292" y="415634"/>
                  <a:pt x="1237176" y="400379"/>
                  <a:pt x="1197736" y="399634"/>
                </a:cubicBezTo>
                <a:close/>
                <a:moveTo>
                  <a:pt x="1445356" y="310241"/>
                </a:moveTo>
                <a:cubicBezTo>
                  <a:pt x="1405730" y="309311"/>
                  <a:pt x="1364242" y="310613"/>
                  <a:pt x="1328615" y="312659"/>
                </a:cubicBezTo>
                <a:cubicBezTo>
                  <a:pt x="1292988" y="314706"/>
                  <a:pt x="1243687" y="322892"/>
                  <a:pt x="1200246" y="335822"/>
                </a:cubicBezTo>
                <a:cubicBezTo>
                  <a:pt x="1191596" y="338426"/>
                  <a:pt x="1194200" y="352379"/>
                  <a:pt x="1203037" y="353310"/>
                </a:cubicBezTo>
                <a:cubicBezTo>
                  <a:pt x="1288895" y="362891"/>
                  <a:pt x="1362103" y="352379"/>
                  <a:pt x="1442752" y="340101"/>
                </a:cubicBezTo>
                <a:lnTo>
                  <a:pt x="1442658" y="340101"/>
                </a:lnTo>
                <a:cubicBezTo>
                  <a:pt x="1460798" y="339635"/>
                  <a:pt x="1463960" y="310613"/>
                  <a:pt x="1445356" y="310241"/>
                </a:cubicBezTo>
                <a:close/>
                <a:moveTo>
                  <a:pt x="58839" y="160097"/>
                </a:moveTo>
                <a:cubicBezTo>
                  <a:pt x="43702" y="158693"/>
                  <a:pt x="30743" y="158431"/>
                  <a:pt x="22232" y="160106"/>
                </a:cubicBezTo>
                <a:lnTo>
                  <a:pt x="22232" y="160199"/>
                </a:lnTo>
                <a:cubicBezTo>
                  <a:pt x="-11814" y="166896"/>
                  <a:pt x="1395" y="182152"/>
                  <a:pt x="9023" y="183733"/>
                </a:cubicBezTo>
                <a:cubicBezTo>
                  <a:pt x="74510" y="197035"/>
                  <a:pt x="116741" y="210337"/>
                  <a:pt x="176832" y="219918"/>
                </a:cubicBezTo>
                <a:cubicBezTo>
                  <a:pt x="237482" y="229499"/>
                  <a:pt x="296643" y="242150"/>
                  <a:pt x="357386" y="249778"/>
                </a:cubicBezTo>
                <a:cubicBezTo>
                  <a:pt x="372734" y="251638"/>
                  <a:pt x="374315" y="229779"/>
                  <a:pt x="361758" y="224662"/>
                </a:cubicBezTo>
                <a:cubicBezTo>
                  <a:pt x="308178" y="202709"/>
                  <a:pt x="249668" y="190245"/>
                  <a:pt x="192553" y="182152"/>
                </a:cubicBezTo>
                <a:cubicBezTo>
                  <a:pt x="169251" y="178803"/>
                  <a:pt x="104247" y="164309"/>
                  <a:pt x="58839" y="160097"/>
                </a:cubicBezTo>
                <a:close/>
                <a:moveTo>
                  <a:pt x="78602" y="574"/>
                </a:moveTo>
                <a:cubicBezTo>
                  <a:pt x="65486" y="-3333"/>
                  <a:pt x="58510" y="13690"/>
                  <a:pt x="68742" y="21504"/>
                </a:cubicBezTo>
                <a:cubicBezTo>
                  <a:pt x="115718" y="57410"/>
                  <a:pt x="163623" y="71549"/>
                  <a:pt x="223622" y="102060"/>
                </a:cubicBezTo>
                <a:cubicBezTo>
                  <a:pt x="250691" y="115827"/>
                  <a:pt x="333014" y="170524"/>
                  <a:pt x="350595" y="174896"/>
                </a:cubicBezTo>
                <a:cubicBezTo>
                  <a:pt x="354967" y="178058"/>
                  <a:pt x="360920" y="178058"/>
                  <a:pt x="366315" y="174151"/>
                </a:cubicBezTo>
                <a:cubicBezTo>
                  <a:pt x="366967" y="173686"/>
                  <a:pt x="367618" y="173221"/>
                  <a:pt x="368269" y="172756"/>
                </a:cubicBezTo>
                <a:cubicBezTo>
                  <a:pt x="375059" y="167919"/>
                  <a:pt x="374780" y="156943"/>
                  <a:pt x="369292" y="152292"/>
                </a:cubicBezTo>
                <a:cubicBezTo>
                  <a:pt x="328921" y="117967"/>
                  <a:pt x="269481" y="81130"/>
                  <a:pt x="222970" y="57782"/>
                </a:cubicBezTo>
                <a:cubicBezTo>
                  <a:pt x="177111" y="34806"/>
                  <a:pt x="127717" y="15365"/>
                  <a:pt x="78602" y="667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857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4" name="任意多边形: 形状 93"/>
          <p:cNvSpPr/>
          <p:nvPr>
            <p:custDataLst>
              <p:tags r:id="rId33"/>
            </p:custDataLst>
          </p:nvPr>
        </p:nvSpPr>
        <p:spPr>
          <a:xfrm flipV="1">
            <a:off x="8882812" y="496100"/>
            <a:ext cx="587637" cy="772382"/>
          </a:xfrm>
          <a:custGeom>
            <a:avLst/>
            <a:gdLst>
              <a:gd name="connsiteX0" fmla="*/ 771162 w 1048144"/>
              <a:gd name="connsiteY0" fmla="*/ 1248532 h 1377659"/>
              <a:gd name="connsiteX1" fmla="*/ 977940 w 1048144"/>
              <a:gd name="connsiteY1" fmla="*/ 1368330 h 1377659"/>
              <a:gd name="connsiteX2" fmla="*/ 987087 w 1048144"/>
              <a:gd name="connsiteY2" fmla="*/ 1377659 h 1377659"/>
              <a:gd name="connsiteX3" fmla="*/ 558319 w 1048144"/>
              <a:gd name="connsiteY3" fmla="*/ 1377659 h 1377659"/>
              <a:gd name="connsiteX4" fmla="*/ 557199 w 1048144"/>
              <a:gd name="connsiteY4" fmla="*/ 1376032 h 1377659"/>
              <a:gd name="connsiteX5" fmla="*/ 551153 w 1048144"/>
              <a:gd name="connsiteY5" fmla="*/ 1357270 h 1377659"/>
              <a:gd name="connsiteX6" fmla="*/ 771162 w 1048144"/>
              <a:gd name="connsiteY6" fmla="*/ 1248673 h 1377659"/>
              <a:gd name="connsiteX7" fmla="*/ 982588 w 1048144"/>
              <a:gd name="connsiteY7" fmla="*/ 682758 h 1377659"/>
              <a:gd name="connsiteX8" fmla="*/ 1047156 w 1048144"/>
              <a:gd name="connsiteY8" fmla="*/ 873225 h 1377659"/>
              <a:gd name="connsiteX9" fmla="*/ 878774 w 1048144"/>
              <a:gd name="connsiteY9" fmla="*/ 1101251 h 1377659"/>
              <a:gd name="connsiteX10" fmla="*/ 838120 w 1048144"/>
              <a:gd name="connsiteY10" fmla="*/ 820052 h 1377659"/>
              <a:gd name="connsiteX11" fmla="*/ 982588 w 1048144"/>
              <a:gd name="connsiteY11" fmla="*/ 682758 h 1377659"/>
              <a:gd name="connsiteX12" fmla="*/ 182175 w 1048144"/>
              <a:gd name="connsiteY12" fmla="*/ 572754 h 1377659"/>
              <a:gd name="connsiteX13" fmla="*/ 428207 w 1048144"/>
              <a:gd name="connsiteY13" fmla="*/ 716378 h 1377659"/>
              <a:gd name="connsiteX14" fmla="*/ 428348 w 1048144"/>
              <a:gd name="connsiteY14" fmla="*/ 716378 h 1377659"/>
              <a:gd name="connsiteX15" fmla="*/ 152775 w 1048144"/>
              <a:gd name="connsiteY15" fmla="*/ 785587 h 1377659"/>
              <a:gd name="connsiteX16" fmla="*/ 7 w 1048144"/>
              <a:gd name="connsiteY16" fmla="*/ 654202 h 1377659"/>
              <a:gd name="connsiteX17" fmla="*/ 182175 w 1048144"/>
              <a:gd name="connsiteY17" fmla="*/ 572754 h 1377659"/>
              <a:gd name="connsiteX18" fmla="*/ 478251 w 1048144"/>
              <a:gd name="connsiteY18" fmla="*/ 317 h 1377659"/>
              <a:gd name="connsiteX19" fmla="*/ 505576 w 1048144"/>
              <a:gd name="connsiteY19" fmla="*/ 4588 h 1377659"/>
              <a:gd name="connsiteX20" fmla="*/ 547918 w 1048144"/>
              <a:gd name="connsiteY20" fmla="*/ 213905 h 1377659"/>
              <a:gd name="connsiteX21" fmla="*/ 347322 w 1048144"/>
              <a:gd name="connsiteY21" fmla="*/ 448824 h 1377659"/>
              <a:gd name="connsiteX22" fmla="*/ 347322 w 1048144"/>
              <a:gd name="connsiteY22" fmla="*/ 448683 h 1377659"/>
              <a:gd name="connsiteX23" fmla="*/ 367157 w 1048144"/>
              <a:gd name="connsiteY23" fmla="*/ 59168 h 1377659"/>
              <a:gd name="connsiteX24" fmla="*/ 478251 w 1048144"/>
              <a:gd name="connsiteY24" fmla="*/ 317 h 137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48144" h="1377659">
                <a:moveTo>
                  <a:pt x="771162" y="1248532"/>
                </a:moveTo>
                <a:cubicBezTo>
                  <a:pt x="849761" y="1251275"/>
                  <a:pt x="938489" y="1329426"/>
                  <a:pt x="977940" y="1368330"/>
                </a:cubicBezTo>
                <a:lnTo>
                  <a:pt x="987087" y="1377659"/>
                </a:lnTo>
                <a:lnTo>
                  <a:pt x="558319" y="1377659"/>
                </a:lnTo>
                <a:lnTo>
                  <a:pt x="557199" y="1376032"/>
                </a:lnTo>
                <a:cubicBezTo>
                  <a:pt x="554021" y="1369821"/>
                  <a:pt x="551944" y="1363548"/>
                  <a:pt x="551153" y="1357270"/>
                </a:cubicBezTo>
                <a:cubicBezTo>
                  <a:pt x="546652" y="1320696"/>
                  <a:pt x="666362" y="1245015"/>
                  <a:pt x="771162" y="1248673"/>
                </a:cubicBezTo>
                <a:close/>
                <a:moveTo>
                  <a:pt x="982588" y="682758"/>
                </a:moveTo>
                <a:cubicBezTo>
                  <a:pt x="1012692" y="695840"/>
                  <a:pt x="1055174" y="797122"/>
                  <a:pt x="1047156" y="873225"/>
                </a:cubicBezTo>
                <a:cubicBezTo>
                  <a:pt x="1033652" y="1001797"/>
                  <a:pt x="878774" y="1101251"/>
                  <a:pt x="878774" y="1101251"/>
                </a:cubicBezTo>
                <a:cubicBezTo>
                  <a:pt x="878774" y="1101251"/>
                  <a:pt x="797466" y="915004"/>
                  <a:pt x="838120" y="820052"/>
                </a:cubicBezTo>
                <a:cubicBezTo>
                  <a:pt x="878633" y="725099"/>
                  <a:pt x="952626" y="669675"/>
                  <a:pt x="982588" y="682758"/>
                </a:cubicBezTo>
                <a:close/>
                <a:moveTo>
                  <a:pt x="182175" y="572754"/>
                </a:moveTo>
                <a:cubicBezTo>
                  <a:pt x="285708" y="571066"/>
                  <a:pt x="428207" y="716378"/>
                  <a:pt x="428207" y="716378"/>
                </a:cubicBezTo>
                <a:lnTo>
                  <a:pt x="428348" y="716378"/>
                </a:lnTo>
                <a:cubicBezTo>
                  <a:pt x="428348" y="716378"/>
                  <a:pt x="277409" y="821739"/>
                  <a:pt x="152775" y="785587"/>
                </a:cubicBezTo>
                <a:cubicBezTo>
                  <a:pt x="78923" y="764205"/>
                  <a:pt x="851" y="686837"/>
                  <a:pt x="7" y="654202"/>
                </a:cubicBezTo>
                <a:cubicBezTo>
                  <a:pt x="-837" y="621566"/>
                  <a:pt x="78641" y="574301"/>
                  <a:pt x="182175" y="572754"/>
                </a:cubicBezTo>
                <a:close/>
                <a:moveTo>
                  <a:pt x="478251" y="317"/>
                </a:moveTo>
                <a:cubicBezTo>
                  <a:pt x="488300" y="-670"/>
                  <a:pt x="497452" y="614"/>
                  <a:pt x="505576" y="4588"/>
                </a:cubicBezTo>
                <a:cubicBezTo>
                  <a:pt x="538071" y="20484"/>
                  <a:pt x="561422" y="132598"/>
                  <a:pt x="547918" y="213905"/>
                </a:cubicBezTo>
                <a:cubicBezTo>
                  <a:pt x="524989" y="351340"/>
                  <a:pt x="347322" y="448824"/>
                  <a:pt x="347322" y="448824"/>
                </a:cubicBezTo>
                <a:lnTo>
                  <a:pt x="347322" y="448683"/>
                </a:lnTo>
                <a:cubicBezTo>
                  <a:pt x="347322" y="448683"/>
                  <a:pt x="227471" y="165374"/>
                  <a:pt x="367157" y="59168"/>
                </a:cubicBezTo>
                <a:cubicBezTo>
                  <a:pt x="409885" y="26673"/>
                  <a:pt x="448103" y="3278"/>
                  <a:pt x="478251" y="317"/>
                </a:cubicBezTo>
                <a:close/>
              </a:path>
            </a:pathLst>
          </a:custGeom>
          <a:solidFill>
            <a:schemeClr val="accent1"/>
          </a:solidFill>
          <a:ln w="137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5" name="任意多边形: 形状 94"/>
          <p:cNvSpPr/>
          <p:nvPr>
            <p:custDataLst>
              <p:tags r:id="rId34"/>
            </p:custDataLst>
          </p:nvPr>
        </p:nvSpPr>
        <p:spPr>
          <a:xfrm flipV="1">
            <a:off x="8811554" y="538132"/>
            <a:ext cx="746403" cy="850204"/>
          </a:xfrm>
          <a:custGeom>
            <a:avLst/>
            <a:gdLst>
              <a:gd name="connsiteX0" fmla="*/ 711592 w 1331328"/>
              <a:gd name="connsiteY0" fmla="*/ 1247084 h 1516468"/>
              <a:gd name="connsiteX1" fmla="*/ 934133 w 1331328"/>
              <a:gd name="connsiteY1" fmla="*/ 1348929 h 1516468"/>
              <a:gd name="connsiteX2" fmla="*/ 715813 w 1331328"/>
              <a:gd name="connsiteY2" fmla="*/ 1466952 h 1516468"/>
              <a:gd name="connsiteX3" fmla="*/ 530409 w 1331328"/>
              <a:gd name="connsiteY3" fmla="*/ 1358636 h 1516468"/>
              <a:gd name="connsiteX4" fmla="*/ 711592 w 1331328"/>
              <a:gd name="connsiteY4" fmla="*/ 1247225 h 1516468"/>
              <a:gd name="connsiteX5" fmla="*/ 1264610 w 1331328"/>
              <a:gd name="connsiteY5" fmla="*/ 1220593 h 1516468"/>
              <a:gd name="connsiteX6" fmla="*/ 1291155 w 1331328"/>
              <a:gd name="connsiteY6" fmla="*/ 1230486 h 1516468"/>
              <a:gd name="connsiteX7" fmla="*/ 1326463 w 1331328"/>
              <a:gd name="connsiteY7" fmla="*/ 1405760 h 1516468"/>
              <a:gd name="connsiteX8" fmla="*/ 1150485 w 1331328"/>
              <a:gd name="connsiteY8" fmla="*/ 1516468 h 1516468"/>
              <a:gd name="connsiteX9" fmla="*/ 1146968 w 1331328"/>
              <a:gd name="connsiteY9" fmla="*/ 1279720 h 1516468"/>
              <a:gd name="connsiteX10" fmla="*/ 1264610 w 1331328"/>
              <a:gd name="connsiteY10" fmla="*/ 1220593 h 1516468"/>
              <a:gd name="connsiteX11" fmla="*/ 429532 w 1331328"/>
              <a:gd name="connsiteY11" fmla="*/ 970751 h 1516468"/>
              <a:gd name="connsiteX12" fmla="*/ 734944 w 1331328"/>
              <a:gd name="connsiteY12" fmla="*/ 1132719 h 1516468"/>
              <a:gd name="connsiteX13" fmla="*/ 435598 w 1331328"/>
              <a:gd name="connsiteY13" fmla="*/ 1215011 h 1516468"/>
              <a:gd name="connsiteX14" fmla="*/ 261167 w 1331328"/>
              <a:gd name="connsiteY14" fmla="*/ 1089534 h 1516468"/>
              <a:gd name="connsiteX15" fmla="*/ 369061 w 1331328"/>
              <a:gd name="connsiteY15" fmla="*/ 987829 h 1516468"/>
              <a:gd name="connsiteX16" fmla="*/ 429532 w 1331328"/>
              <a:gd name="connsiteY16" fmla="*/ 970751 h 1516468"/>
              <a:gd name="connsiteX17" fmla="*/ 881804 w 1331328"/>
              <a:gd name="connsiteY17" fmla="*/ 690172 h 1516468"/>
              <a:gd name="connsiteX18" fmla="*/ 966487 w 1331328"/>
              <a:gd name="connsiteY18" fmla="*/ 884156 h 1516468"/>
              <a:gd name="connsiteX19" fmla="*/ 832288 w 1331328"/>
              <a:gd name="connsiteY19" fmla="*/ 1140597 h 1516468"/>
              <a:gd name="connsiteX20" fmla="*/ 753653 w 1331328"/>
              <a:gd name="connsiteY20" fmla="*/ 890768 h 1516468"/>
              <a:gd name="connsiteX21" fmla="*/ 753794 w 1331328"/>
              <a:gd name="connsiteY21" fmla="*/ 890908 h 1516468"/>
              <a:gd name="connsiteX22" fmla="*/ 881804 w 1331328"/>
              <a:gd name="connsiteY22" fmla="*/ 690172 h 1516468"/>
              <a:gd name="connsiteX23" fmla="*/ 739409 w 1331328"/>
              <a:gd name="connsiteY23" fmla="*/ 542139 h 1516468"/>
              <a:gd name="connsiteX24" fmla="*/ 772925 w 1331328"/>
              <a:gd name="connsiteY24" fmla="*/ 548377 h 1516468"/>
              <a:gd name="connsiteX25" fmla="*/ 795151 w 1331328"/>
              <a:gd name="connsiteY25" fmla="*/ 722245 h 1516468"/>
              <a:gd name="connsiteX26" fmla="*/ 597510 w 1331328"/>
              <a:gd name="connsiteY26" fmla="*/ 871355 h 1516468"/>
              <a:gd name="connsiteX27" fmla="*/ 593993 w 1331328"/>
              <a:gd name="connsiteY27" fmla="*/ 631513 h 1516468"/>
              <a:gd name="connsiteX28" fmla="*/ 739409 w 1331328"/>
              <a:gd name="connsiteY28" fmla="*/ 542139 h 1516468"/>
              <a:gd name="connsiteX29" fmla="*/ 163343 w 1331328"/>
              <a:gd name="connsiteY29" fmla="*/ 529064 h 1516468"/>
              <a:gd name="connsiteX30" fmla="*/ 244989 w 1331328"/>
              <a:gd name="connsiteY30" fmla="*/ 538952 h 1516468"/>
              <a:gd name="connsiteX31" fmla="*/ 244849 w 1331328"/>
              <a:gd name="connsiteY31" fmla="*/ 538952 h 1516468"/>
              <a:gd name="connsiteX32" fmla="*/ 469077 w 1331328"/>
              <a:gd name="connsiteY32" fmla="*/ 735890 h 1516468"/>
              <a:gd name="connsiteX33" fmla="*/ 144551 w 1331328"/>
              <a:gd name="connsiteY33" fmla="*/ 742783 h 1516468"/>
              <a:gd name="connsiteX34" fmla="*/ 223 w 1331328"/>
              <a:gd name="connsiteY34" fmla="*/ 587202 h 1516468"/>
              <a:gd name="connsiteX35" fmla="*/ 163343 w 1331328"/>
              <a:gd name="connsiteY35" fmla="*/ 529064 h 1516468"/>
              <a:gd name="connsiteX36" fmla="*/ 162416 w 1331328"/>
              <a:gd name="connsiteY36" fmla="*/ 468 h 1516468"/>
              <a:gd name="connsiteX37" fmla="*/ 374266 w 1331328"/>
              <a:gd name="connsiteY37" fmla="*/ 223148 h 1516468"/>
              <a:gd name="connsiteX38" fmla="*/ 368639 w 1331328"/>
              <a:gd name="connsiteY38" fmla="*/ 532341 h 1516468"/>
              <a:gd name="connsiteX39" fmla="*/ 127108 w 1331328"/>
              <a:gd name="connsiteY39" fmla="*/ 263802 h 1516468"/>
              <a:gd name="connsiteX40" fmla="*/ 162416 w 1331328"/>
              <a:gd name="connsiteY40" fmla="*/ 468 h 1516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331328" h="1516468">
                <a:moveTo>
                  <a:pt x="711592" y="1247084"/>
                </a:moveTo>
                <a:cubicBezTo>
                  <a:pt x="799230" y="1242442"/>
                  <a:pt x="934133" y="1348929"/>
                  <a:pt x="934133" y="1348929"/>
                </a:cubicBezTo>
                <a:cubicBezTo>
                  <a:pt x="934133" y="1348929"/>
                  <a:pt x="822300" y="1480878"/>
                  <a:pt x="715813" y="1466952"/>
                </a:cubicBezTo>
                <a:cubicBezTo>
                  <a:pt x="654340" y="1458933"/>
                  <a:pt x="544335" y="1404494"/>
                  <a:pt x="530409" y="1358636"/>
                </a:cubicBezTo>
                <a:cubicBezTo>
                  <a:pt x="520281" y="1325156"/>
                  <a:pt x="624096" y="1251867"/>
                  <a:pt x="711592" y="1247225"/>
                </a:cubicBezTo>
                <a:close/>
                <a:moveTo>
                  <a:pt x="1264610" y="1220593"/>
                </a:moveTo>
                <a:cubicBezTo>
                  <a:pt x="1275637" y="1221553"/>
                  <a:pt x="1284860" y="1224894"/>
                  <a:pt x="1291155" y="1230486"/>
                </a:cubicBezTo>
                <a:cubicBezTo>
                  <a:pt x="1316335" y="1252852"/>
                  <a:pt x="1342359" y="1349352"/>
                  <a:pt x="1326463" y="1405760"/>
                </a:cubicBezTo>
                <a:cubicBezTo>
                  <a:pt x="1299595" y="1501135"/>
                  <a:pt x="1150485" y="1516468"/>
                  <a:pt x="1150485" y="1516468"/>
                </a:cubicBezTo>
                <a:cubicBezTo>
                  <a:pt x="1150485" y="1516468"/>
                  <a:pt x="1099843" y="1337676"/>
                  <a:pt x="1146968" y="1279720"/>
                </a:cubicBezTo>
                <a:cubicBezTo>
                  <a:pt x="1182206" y="1236253"/>
                  <a:pt x="1231529" y="1217711"/>
                  <a:pt x="1264610" y="1220593"/>
                </a:cubicBezTo>
                <a:close/>
                <a:moveTo>
                  <a:pt x="429532" y="970751"/>
                </a:moveTo>
                <a:cubicBezTo>
                  <a:pt x="574148" y="959645"/>
                  <a:pt x="734944" y="1132719"/>
                  <a:pt x="734944" y="1132719"/>
                </a:cubicBezTo>
                <a:cubicBezTo>
                  <a:pt x="734944" y="1132719"/>
                  <a:pt x="571345" y="1251726"/>
                  <a:pt x="435598" y="1215011"/>
                </a:cubicBezTo>
                <a:cubicBezTo>
                  <a:pt x="355275" y="1193208"/>
                  <a:pt x="262151" y="1125264"/>
                  <a:pt x="261167" y="1089534"/>
                </a:cubicBezTo>
                <a:cubicBezTo>
                  <a:pt x="260182" y="1053663"/>
                  <a:pt x="305478" y="1020887"/>
                  <a:pt x="369061" y="987829"/>
                </a:cubicBezTo>
                <a:cubicBezTo>
                  <a:pt x="388544" y="977683"/>
                  <a:pt x="408873" y="972338"/>
                  <a:pt x="429532" y="970751"/>
                </a:cubicBezTo>
                <a:close/>
                <a:moveTo>
                  <a:pt x="881804" y="690172"/>
                </a:moveTo>
                <a:cubicBezTo>
                  <a:pt x="928928" y="705505"/>
                  <a:pt x="960861" y="803833"/>
                  <a:pt x="966487" y="884156"/>
                </a:cubicBezTo>
                <a:cubicBezTo>
                  <a:pt x="976334" y="1023279"/>
                  <a:pt x="832288" y="1140597"/>
                  <a:pt x="832288" y="1140597"/>
                </a:cubicBezTo>
                <a:cubicBezTo>
                  <a:pt x="832288" y="1140597"/>
                  <a:pt x="738461" y="997114"/>
                  <a:pt x="753653" y="890768"/>
                </a:cubicBezTo>
                <a:lnTo>
                  <a:pt x="753794" y="890908"/>
                </a:lnTo>
                <a:cubicBezTo>
                  <a:pt x="769127" y="784703"/>
                  <a:pt x="847480" y="679059"/>
                  <a:pt x="881804" y="690172"/>
                </a:cubicBezTo>
                <a:close/>
                <a:moveTo>
                  <a:pt x="739409" y="542139"/>
                </a:moveTo>
                <a:cubicBezTo>
                  <a:pt x="754207" y="540807"/>
                  <a:pt x="766173" y="542750"/>
                  <a:pt x="772925" y="548377"/>
                </a:cubicBezTo>
                <a:cubicBezTo>
                  <a:pt x="809922" y="579184"/>
                  <a:pt x="811610" y="662601"/>
                  <a:pt x="795151" y="722245"/>
                </a:cubicBezTo>
                <a:cubicBezTo>
                  <a:pt x="766736" y="825356"/>
                  <a:pt x="597510" y="871355"/>
                  <a:pt x="597510" y="871355"/>
                </a:cubicBezTo>
                <a:cubicBezTo>
                  <a:pt x="597510" y="871355"/>
                  <a:pt x="552495" y="700722"/>
                  <a:pt x="593993" y="631513"/>
                </a:cubicBezTo>
                <a:cubicBezTo>
                  <a:pt x="625117" y="579606"/>
                  <a:pt x="695012" y="546135"/>
                  <a:pt x="739409" y="542139"/>
                </a:cubicBezTo>
                <a:close/>
                <a:moveTo>
                  <a:pt x="163343" y="529064"/>
                </a:moveTo>
                <a:cubicBezTo>
                  <a:pt x="190884" y="528710"/>
                  <a:pt x="218965" y="531602"/>
                  <a:pt x="244989" y="538952"/>
                </a:cubicBezTo>
                <a:lnTo>
                  <a:pt x="244849" y="538952"/>
                </a:lnTo>
                <a:cubicBezTo>
                  <a:pt x="348945" y="568212"/>
                  <a:pt x="469077" y="735890"/>
                  <a:pt x="469077" y="735890"/>
                </a:cubicBezTo>
                <a:cubicBezTo>
                  <a:pt x="469077" y="735890"/>
                  <a:pt x="268763" y="808195"/>
                  <a:pt x="144551" y="742783"/>
                </a:cubicBezTo>
                <a:cubicBezTo>
                  <a:pt x="72809" y="704943"/>
                  <a:pt x="-4701" y="636155"/>
                  <a:pt x="223" y="587202"/>
                </a:cubicBezTo>
                <a:cubicBezTo>
                  <a:pt x="2966" y="560405"/>
                  <a:pt x="80721" y="530125"/>
                  <a:pt x="163343" y="529064"/>
                </a:cubicBezTo>
                <a:close/>
                <a:moveTo>
                  <a:pt x="162416" y="468"/>
                </a:moveTo>
                <a:cubicBezTo>
                  <a:pt x="206446" y="-7691"/>
                  <a:pt x="329673" y="91763"/>
                  <a:pt x="374266" y="223148"/>
                </a:cubicBezTo>
                <a:cubicBezTo>
                  <a:pt x="418858" y="354534"/>
                  <a:pt x="368639" y="532341"/>
                  <a:pt x="368639" y="532341"/>
                </a:cubicBezTo>
                <a:cubicBezTo>
                  <a:pt x="368639" y="532341"/>
                  <a:pt x="170153" y="411224"/>
                  <a:pt x="127108" y="263802"/>
                </a:cubicBezTo>
                <a:cubicBezTo>
                  <a:pt x="83922" y="116380"/>
                  <a:pt x="118387" y="8627"/>
                  <a:pt x="162416" y="468"/>
                </a:cubicBezTo>
                <a:close/>
              </a:path>
            </a:pathLst>
          </a:custGeom>
          <a:solidFill>
            <a:schemeClr val="accent2"/>
          </a:solidFill>
          <a:ln w="137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6" name="任意多边形: 形状 95"/>
          <p:cNvSpPr/>
          <p:nvPr>
            <p:custDataLst>
              <p:tags r:id="rId35"/>
            </p:custDataLst>
          </p:nvPr>
        </p:nvSpPr>
        <p:spPr>
          <a:xfrm flipV="1">
            <a:off x="9055768" y="750045"/>
            <a:ext cx="194878" cy="30838"/>
          </a:xfrm>
          <a:custGeom>
            <a:avLst/>
            <a:gdLst>
              <a:gd name="connsiteX0" fmla="*/ 0 w 347596"/>
              <a:gd name="connsiteY0" fmla="*/ 0 h 55003"/>
              <a:gd name="connsiteX1" fmla="*/ 347596 w 347596"/>
              <a:gd name="connsiteY1" fmla="*/ 55002 h 5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7596" h="55003">
                <a:moveTo>
                  <a:pt x="0" y="0"/>
                </a:moveTo>
                <a:cubicBezTo>
                  <a:pt x="0" y="0"/>
                  <a:pt x="277965" y="55283"/>
                  <a:pt x="347596" y="55002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7" name="任意多边形: 形状 96"/>
          <p:cNvSpPr/>
          <p:nvPr>
            <p:custDataLst>
              <p:tags r:id="rId36"/>
            </p:custDataLst>
          </p:nvPr>
        </p:nvSpPr>
        <p:spPr>
          <a:xfrm flipV="1">
            <a:off x="8911199" y="975761"/>
            <a:ext cx="163409" cy="57888"/>
          </a:xfrm>
          <a:custGeom>
            <a:avLst/>
            <a:gdLst>
              <a:gd name="connsiteX0" fmla="*/ 291469 w 291468"/>
              <a:gd name="connsiteY0" fmla="*/ 103252 h 103251"/>
              <a:gd name="connsiteX1" fmla="*/ 0 w 291468"/>
              <a:gd name="connsiteY1" fmla="*/ 0 h 103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1468" h="103251">
                <a:moveTo>
                  <a:pt x="291469" y="103252"/>
                </a:moveTo>
                <a:cubicBezTo>
                  <a:pt x="255035" y="94530"/>
                  <a:pt x="0" y="0"/>
                  <a:pt x="0" y="0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8" name="任意多边形: 形状 97"/>
          <p:cNvSpPr/>
          <p:nvPr>
            <p:custDataLst>
              <p:tags r:id="rId37"/>
            </p:custDataLst>
          </p:nvPr>
        </p:nvSpPr>
        <p:spPr>
          <a:xfrm flipV="1">
            <a:off x="9135976" y="880806"/>
            <a:ext cx="67509" cy="135729"/>
          </a:xfrm>
          <a:custGeom>
            <a:avLst/>
            <a:gdLst>
              <a:gd name="connsiteX0" fmla="*/ 0 w 120413"/>
              <a:gd name="connsiteY0" fmla="*/ 242093 h 242093"/>
              <a:gd name="connsiteX1" fmla="*/ 120414 w 120413"/>
              <a:gd name="connsiteY1" fmla="*/ 0 h 242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413" h="242093">
                <a:moveTo>
                  <a:pt x="0" y="242093"/>
                </a:moveTo>
                <a:cubicBezTo>
                  <a:pt x="15614" y="218883"/>
                  <a:pt x="120414" y="0"/>
                  <a:pt x="120414" y="0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9" name="任意多边形: 形状 98"/>
          <p:cNvSpPr/>
          <p:nvPr>
            <p:custDataLst>
              <p:tags r:id="rId38"/>
            </p:custDataLst>
          </p:nvPr>
        </p:nvSpPr>
        <p:spPr>
          <a:xfrm flipV="1">
            <a:off x="9069252" y="991298"/>
            <a:ext cx="53076" cy="188095"/>
          </a:xfrm>
          <a:custGeom>
            <a:avLst/>
            <a:gdLst>
              <a:gd name="connsiteX0" fmla="*/ 94671 w 94671"/>
              <a:gd name="connsiteY0" fmla="*/ 0 h 335497"/>
              <a:gd name="connsiteX1" fmla="*/ 0 w 94671"/>
              <a:gd name="connsiteY1" fmla="*/ 335498 h 335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671" h="335497">
                <a:moveTo>
                  <a:pt x="94671" y="0"/>
                </a:moveTo>
                <a:cubicBezTo>
                  <a:pt x="94671" y="0"/>
                  <a:pt x="29259" y="273040"/>
                  <a:pt x="0" y="335498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0" name="任意多边形: 形状 99"/>
          <p:cNvSpPr/>
          <p:nvPr>
            <p:custDataLst>
              <p:tags r:id="rId39"/>
            </p:custDataLst>
          </p:nvPr>
        </p:nvSpPr>
        <p:spPr>
          <a:xfrm flipV="1">
            <a:off x="8957813" y="863456"/>
            <a:ext cx="189909" cy="25632"/>
          </a:xfrm>
          <a:custGeom>
            <a:avLst/>
            <a:gdLst>
              <a:gd name="connsiteX0" fmla="*/ 0 w 338734"/>
              <a:gd name="connsiteY0" fmla="*/ 0 h 45717"/>
              <a:gd name="connsiteX1" fmla="*/ 338734 w 338734"/>
              <a:gd name="connsiteY1" fmla="*/ 45718 h 45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8734" h="45717">
                <a:moveTo>
                  <a:pt x="0" y="0"/>
                </a:moveTo>
                <a:cubicBezTo>
                  <a:pt x="0" y="0"/>
                  <a:pt x="274729" y="44592"/>
                  <a:pt x="338734" y="45718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1" name="任意多边形: 形状 100"/>
          <p:cNvSpPr/>
          <p:nvPr>
            <p:custDataLst>
              <p:tags r:id="rId40"/>
            </p:custDataLst>
          </p:nvPr>
        </p:nvSpPr>
        <p:spPr>
          <a:xfrm flipV="1">
            <a:off x="9448302" y="521728"/>
            <a:ext cx="63881" cy="125475"/>
          </a:xfrm>
          <a:custGeom>
            <a:avLst/>
            <a:gdLst>
              <a:gd name="connsiteX0" fmla="*/ 113943 w 113942"/>
              <a:gd name="connsiteY0" fmla="*/ 0 h 223805"/>
              <a:gd name="connsiteX1" fmla="*/ 0 w 113942"/>
              <a:gd name="connsiteY1" fmla="*/ 223806 h 223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3942" h="223805">
                <a:moveTo>
                  <a:pt x="113943" y="0"/>
                </a:moveTo>
                <a:cubicBezTo>
                  <a:pt x="113943" y="0"/>
                  <a:pt x="27431" y="186669"/>
                  <a:pt x="0" y="223806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2" name="任意多边形: 形状 101"/>
          <p:cNvSpPr/>
          <p:nvPr>
            <p:custDataLst>
              <p:tags r:id="rId41"/>
            </p:custDataLst>
          </p:nvPr>
        </p:nvSpPr>
        <p:spPr>
          <a:xfrm flipV="1">
            <a:off x="9275969" y="729305"/>
            <a:ext cx="13092" cy="171613"/>
          </a:xfrm>
          <a:custGeom>
            <a:avLst/>
            <a:gdLst>
              <a:gd name="connsiteX0" fmla="*/ 0 w 23351"/>
              <a:gd name="connsiteY0" fmla="*/ 306098 h 306097"/>
              <a:gd name="connsiteX1" fmla="*/ 23351 w 23351"/>
              <a:gd name="connsiteY1" fmla="*/ 0 h 306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351" h="306097">
                <a:moveTo>
                  <a:pt x="0" y="306098"/>
                </a:moveTo>
                <a:cubicBezTo>
                  <a:pt x="6752" y="269524"/>
                  <a:pt x="23351" y="0"/>
                  <a:pt x="23351" y="0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3" name="任意多边形: 形状 102"/>
          <p:cNvSpPr/>
          <p:nvPr>
            <p:custDataLst>
              <p:tags r:id="rId42"/>
            </p:custDataLst>
          </p:nvPr>
        </p:nvSpPr>
        <p:spPr>
          <a:xfrm flipV="1">
            <a:off x="9175021" y="626067"/>
            <a:ext cx="191960" cy="6546"/>
          </a:xfrm>
          <a:custGeom>
            <a:avLst/>
            <a:gdLst>
              <a:gd name="connsiteX0" fmla="*/ 342391 w 342391"/>
              <a:gd name="connsiteY0" fmla="*/ 0 h 11675"/>
              <a:gd name="connsiteX1" fmla="*/ 0 w 342391"/>
              <a:gd name="connsiteY1" fmla="*/ 11676 h 11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2391" h="11675">
                <a:moveTo>
                  <a:pt x="342391" y="0"/>
                </a:moveTo>
                <a:cubicBezTo>
                  <a:pt x="314820" y="5346"/>
                  <a:pt x="0" y="11676"/>
                  <a:pt x="0" y="11676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4" name="任意多边形: 形状 103"/>
          <p:cNvSpPr/>
          <p:nvPr>
            <p:custDataLst>
              <p:tags r:id="rId43"/>
            </p:custDataLst>
          </p:nvPr>
        </p:nvSpPr>
        <p:spPr>
          <a:xfrm flipV="1">
            <a:off x="9369273" y="626936"/>
            <a:ext cx="47871" cy="184784"/>
          </a:xfrm>
          <a:custGeom>
            <a:avLst/>
            <a:gdLst>
              <a:gd name="connsiteX0" fmla="*/ 85387 w 85386"/>
              <a:gd name="connsiteY0" fmla="*/ 0 h 329589"/>
              <a:gd name="connsiteX1" fmla="*/ 0 w 85386"/>
              <a:gd name="connsiteY1" fmla="*/ 329590 h 329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386" h="329589">
                <a:moveTo>
                  <a:pt x="85387" y="0"/>
                </a:moveTo>
                <a:cubicBezTo>
                  <a:pt x="85387" y="0"/>
                  <a:pt x="23070" y="270227"/>
                  <a:pt x="0" y="329590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05" name="任意多边形: 形状 104"/>
          <p:cNvSpPr/>
          <p:nvPr>
            <p:custDataLst>
              <p:tags r:id="rId44"/>
            </p:custDataLst>
          </p:nvPr>
        </p:nvSpPr>
        <p:spPr>
          <a:xfrm flipV="1">
            <a:off x="8945279" y="496100"/>
            <a:ext cx="519466" cy="774304"/>
          </a:xfrm>
          <a:custGeom>
            <a:avLst/>
            <a:gdLst>
              <a:gd name="connsiteX0" fmla="*/ 0 w 1047993"/>
              <a:gd name="connsiteY0" fmla="*/ 0 h 1709701"/>
              <a:gd name="connsiteX1" fmla="*/ 413289 w 1047993"/>
              <a:gd name="connsiteY1" fmla="*/ 790987 h 1709701"/>
              <a:gd name="connsiteX2" fmla="*/ 1047994 w 1047993"/>
              <a:gd name="connsiteY2" fmla="*/ 1709702 h 1709701"/>
              <a:gd name="connsiteX0-1" fmla="*/ 0 w 926550"/>
              <a:gd name="connsiteY0-2" fmla="*/ 0 h 1381089"/>
              <a:gd name="connsiteX1-3" fmla="*/ 413289 w 926550"/>
              <a:gd name="connsiteY1-4" fmla="*/ 790987 h 1381089"/>
              <a:gd name="connsiteX2-5" fmla="*/ 926550 w 926550"/>
              <a:gd name="connsiteY2-6" fmla="*/ 1381089 h 1381089"/>
              <a:gd name="connsiteX0-7" fmla="*/ 0 w 926550"/>
              <a:gd name="connsiteY0-8" fmla="*/ 0 h 1381089"/>
              <a:gd name="connsiteX1-9" fmla="*/ 413289 w 926550"/>
              <a:gd name="connsiteY1-10" fmla="*/ 790987 h 1381089"/>
              <a:gd name="connsiteX2-11" fmla="*/ 926550 w 926550"/>
              <a:gd name="connsiteY2-12" fmla="*/ 1381089 h 1381089"/>
              <a:gd name="connsiteX0-13" fmla="*/ 0 w 926550"/>
              <a:gd name="connsiteY0-14" fmla="*/ 0 h 1381089"/>
              <a:gd name="connsiteX1-15" fmla="*/ 413289 w 926550"/>
              <a:gd name="connsiteY1-16" fmla="*/ 790987 h 1381089"/>
              <a:gd name="connsiteX2-17" fmla="*/ 926550 w 926550"/>
              <a:gd name="connsiteY2-18" fmla="*/ 1381089 h 13810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26550" h="1381089">
                <a:moveTo>
                  <a:pt x="0" y="0"/>
                </a:moveTo>
                <a:cubicBezTo>
                  <a:pt x="0" y="0"/>
                  <a:pt x="184419" y="544674"/>
                  <a:pt x="413289" y="790987"/>
                </a:cubicBezTo>
                <a:cubicBezTo>
                  <a:pt x="642160" y="1037300"/>
                  <a:pt x="780174" y="1133160"/>
                  <a:pt x="926550" y="1381089"/>
                </a:cubicBezTo>
              </a:path>
            </a:pathLst>
          </a:custGeom>
          <a:noFill/>
          <a:ln w="9525" cap="rnd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45"/>
            </p:custDataLst>
          </p:nvPr>
        </p:nvSpPr>
        <p:spPr>
          <a:xfrm>
            <a:off x="1323470" y="1133547"/>
            <a:ext cx="7347250" cy="519789"/>
          </a:xfrm>
        </p:spPr>
        <p:txBody>
          <a:bodyPr wrap="square" anchor="t" anchorCtr="0">
            <a:noAutofit/>
          </a:bodyPr>
          <a:lstStyle>
            <a:lvl1pPr>
              <a:defRPr kumimoji="0" lang="zh-CN" altLang="en-US" sz="3735" b="1" i="0" u="none" strike="noStrike" kern="1200" cap="none" spc="0" normalizeH="0" baseline="0" noProof="1" dirty="0">
                <a:solidFill>
                  <a:schemeClr val="tx2"/>
                </a:solidFill>
                <a:latin typeface="汉仪粗圆简" panose="02010600000101010101" charset="-122"/>
                <a:ea typeface="汉仪粗圆简" panose="02010600000101010101" charset="-122"/>
                <a:cs typeface="+mj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4" name="任意多边形: 形状 3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3201" cy="6858353"/>
          </a:xfrm>
          <a:custGeom>
            <a:avLst/>
            <a:gdLst>
              <a:gd name="connsiteX0" fmla="*/ 0 w 12192000"/>
              <a:gd name="connsiteY0" fmla="*/ 5685282 h 6858000"/>
              <a:gd name="connsiteX1" fmla="*/ 2058010 w 12192000"/>
              <a:gd name="connsiteY1" fmla="*/ 6858000 h 6858000"/>
              <a:gd name="connsiteX2" fmla="*/ 996005 w 12192000"/>
              <a:gd name="connsiteY2" fmla="*/ 6858000 h 6858000"/>
              <a:gd name="connsiteX3" fmla="*/ 0 w 12192000"/>
              <a:gd name="connsiteY3" fmla="*/ 6290432 h 6858000"/>
              <a:gd name="connsiteX4" fmla="*/ 1 w 12192000"/>
              <a:gd name="connsiteY4" fmla="*/ 4475119 h 6858000"/>
              <a:gd name="connsiteX5" fmla="*/ 4182020 w 12192000"/>
              <a:gd name="connsiteY5" fmla="*/ 6858000 h 6858000"/>
              <a:gd name="connsiteX6" fmla="*/ 3120015 w 12192000"/>
              <a:gd name="connsiteY6" fmla="*/ 6858000 h 6858000"/>
              <a:gd name="connsiteX7" fmla="*/ 1 w 12192000"/>
              <a:gd name="connsiteY7" fmla="*/ 5080269 h 6858000"/>
              <a:gd name="connsiteX8" fmla="*/ 0 w 12192000"/>
              <a:gd name="connsiteY8" fmla="*/ 3264956 h 6858000"/>
              <a:gd name="connsiteX9" fmla="*/ 6306028 w 12192000"/>
              <a:gd name="connsiteY9" fmla="*/ 6858000 h 6858000"/>
              <a:gd name="connsiteX10" fmla="*/ 5244023 w 12192000"/>
              <a:gd name="connsiteY10" fmla="*/ 6858000 h 6858000"/>
              <a:gd name="connsiteX11" fmla="*/ 0 w 12192000"/>
              <a:gd name="connsiteY11" fmla="*/ 3869969 h 6858000"/>
              <a:gd name="connsiteX12" fmla="*/ 2 w 12192000"/>
              <a:gd name="connsiteY12" fmla="*/ 2054657 h 6858000"/>
              <a:gd name="connsiteX13" fmla="*/ 8429874 w 12192000"/>
              <a:gd name="connsiteY13" fmla="*/ 6857999 h 6858000"/>
              <a:gd name="connsiteX14" fmla="*/ 7367870 w 12192000"/>
              <a:gd name="connsiteY14" fmla="*/ 6857999 h 6858000"/>
              <a:gd name="connsiteX15" fmla="*/ 2 w 12192000"/>
              <a:gd name="connsiteY15" fmla="*/ 2659807 h 6858000"/>
              <a:gd name="connsiteX16" fmla="*/ 1 w 12192000"/>
              <a:gd name="connsiteY16" fmla="*/ 844494 h 6858000"/>
              <a:gd name="connsiteX17" fmla="*/ 10553883 w 12192000"/>
              <a:gd name="connsiteY17" fmla="*/ 6858000 h 6858000"/>
              <a:gd name="connsiteX18" fmla="*/ 9491879 w 12192000"/>
              <a:gd name="connsiteY18" fmla="*/ 6858000 h 6858000"/>
              <a:gd name="connsiteX19" fmla="*/ 1 w 12192000"/>
              <a:gd name="connsiteY19" fmla="*/ 1449508 h 6858000"/>
              <a:gd name="connsiteX20" fmla="*/ 3827965 w 12192000"/>
              <a:gd name="connsiteY20" fmla="*/ 1 h 6858000"/>
              <a:gd name="connsiteX21" fmla="*/ 4889805 w 12192000"/>
              <a:gd name="connsiteY21" fmla="*/ 1 h 6858000"/>
              <a:gd name="connsiteX22" fmla="*/ 12191999 w 12192000"/>
              <a:gd name="connsiteY22" fmla="*/ 4160749 h 6858000"/>
              <a:gd name="connsiteX23" fmla="*/ 12191999 w 12192000"/>
              <a:gd name="connsiteY23" fmla="*/ 4765761 h 6858000"/>
              <a:gd name="connsiteX24" fmla="*/ 5951809 w 12192000"/>
              <a:gd name="connsiteY24" fmla="*/ 1 h 6858000"/>
              <a:gd name="connsiteX25" fmla="*/ 7013813 w 12192000"/>
              <a:gd name="connsiteY25" fmla="*/ 1 h 6858000"/>
              <a:gd name="connsiteX26" fmla="*/ 12192000 w 12192000"/>
              <a:gd name="connsiteY26" fmla="*/ 2950450 h 6858000"/>
              <a:gd name="connsiteX27" fmla="*/ 12192000 w 12192000"/>
              <a:gd name="connsiteY27" fmla="*/ 3555599 h 6858000"/>
              <a:gd name="connsiteX28" fmla="*/ 1703955 w 12192000"/>
              <a:gd name="connsiteY28" fmla="*/ 1 h 6858000"/>
              <a:gd name="connsiteX29" fmla="*/ 2765958 w 12192000"/>
              <a:gd name="connsiteY29" fmla="*/ 1 h 6858000"/>
              <a:gd name="connsiteX30" fmla="*/ 12191999 w 12192000"/>
              <a:gd name="connsiteY30" fmla="*/ 5370911 h 6858000"/>
              <a:gd name="connsiteX31" fmla="*/ 12191999 w 12192000"/>
              <a:gd name="connsiteY31" fmla="*/ 5976062 h 6858000"/>
              <a:gd name="connsiteX32" fmla="*/ 10199664 w 12192000"/>
              <a:gd name="connsiteY32" fmla="*/ 1 h 6858000"/>
              <a:gd name="connsiteX33" fmla="*/ 11261669 w 12192000"/>
              <a:gd name="connsiteY33" fmla="*/ 1 h 6858000"/>
              <a:gd name="connsiteX34" fmla="*/ 12191999 w 12192000"/>
              <a:gd name="connsiteY34" fmla="*/ 530124 h 6858000"/>
              <a:gd name="connsiteX35" fmla="*/ 12191999 w 12192000"/>
              <a:gd name="connsiteY35" fmla="*/ 1135137 h 6858000"/>
              <a:gd name="connsiteX36" fmla="*/ 8075818 w 12192000"/>
              <a:gd name="connsiteY36" fmla="*/ 1 h 6858000"/>
              <a:gd name="connsiteX37" fmla="*/ 9137822 w 12192000"/>
              <a:gd name="connsiteY37" fmla="*/ 1 h 6858000"/>
              <a:gd name="connsiteX38" fmla="*/ 12192000 w 12192000"/>
              <a:gd name="connsiteY38" fmla="*/ 1740286 h 6858000"/>
              <a:gd name="connsiteX39" fmla="*/ 12192000 w 12192000"/>
              <a:gd name="connsiteY39" fmla="*/ 2345436 h 6858000"/>
              <a:gd name="connsiteX40" fmla="*/ 1 w 12192000"/>
              <a:gd name="connsiteY40" fmla="*/ 0 h 6858000"/>
              <a:gd name="connsiteX41" fmla="*/ 641950 w 12192000"/>
              <a:gd name="connsiteY41" fmla="*/ 0 h 6858000"/>
              <a:gd name="connsiteX42" fmla="*/ 12192000 w 12192000"/>
              <a:gd name="connsiteY42" fmla="*/ 6581211 h 6858000"/>
              <a:gd name="connsiteX43" fmla="*/ 12192000 w 12192000"/>
              <a:gd name="connsiteY43" fmla="*/ 6858000 h 6858000"/>
              <a:gd name="connsiteX44" fmla="*/ 11615887 w 12192000"/>
              <a:gd name="connsiteY44" fmla="*/ 6858000 h 6858000"/>
              <a:gd name="connsiteX45" fmla="*/ 1 w 12192000"/>
              <a:gd name="connsiteY45" fmla="*/ 2393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92000" h="6858000">
                <a:moveTo>
                  <a:pt x="0" y="5685282"/>
                </a:moveTo>
                <a:lnTo>
                  <a:pt x="2058010" y="6858000"/>
                </a:lnTo>
                <a:lnTo>
                  <a:pt x="996005" y="6858000"/>
                </a:lnTo>
                <a:lnTo>
                  <a:pt x="0" y="6290432"/>
                </a:lnTo>
                <a:close/>
                <a:moveTo>
                  <a:pt x="1" y="4475119"/>
                </a:moveTo>
                <a:lnTo>
                  <a:pt x="4182020" y="6858000"/>
                </a:lnTo>
                <a:lnTo>
                  <a:pt x="3120015" y="6858000"/>
                </a:lnTo>
                <a:lnTo>
                  <a:pt x="1" y="5080269"/>
                </a:lnTo>
                <a:close/>
                <a:moveTo>
                  <a:pt x="0" y="3264956"/>
                </a:moveTo>
                <a:lnTo>
                  <a:pt x="6306028" y="6858000"/>
                </a:lnTo>
                <a:lnTo>
                  <a:pt x="5244023" y="6858000"/>
                </a:lnTo>
                <a:lnTo>
                  <a:pt x="0" y="3869969"/>
                </a:lnTo>
                <a:close/>
                <a:moveTo>
                  <a:pt x="2" y="2054657"/>
                </a:moveTo>
                <a:lnTo>
                  <a:pt x="8429874" y="6857999"/>
                </a:lnTo>
                <a:lnTo>
                  <a:pt x="7367870" y="6857999"/>
                </a:lnTo>
                <a:lnTo>
                  <a:pt x="2" y="2659807"/>
                </a:lnTo>
                <a:close/>
                <a:moveTo>
                  <a:pt x="1" y="844494"/>
                </a:moveTo>
                <a:lnTo>
                  <a:pt x="10553883" y="6858000"/>
                </a:lnTo>
                <a:lnTo>
                  <a:pt x="9491879" y="6858000"/>
                </a:lnTo>
                <a:lnTo>
                  <a:pt x="1" y="1449508"/>
                </a:lnTo>
                <a:close/>
                <a:moveTo>
                  <a:pt x="3827965" y="1"/>
                </a:moveTo>
                <a:lnTo>
                  <a:pt x="4889805" y="1"/>
                </a:lnTo>
                <a:lnTo>
                  <a:pt x="12191999" y="4160749"/>
                </a:lnTo>
                <a:lnTo>
                  <a:pt x="12191999" y="4765761"/>
                </a:lnTo>
                <a:close/>
                <a:moveTo>
                  <a:pt x="5951809" y="1"/>
                </a:moveTo>
                <a:lnTo>
                  <a:pt x="7013813" y="1"/>
                </a:lnTo>
                <a:lnTo>
                  <a:pt x="12192000" y="2950450"/>
                </a:lnTo>
                <a:lnTo>
                  <a:pt x="12192000" y="3555599"/>
                </a:lnTo>
                <a:close/>
                <a:moveTo>
                  <a:pt x="1703955" y="1"/>
                </a:moveTo>
                <a:lnTo>
                  <a:pt x="2765958" y="1"/>
                </a:lnTo>
                <a:lnTo>
                  <a:pt x="12191999" y="5370911"/>
                </a:lnTo>
                <a:lnTo>
                  <a:pt x="12191999" y="5976062"/>
                </a:lnTo>
                <a:close/>
                <a:moveTo>
                  <a:pt x="10199664" y="1"/>
                </a:moveTo>
                <a:lnTo>
                  <a:pt x="11261669" y="1"/>
                </a:lnTo>
                <a:lnTo>
                  <a:pt x="12191999" y="530124"/>
                </a:lnTo>
                <a:lnTo>
                  <a:pt x="12191999" y="1135137"/>
                </a:lnTo>
                <a:close/>
                <a:moveTo>
                  <a:pt x="8075818" y="1"/>
                </a:moveTo>
                <a:lnTo>
                  <a:pt x="9137822" y="1"/>
                </a:lnTo>
                <a:lnTo>
                  <a:pt x="12192000" y="1740286"/>
                </a:lnTo>
                <a:lnTo>
                  <a:pt x="12192000" y="2345436"/>
                </a:lnTo>
                <a:close/>
                <a:moveTo>
                  <a:pt x="1" y="0"/>
                </a:moveTo>
                <a:lnTo>
                  <a:pt x="641950" y="0"/>
                </a:lnTo>
                <a:lnTo>
                  <a:pt x="12192000" y="6581211"/>
                </a:lnTo>
                <a:lnTo>
                  <a:pt x="12192000" y="6858000"/>
                </a:lnTo>
                <a:lnTo>
                  <a:pt x="11615887" y="6858000"/>
                </a:lnTo>
                <a:lnTo>
                  <a:pt x="1" y="239344"/>
                </a:lnTo>
                <a:close/>
              </a:path>
            </a:pathLst>
          </a:custGeom>
          <a:gradFill>
            <a:gsLst>
              <a:gs pos="23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alpha val="4000"/>
                </a:schemeClr>
              </a:gs>
            </a:gsLst>
            <a:lin ang="16200000" scaled="1"/>
          </a:gra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矩形 14"/>
          <p:cNvSpPr/>
          <p:nvPr userDrawn="1">
            <p:custDataLst>
              <p:tags r:id="rId4"/>
            </p:custDataLst>
          </p:nvPr>
        </p:nvSpPr>
        <p:spPr>
          <a:xfrm>
            <a:off x="0" y="5282755"/>
            <a:ext cx="12193201" cy="15755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7" name="矩形: 圆角 5"/>
          <p:cNvSpPr/>
          <p:nvPr userDrawn="1">
            <p:custDataLst>
              <p:tags r:id="rId5"/>
            </p:custDataLst>
          </p:nvPr>
        </p:nvSpPr>
        <p:spPr>
          <a:xfrm>
            <a:off x="102034" y="114724"/>
            <a:ext cx="11989134" cy="6628553"/>
          </a:xfrm>
          <a:prstGeom prst="roundRect">
            <a:avLst>
              <a:gd name="adj" fmla="val 3984"/>
            </a:avLst>
          </a:prstGeom>
          <a:solidFill>
            <a:schemeClr val="lt1"/>
          </a:solidFill>
          <a:ln w="22225">
            <a:noFill/>
          </a:ln>
          <a:effectLst>
            <a:outerShdw blurRad="254000" dist="254000" dir="5400000" algn="t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ea typeface="汉仪正圆 55简" panose="00020600040101010101" charset="-122"/>
              <a:sym typeface="+mn-ea"/>
            </a:endParaRPr>
          </a:p>
        </p:txBody>
      </p:sp>
      <p:sp>
        <p:nvSpPr>
          <p:cNvPr id="18" name="任意多边形: 形状 9"/>
          <p:cNvSpPr/>
          <p:nvPr userDrawn="1">
            <p:custDataLst>
              <p:tags r:id="rId6"/>
            </p:custDataLst>
          </p:nvPr>
        </p:nvSpPr>
        <p:spPr>
          <a:xfrm rot="176458">
            <a:off x="287048" y="275167"/>
            <a:ext cx="519058" cy="513927"/>
          </a:xfrm>
          <a:custGeom>
            <a:avLst/>
            <a:gdLst>
              <a:gd name="connsiteX0" fmla="*/ 242216 w 653944"/>
              <a:gd name="connsiteY0" fmla="*/ 249623 h 647918"/>
              <a:gd name="connsiteX1" fmla="*/ 295365 w 653944"/>
              <a:gd name="connsiteY1" fmla="*/ 443340 h 647918"/>
              <a:gd name="connsiteX2" fmla="*/ 225652 w 653944"/>
              <a:gd name="connsiteY2" fmla="*/ 647918 h 647918"/>
              <a:gd name="connsiteX3" fmla="*/ 6265 w 653944"/>
              <a:gd name="connsiteY3" fmla="*/ 350660 h 647918"/>
              <a:gd name="connsiteX4" fmla="*/ 158580 w 653944"/>
              <a:gd name="connsiteY4" fmla="*/ 364297 h 647918"/>
              <a:gd name="connsiteX5" fmla="*/ 158606 w 653944"/>
              <a:gd name="connsiteY5" fmla="*/ 364414 h 647918"/>
              <a:gd name="connsiteX6" fmla="*/ 242216 w 653944"/>
              <a:gd name="connsiteY6" fmla="*/ 249623 h 647918"/>
              <a:gd name="connsiteX7" fmla="*/ 485993 w 653944"/>
              <a:gd name="connsiteY7" fmla="*/ 823 h 647918"/>
              <a:gd name="connsiteX8" fmla="*/ 503114 w 653944"/>
              <a:gd name="connsiteY8" fmla="*/ 1005 h 647918"/>
              <a:gd name="connsiteX9" fmla="*/ 549913 w 653944"/>
              <a:gd name="connsiteY9" fmla="*/ 76093 h 647918"/>
              <a:gd name="connsiteX10" fmla="*/ 550031 w 653944"/>
              <a:gd name="connsiteY10" fmla="*/ 76093 h 647918"/>
              <a:gd name="connsiteX11" fmla="*/ 652114 w 653944"/>
              <a:gd name="connsiteY11" fmla="*/ 74915 h 647918"/>
              <a:gd name="connsiteX12" fmla="*/ 459499 w 653944"/>
              <a:gd name="connsiteY12" fmla="*/ 247725 h 647918"/>
              <a:gd name="connsiteX13" fmla="*/ 453133 w 653944"/>
              <a:gd name="connsiteY13" fmla="*/ 118412 h 647918"/>
              <a:gd name="connsiteX14" fmla="*/ 485993 w 653944"/>
              <a:gd name="connsiteY14" fmla="*/ 823 h 6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53944" h="647918">
                <a:moveTo>
                  <a:pt x="242216" y="249623"/>
                </a:moveTo>
                <a:cubicBezTo>
                  <a:pt x="318348" y="238713"/>
                  <a:pt x="330331" y="358883"/>
                  <a:pt x="295365" y="443340"/>
                </a:cubicBezTo>
                <a:cubicBezTo>
                  <a:pt x="260398" y="527797"/>
                  <a:pt x="225652" y="647918"/>
                  <a:pt x="225652" y="647918"/>
                </a:cubicBezTo>
                <a:cubicBezTo>
                  <a:pt x="225652" y="647918"/>
                  <a:pt x="-44095" y="478233"/>
                  <a:pt x="6265" y="350660"/>
                </a:cubicBezTo>
                <a:cubicBezTo>
                  <a:pt x="47504" y="246241"/>
                  <a:pt x="158580" y="364297"/>
                  <a:pt x="158580" y="364297"/>
                </a:cubicBezTo>
                <a:lnTo>
                  <a:pt x="158606" y="364414"/>
                </a:lnTo>
                <a:cubicBezTo>
                  <a:pt x="158606" y="364414"/>
                  <a:pt x="166202" y="260507"/>
                  <a:pt x="242216" y="249623"/>
                </a:cubicBezTo>
                <a:close/>
                <a:moveTo>
                  <a:pt x="485993" y="823"/>
                </a:moveTo>
                <a:cubicBezTo>
                  <a:pt x="491188" y="-299"/>
                  <a:pt x="496896" y="-306"/>
                  <a:pt x="503114" y="1005"/>
                </a:cubicBezTo>
                <a:cubicBezTo>
                  <a:pt x="552742" y="11496"/>
                  <a:pt x="549913" y="76093"/>
                  <a:pt x="549913" y="76093"/>
                </a:cubicBezTo>
                <a:lnTo>
                  <a:pt x="550031" y="76093"/>
                </a:lnTo>
                <a:cubicBezTo>
                  <a:pt x="550031" y="76093"/>
                  <a:pt x="632664" y="8313"/>
                  <a:pt x="652114" y="74915"/>
                </a:cubicBezTo>
                <a:cubicBezTo>
                  <a:pt x="675926" y="156369"/>
                  <a:pt x="459499" y="247725"/>
                  <a:pt x="459499" y="247725"/>
                </a:cubicBezTo>
                <a:cubicBezTo>
                  <a:pt x="459499" y="247725"/>
                  <a:pt x="469872" y="172400"/>
                  <a:pt x="453133" y="118412"/>
                </a:cubicBezTo>
                <a:cubicBezTo>
                  <a:pt x="438384" y="71172"/>
                  <a:pt x="449627" y="8680"/>
                  <a:pt x="485993" y="823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solidFill>
                <a:srgbClr val="FF9647"/>
              </a:solidFill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10317649" y="117687"/>
            <a:ext cx="1776482" cy="1004993"/>
            <a:chOff x="10406" y="569"/>
            <a:chExt cx="3475" cy="1967"/>
          </a:xfrm>
        </p:grpSpPr>
        <p:sp>
          <p:nvSpPr>
            <p:cNvPr id="20" name="任意多边形: 形状 15"/>
            <p:cNvSpPr/>
            <p:nvPr userDrawn="1">
              <p:custDataLst>
                <p:tags r:id="rId7"/>
              </p:custDataLst>
            </p:nvPr>
          </p:nvSpPr>
          <p:spPr>
            <a:xfrm>
              <a:off x="10997" y="588"/>
              <a:ext cx="2885" cy="1527"/>
            </a:xfrm>
            <a:custGeom>
              <a:avLst/>
              <a:gdLst>
                <a:gd name="connsiteX0" fmla="*/ 0 w 2727007"/>
                <a:gd name="connsiteY0" fmla="*/ 0 h 1443122"/>
                <a:gd name="connsiteX1" fmla="*/ 2321721 w 2727007"/>
                <a:gd name="connsiteY1" fmla="*/ 0 h 1443122"/>
                <a:gd name="connsiteX2" fmla="*/ 2727007 w 2727007"/>
                <a:gd name="connsiteY2" fmla="*/ 405286 h 1443122"/>
                <a:gd name="connsiteX3" fmla="*/ 2727007 w 2727007"/>
                <a:gd name="connsiteY3" fmla="*/ 1215035 h 1443122"/>
                <a:gd name="connsiteX4" fmla="*/ 2725450 w 2727007"/>
                <a:gd name="connsiteY4" fmla="*/ 1215981 h 1443122"/>
                <a:gd name="connsiteX5" fmla="*/ 1828402 w 2727007"/>
                <a:gd name="connsiteY5" fmla="*/ 1443122 h 1443122"/>
                <a:gd name="connsiteX6" fmla="*/ 31063 w 2727007"/>
                <a:gd name="connsiteY6" fmla="*/ 120808 h 1443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7007" h="1443122">
                  <a:moveTo>
                    <a:pt x="0" y="0"/>
                  </a:moveTo>
                  <a:lnTo>
                    <a:pt x="2321721" y="0"/>
                  </a:lnTo>
                  <a:cubicBezTo>
                    <a:pt x="2545554" y="0"/>
                    <a:pt x="2727007" y="181453"/>
                    <a:pt x="2727007" y="405286"/>
                  </a:cubicBezTo>
                  <a:lnTo>
                    <a:pt x="2727007" y="1215035"/>
                  </a:lnTo>
                  <a:lnTo>
                    <a:pt x="2725450" y="1215981"/>
                  </a:lnTo>
                  <a:cubicBezTo>
                    <a:pt x="2458791" y="1360839"/>
                    <a:pt x="2153205" y="1443122"/>
                    <a:pt x="1828402" y="1443122"/>
                  </a:cubicBezTo>
                  <a:cubicBezTo>
                    <a:pt x="983913" y="1443122"/>
                    <a:pt x="269339" y="886890"/>
                    <a:pt x="31063" y="12080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: 形状 67"/>
            <p:cNvSpPr/>
            <p:nvPr>
              <p:custDataLst>
                <p:tags r:id="rId8"/>
              </p:custDataLst>
            </p:nvPr>
          </p:nvSpPr>
          <p:spPr>
            <a:xfrm flipH="1">
              <a:off x="11434" y="569"/>
              <a:ext cx="2437" cy="1146"/>
            </a:xfrm>
            <a:custGeom>
              <a:avLst/>
              <a:gdLst>
                <a:gd name="connsiteX0" fmla="*/ 1646879 w 2063058"/>
                <a:gd name="connsiteY0" fmla="*/ 0 h 970347"/>
                <a:gd name="connsiteX1" fmla="*/ 405286 w 2063058"/>
                <a:gd name="connsiteY1" fmla="*/ 0 h 970347"/>
                <a:gd name="connsiteX2" fmla="*/ 0 w 2063058"/>
                <a:gd name="connsiteY2" fmla="*/ 405286 h 970347"/>
                <a:gd name="connsiteX3" fmla="*/ 0 w 2063058"/>
                <a:gd name="connsiteY3" fmla="*/ 607376 h 970347"/>
                <a:gd name="connsiteX4" fmla="*/ 62951 w 2063058"/>
                <a:gd name="connsiteY4" fmla="*/ 652879 h 970347"/>
                <a:gd name="connsiteX5" fmla="*/ 466357 w 2063058"/>
                <a:gd name="connsiteY5" fmla="*/ 905827 h 970347"/>
                <a:gd name="connsiteX6" fmla="*/ 2063058 w 2063058"/>
                <a:gd name="connsiteY6" fmla="*/ 956431 h 970347"/>
                <a:gd name="connsiteX7" fmla="*/ 1650325 w 2063058"/>
                <a:gd name="connsiteY7" fmla="*/ 4361 h 97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63058" h="970347">
                  <a:moveTo>
                    <a:pt x="1646879" y="0"/>
                  </a:moveTo>
                  <a:lnTo>
                    <a:pt x="405286" y="0"/>
                  </a:lnTo>
                  <a:cubicBezTo>
                    <a:pt x="181453" y="0"/>
                    <a:pt x="0" y="181453"/>
                    <a:pt x="0" y="405286"/>
                  </a:cubicBezTo>
                  <a:lnTo>
                    <a:pt x="0" y="607376"/>
                  </a:lnTo>
                  <a:lnTo>
                    <a:pt x="62951" y="652879"/>
                  </a:lnTo>
                  <a:cubicBezTo>
                    <a:pt x="172225" y="734709"/>
                    <a:pt x="293129" y="827411"/>
                    <a:pt x="466357" y="905827"/>
                  </a:cubicBezTo>
                  <a:cubicBezTo>
                    <a:pt x="697327" y="1010383"/>
                    <a:pt x="2063058" y="956431"/>
                    <a:pt x="2063058" y="956431"/>
                  </a:cubicBezTo>
                  <a:cubicBezTo>
                    <a:pt x="2063058" y="956431"/>
                    <a:pt x="1966410" y="455885"/>
                    <a:pt x="1650325" y="4361"/>
                  </a:cubicBez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68"/>
            <p:cNvSpPr/>
            <p:nvPr>
              <p:custDataLst>
                <p:tags r:id="rId9"/>
              </p:custDataLst>
            </p:nvPr>
          </p:nvSpPr>
          <p:spPr>
            <a:xfrm flipH="1">
              <a:off x="12639" y="1087"/>
              <a:ext cx="948" cy="1239"/>
            </a:xfrm>
            <a:custGeom>
              <a:avLst/>
              <a:gdLst>
                <a:gd name="connsiteX0" fmla="*/ 21560 w 802963"/>
                <a:gd name="connsiteY0" fmla="*/ 284869 h 1049110"/>
                <a:gd name="connsiteX1" fmla="*/ 264252 w 802963"/>
                <a:gd name="connsiteY1" fmla="*/ 529142 h 1049110"/>
                <a:gd name="connsiteX2" fmla="*/ 447782 w 802963"/>
                <a:gd name="connsiteY2" fmla="*/ 752485 h 1049110"/>
                <a:gd name="connsiteX3" fmla="*/ 510850 w 802963"/>
                <a:gd name="connsiteY3" fmla="*/ 1006619 h 1049110"/>
                <a:gd name="connsiteX4" fmla="*/ 707775 w 802963"/>
                <a:gd name="connsiteY4" fmla="*/ 1037874 h 1049110"/>
                <a:gd name="connsiteX5" fmla="*/ 802749 w 802963"/>
                <a:gd name="connsiteY5" fmla="*/ 914993 h 1049110"/>
                <a:gd name="connsiteX6" fmla="*/ 741262 w 802963"/>
                <a:gd name="connsiteY6" fmla="*/ 655744 h 1049110"/>
                <a:gd name="connsiteX7" fmla="*/ 482478 w 802963"/>
                <a:gd name="connsiteY7" fmla="*/ 148686 h 1049110"/>
                <a:gd name="connsiteX8" fmla="*/ 144906 w 802963"/>
                <a:gd name="connsiteY8" fmla="*/ 13154 h 1049110"/>
                <a:gd name="connsiteX9" fmla="*/ 21467 w 802963"/>
                <a:gd name="connsiteY9" fmla="*/ 284776 h 104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2963" h="1049110">
                  <a:moveTo>
                    <a:pt x="21560" y="284869"/>
                  </a:moveTo>
                  <a:cubicBezTo>
                    <a:pt x="65931" y="401145"/>
                    <a:pt x="151510" y="458074"/>
                    <a:pt x="264252" y="529142"/>
                  </a:cubicBezTo>
                  <a:cubicBezTo>
                    <a:pt x="376993" y="600210"/>
                    <a:pt x="433549" y="678906"/>
                    <a:pt x="447782" y="752485"/>
                  </a:cubicBezTo>
                  <a:cubicBezTo>
                    <a:pt x="462014" y="826065"/>
                    <a:pt x="464432" y="957504"/>
                    <a:pt x="510850" y="1006619"/>
                  </a:cubicBezTo>
                  <a:cubicBezTo>
                    <a:pt x="557267" y="1055734"/>
                    <a:pt x="647590" y="1056478"/>
                    <a:pt x="707775" y="1037874"/>
                  </a:cubicBezTo>
                  <a:cubicBezTo>
                    <a:pt x="767959" y="1019270"/>
                    <a:pt x="806191" y="973689"/>
                    <a:pt x="802749" y="914993"/>
                  </a:cubicBezTo>
                  <a:cubicBezTo>
                    <a:pt x="799307" y="856297"/>
                    <a:pt x="790284" y="773508"/>
                    <a:pt x="741262" y="655744"/>
                  </a:cubicBezTo>
                  <a:cubicBezTo>
                    <a:pt x="692240" y="537979"/>
                    <a:pt x="582383" y="259939"/>
                    <a:pt x="482478" y="148686"/>
                  </a:cubicBezTo>
                  <a:cubicBezTo>
                    <a:pt x="386388" y="41619"/>
                    <a:pt x="295972" y="-31031"/>
                    <a:pt x="144906" y="13154"/>
                  </a:cubicBezTo>
                  <a:cubicBezTo>
                    <a:pt x="-6160" y="57339"/>
                    <a:pt x="-22903" y="168500"/>
                    <a:pt x="21467" y="284776"/>
                  </a:cubicBez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69"/>
            <p:cNvSpPr/>
            <p:nvPr>
              <p:custDataLst>
                <p:tags r:id="rId10"/>
              </p:custDataLst>
            </p:nvPr>
          </p:nvSpPr>
          <p:spPr>
            <a:xfrm flipH="1">
              <a:off x="12852" y="2151"/>
              <a:ext cx="25" cy="167"/>
            </a:xfrm>
            <a:custGeom>
              <a:avLst/>
              <a:gdLst>
                <a:gd name="connsiteX0" fmla="*/ 0 w 21431"/>
                <a:gd name="connsiteY0" fmla="*/ 0 h 141112"/>
                <a:gd name="connsiteX1" fmla="*/ 4930 w 21431"/>
                <a:gd name="connsiteY1" fmla="*/ 141113 h 14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31" h="141112">
                  <a:moveTo>
                    <a:pt x="0" y="0"/>
                  </a:moveTo>
                  <a:cubicBezTo>
                    <a:pt x="0" y="0"/>
                    <a:pt x="44743" y="91068"/>
                    <a:pt x="4930" y="141113"/>
                  </a:cubicBezTo>
                </a:path>
              </a:pathLst>
            </a:custGeom>
            <a:noFill/>
            <a:ln w="12700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70"/>
            <p:cNvSpPr/>
            <p:nvPr>
              <p:custDataLst>
                <p:tags r:id="rId11"/>
              </p:custDataLst>
            </p:nvPr>
          </p:nvSpPr>
          <p:spPr>
            <a:xfrm flipH="1">
              <a:off x="12724" y="2132"/>
              <a:ext cx="25" cy="167"/>
            </a:xfrm>
            <a:custGeom>
              <a:avLst/>
              <a:gdLst>
                <a:gd name="connsiteX0" fmla="*/ 0 w 21431"/>
                <a:gd name="connsiteY0" fmla="*/ 0 h 141112"/>
                <a:gd name="connsiteX1" fmla="*/ 4930 w 21431"/>
                <a:gd name="connsiteY1" fmla="*/ 141113 h 141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431" h="141112">
                  <a:moveTo>
                    <a:pt x="0" y="0"/>
                  </a:moveTo>
                  <a:cubicBezTo>
                    <a:pt x="0" y="0"/>
                    <a:pt x="44743" y="91068"/>
                    <a:pt x="4930" y="141113"/>
                  </a:cubicBezTo>
                </a:path>
              </a:pathLst>
            </a:custGeom>
            <a:noFill/>
            <a:ln w="12700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71"/>
            <p:cNvSpPr/>
            <p:nvPr>
              <p:custDataLst>
                <p:tags r:id="rId12"/>
              </p:custDataLst>
            </p:nvPr>
          </p:nvSpPr>
          <p:spPr>
            <a:xfrm flipH="1">
              <a:off x="10976" y="1668"/>
              <a:ext cx="553" cy="868"/>
            </a:xfrm>
            <a:custGeom>
              <a:avLst/>
              <a:gdLst>
                <a:gd name="connsiteX0" fmla="*/ 68463 w 468608"/>
                <a:gd name="connsiteY0" fmla="*/ 0 h 734664"/>
                <a:gd name="connsiteX1" fmla="*/ 294597 w 468608"/>
                <a:gd name="connsiteY1" fmla="*/ 135253 h 734664"/>
                <a:gd name="connsiteX2" fmla="*/ 453476 w 468608"/>
                <a:gd name="connsiteY2" fmla="*/ 451152 h 734664"/>
                <a:gd name="connsiteX3" fmla="*/ 423059 w 468608"/>
                <a:gd name="connsiteY3" fmla="*/ 701751 h 734664"/>
                <a:gd name="connsiteX4" fmla="*/ 173670 w 468608"/>
                <a:gd name="connsiteY4" fmla="*/ 650031 h 734664"/>
                <a:gd name="connsiteX5" fmla="*/ 151159 w 468608"/>
                <a:gd name="connsiteY5" fmla="*/ 444548 h 734664"/>
                <a:gd name="connsiteX6" fmla="*/ 0 w 468608"/>
                <a:gd name="connsiteY6" fmla="*/ 295342 h 734664"/>
                <a:gd name="connsiteX7" fmla="*/ 68463 w 468608"/>
                <a:gd name="connsiteY7" fmla="*/ 93 h 73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8608" h="734664">
                  <a:moveTo>
                    <a:pt x="68463" y="0"/>
                  </a:moveTo>
                  <a:cubicBezTo>
                    <a:pt x="68463" y="0"/>
                    <a:pt x="237296" y="54975"/>
                    <a:pt x="294597" y="135253"/>
                  </a:cubicBezTo>
                  <a:cubicBezTo>
                    <a:pt x="351897" y="215530"/>
                    <a:pt x="419058" y="299528"/>
                    <a:pt x="453476" y="451152"/>
                  </a:cubicBezTo>
                  <a:cubicBezTo>
                    <a:pt x="477196" y="555615"/>
                    <a:pt x="477196" y="655984"/>
                    <a:pt x="423059" y="701751"/>
                  </a:cubicBezTo>
                  <a:cubicBezTo>
                    <a:pt x="354874" y="759331"/>
                    <a:pt x="188274" y="740912"/>
                    <a:pt x="173670" y="650031"/>
                  </a:cubicBezTo>
                  <a:cubicBezTo>
                    <a:pt x="159158" y="559056"/>
                    <a:pt x="174693" y="508453"/>
                    <a:pt x="151159" y="444548"/>
                  </a:cubicBezTo>
                  <a:cubicBezTo>
                    <a:pt x="127624" y="380642"/>
                    <a:pt x="0" y="295342"/>
                    <a:pt x="0" y="295342"/>
                  </a:cubicBezTo>
                  <a:lnTo>
                    <a:pt x="68463" y="93"/>
                  </a:ln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6" name="任意多边形: 形状 72"/>
            <p:cNvSpPr/>
            <p:nvPr>
              <p:custDataLst>
                <p:tags r:id="rId13"/>
              </p:custDataLst>
            </p:nvPr>
          </p:nvSpPr>
          <p:spPr>
            <a:xfrm flipH="1">
              <a:off x="11187" y="2362"/>
              <a:ext cx="25" cy="158"/>
            </a:xfrm>
            <a:custGeom>
              <a:avLst/>
              <a:gdLst>
                <a:gd name="connsiteX0" fmla="*/ 5768 w 21253"/>
                <a:gd name="connsiteY0" fmla="*/ 0 h 133671"/>
                <a:gd name="connsiteX1" fmla="*/ 0 w 21253"/>
                <a:gd name="connsiteY1" fmla="*/ 133671 h 13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53" h="133671">
                  <a:moveTo>
                    <a:pt x="5768" y="0"/>
                  </a:moveTo>
                  <a:cubicBezTo>
                    <a:pt x="5768" y="0"/>
                    <a:pt x="44185" y="63440"/>
                    <a:pt x="0" y="133671"/>
                  </a:cubicBezTo>
                </a:path>
              </a:pathLst>
            </a:custGeom>
            <a:noFill/>
            <a:ln w="12700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73"/>
            <p:cNvSpPr/>
            <p:nvPr>
              <p:custDataLst>
                <p:tags r:id="rId14"/>
              </p:custDataLst>
            </p:nvPr>
          </p:nvSpPr>
          <p:spPr>
            <a:xfrm flipH="1">
              <a:off x="11069" y="2364"/>
              <a:ext cx="25" cy="158"/>
            </a:xfrm>
            <a:custGeom>
              <a:avLst/>
              <a:gdLst>
                <a:gd name="connsiteX0" fmla="*/ 5767 w 21294"/>
                <a:gd name="connsiteY0" fmla="*/ 0 h 133671"/>
                <a:gd name="connsiteX1" fmla="*/ 0 w 21294"/>
                <a:gd name="connsiteY1" fmla="*/ 133671 h 133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94" h="133671">
                  <a:moveTo>
                    <a:pt x="5767" y="0"/>
                  </a:moveTo>
                  <a:cubicBezTo>
                    <a:pt x="5767" y="0"/>
                    <a:pt x="44278" y="63440"/>
                    <a:pt x="0" y="133671"/>
                  </a:cubicBezTo>
                </a:path>
              </a:pathLst>
            </a:custGeom>
            <a:noFill/>
            <a:ln w="12700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74"/>
            <p:cNvSpPr/>
            <p:nvPr>
              <p:custDataLst>
                <p:tags r:id="rId15"/>
              </p:custDataLst>
            </p:nvPr>
          </p:nvSpPr>
          <p:spPr>
            <a:xfrm flipH="1">
              <a:off x="11375" y="1069"/>
              <a:ext cx="1429" cy="1155"/>
            </a:xfrm>
            <a:custGeom>
              <a:avLst/>
              <a:gdLst>
                <a:gd name="connsiteX0" fmla="*/ 622694 w 1209546"/>
                <a:gd name="connsiteY0" fmla="*/ 7993 h 978261"/>
                <a:gd name="connsiteX1" fmla="*/ 150985 w 1209546"/>
                <a:gd name="connsiteY1" fmla="*/ 146501 h 978261"/>
                <a:gd name="connsiteX2" fmla="*/ 95266 w 1209546"/>
                <a:gd name="connsiteY2" fmla="*/ 696814 h 978261"/>
                <a:gd name="connsiteX3" fmla="*/ 876361 w 1209546"/>
                <a:gd name="connsiteY3" fmla="*/ 967877 h 978261"/>
                <a:gd name="connsiteX4" fmla="*/ 1206213 w 1209546"/>
                <a:gd name="connsiteY4" fmla="*/ 581747 h 978261"/>
                <a:gd name="connsiteX5" fmla="*/ 1008544 w 1209546"/>
                <a:gd name="connsiteY5" fmla="*/ 127990 h 978261"/>
                <a:gd name="connsiteX6" fmla="*/ 622601 w 1209546"/>
                <a:gd name="connsiteY6" fmla="*/ 7993 h 978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09546" h="978261">
                  <a:moveTo>
                    <a:pt x="622694" y="7993"/>
                  </a:moveTo>
                  <a:cubicBezTo>
                    <a:pt x="534882" y="-1402"/>
                    <a:pt x="331632" y="-32006"/>
                    <a:pt x="150985" y="146501"/>
                  </a:cubicBezTo>
                  <a:cubicBezTo>
                    <a:pt x="-29661" y="325102"/>
                    <a:pt x="-48172" y="521748"/>
                    <a:pt x="95266" y="696814"/>
                  </a:cubicBezTo>
                  <a:cubicBezTo>
                    <a:pt x="238704" y="871879"/>
                    <a:pt x="639902" y="1019317"/>
                    <a:pt x="876361" y="967877"/>
                  </a:cubicBezTo>
                  <a:cubicBezTo>
                    <a:pt x="1112913" y="916529"/>
                    <a:pt x="1231422" y="742952"/>
                    <a:pt x="1206213" y="581747"/>
                  </a:cubicBezTo>
                  <a:cubicBezTo>
                    <a:pt x="1180911" y="420541"/>
                    <a:pt x="1120169" y="222220"/>
                    <a:pt x="1008544" y="127990"/>
                  </a:cubicBezTo>
                  <a:cubicBezTo>
                    <a:pt x="896919" y="33760"/>
                    <a:pt x="710505" y="17388"/>
                    <a:pt x="622601" y="7993"/>
                  </a:cubicBez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75"/>
            <p:cNvSpPr/>
            <p:nvPr>
              <p:custDataLst>
                <p:tags r:id="rId16"/>
              </p:custDataLst>
            </p:nvPr>
          </p:nvSpPr>
          <p:spPr>
            <a:xfrm flipH="1">
              <a:off x="11382" y="1690"/>
              <a:ext cx="89" cy="363"/>
            </a:xfrm>
            <a:custGeom>
              <a:avLst/>
              <a:gdLst>
                <a:gd name="connsiteX0" fmla="*/ 0 w 75305"/>
                <a:gd name="connsiteY0" fmla="*/ 307342 h 307341"/>
                <a:gd name="connsiteX1" fmla="*/ 68649 w 75305"/>
                <a:gd name="connsiteY1" fmla="*/ 0 h 30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305" h="307341">
                  <a:moveTo>
                    <a:pt x="0" y="307342"/>
                  </a:moveTo>
                  <a:cubicBezTo>
                    <a:pt x="0" y="307342"/>
                    <a:pt x="101858" y="172926"/>
                    <a:pt x="68649" y="0"/>
                  </a:cubicBezTo>
                </a:path>
              </a:pathLst>
            </a:custGeom>
            <a:noFill/>
            <a:ln w="9525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76"/>
            <p:cNvSpPr/>
            <p:nvPr>
              <p:custDataLst>
                <p:tags r:id="rId17"/>
              </p:custDataLst>
            </p:nvPr>
          </p:nvSpPr>
          <p:spPr>
            <a:xfrm flipH="1">
              <a:off x="11891" y="1878"/>
              <a:ext cx="49" cy="143"/>
            </a:xfrm>
            <a:custGeom>
              <a:avLst/>
              <a:gdLst>
                <a:gd name="connsiteX0" fmla="*/ 41766 w 41766"/>
                <a:gd name="connsiteY0" fmla="*/ 0 h 120741"/>
                <a:gd name="connsiteX1" fmla="*/ 0 w 41766"/>
                <a:gd name="connsiteY1" fmla="*/ 120741 h 120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766" h="120741">
                  <a:moveTo>
                    <a:pt x="41766" y="0"/>
                  </a:moveTo>
                  <a:cubicBezTo>
                    <a:pt x="41766" y="0"/>
                    <a:pt x="41208" y="90416"/>
                    <a:pt x="0" y="120741"/>
                  </a:cubicBezTo>
                </a:path>
              </a:pathLst>
            </a:custGeom>
            <a:noFill/>
            <a:ln w="25727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77"/>
            <p:cNvSpPr/>
            <p:nvPr>
              <p:custDataLst>
                <p:tags r:id="rId18"/>
              </p:custDataLst>
            </p:nvPr>
          </p:nvSpPr>
          <p:spPr>
            <a:xfrm flipH="1">
              <a:off x="11819" y="1812"/>
              <a:ext cx="136" cy="86"/>
            </a:xfrm>
            <a:custGeom>
              <a:avLst/>
              <a:gdLst>
                <a:gd name="connsiteX0" fmla="*/ 758 w 115131"/>
                <a:gd name="connsiteY0" fmla="*/ 7561 h 72932"/>
                <a:gd name="connsiteX1" fmla="*/ 114709 w 115131"/>
                <a:gd name="connsiteY1" fmla="*/ 31095 h 72932"/>
                <a:gd name="connsiteX2" fmla="*/ 47269 w 115131"/>
                <a:gd name="connsiteY2" fmla="*/ 71094 h 72932"/>
                <a:gd name="connsiteX3" fmla="*/ 758 w 115131"/>
                <a:gd name="connsiteY3" fmla="*/ 7561 h 7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5131" h="72932">
                  <a:moveTo>
                    <a:pt x="758" y="7561"/>
                  </a:moveTo>
                  <a:cubicBezTo>
                    <a:pt x="6898" y="-8625"/>
                    <a:pt x="122988" y="2073"/>
                    <a:pt x="114709" y="31095"/>
                  </a:cubicBezTo>
                  <a:cubicBezTo>
                    <a:pt x="106430" y="60118"/>
                    <a:pt x="66338" y="79094"/>
                    <a:pt x="47269" y="71094"/>
                  </a:cubicBezTo>
                  <a:cubicBezTo>
                    <a:pt x="28199" y="63094"/>
                    <a:pt x="-5474" y="23746"/>
                    <a:pt x="758" y="7561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78"/>
            <p:cNvSpPr/>
            <p:nvPr>
              <p:custDataLst>
                <p:tags r:id="rId19"/>
              </p:custDataLst>
            </p:nvPr>
          </p:nvSpPr>
          <p:spPr>
            <a:xfrm flipH="1">
              <a:off x="11799" y="1864"/>
              <a:ext cx="233" cy="159"/>
            </a:xfrm>
            <a:custGeom>
              <a:avLst/>
              <a:gdLst>
                <a:gd name="connsiteX0" fmla="*/ 0 w 197576"/>
                <a:gd name="connsiteY0" fmla="*/ 0 h 134455"/>
                <a:gd name="connsiteX1" fmla="*/ 72649 w 197576"/>
                <a:gd name="connsiteY1" fmla="*/ 133020 h 134455"/>
                <a:gd name="connsiteX2" fmla="*/ 197576 w 197576"/>
                <a:gd name="connsiteY2" fmla="*/ 48929 h 134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576" h="134455">
                  <a:moveTo>
                    <a:pt x="0" y="0"/>
                  </a:moveTo>
                  <a:cubicBezTo>
                    <a:pt x="0" y="0"/>
                    <a:pt x="20185" y="115718"/>
                    <a:pt x="72649" y="133020"/>
                  </a:cubicBezTo>
                  <a:cubicBezTo>
                    <a:pt x="101672" y="142601"/>
                    <a:pt x="188460" y="103067"/>
                    <a:pt x="197576" y="48929"/>
                  </a:cubicBezTo>
                </a:path>
              </a:pathLst>
            </a:custGeom>
            <a:noFill/>
            <a:ln w="28900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79"/>
            <p:cNvSpPr/>
            <p:nvPr>
              <p:custDataLst>
                <p:tags r:id="rId20"/>
              </p:custDataLst>
            </p:nvPr>
          </p:nvSpPr>
          <p:spPr>
            <a:xfrm flipH="1">
              <a:off x="11214" y="1079"/>
              <a:ext cx="517" cy="513"/>
            </a:xfrm>
            <a:custGeom>
              <a:avLst/>
              <a:gdLst>
                <a:gd name="connsiteX0" fmla="*/ 432640 w 437457"/>
                <a:gd name="connsiteY0" fmla="*/ 36584 h 434434"/>
                <a:gd name="connsiteX1" fmla="*/ 143159 w 437457"/>
                <a:gd name="connsiteY1" fmla="*/ 40304 h 434434"/>
                <a:gd name="connsiteX2" fmla="*/ 0 w 437457"/>
                <a:gd name="connsiteY2" fmla="*/ 134163 h 434434"/>
                <a:gd name="connsiteX3" fmla="*/ 238226 w 437457"/>
                <a:gd name="connsiteY3" fmla="*/ 434435 h 434434"/>
                <a:gd name="connsiteX4" fmla="*/ 432640 w 437457"/>
                <a:gd name="connsiteY4" fmla="*/ 36584 h 434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457" h="434434">
                  <a:moveTo>
                    <a:pt x="432640" y="36584"/>
                  </a:moveTo>
                  <a:cubicBezTo>
                    <a:pt x="391524" y="-21555"/>
                    <a:pt x="249575" y="-2857"/>
                    <a:pt x="143159" y="40304"/>
                  </a:cubicBezTo>
                  <a:cubicBezTo>
                    <a:pt x="65766" y="71746"/>
                    <a:pt x="0" y="134163"/>
                    <a:pt x="0" y="134163"/>
                  </a:cubicBezTo>
                  <a:lnTo>
                    <a:pt x="238226" y="434435"/>
                  </a:lnTo>
                  <a:cubicBezTo>
                    <a:pt x="238226" y="434435"/>
                    <a:pt x="473755" y="94629"/>
                    <a:pt x="432640" y="36584"/>
                  </a:cubicBez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80"/>
            <p:cNvSpPr/>
            <p:nvPr>
              <p:custDataLst>
                <p:tags r:id="rId21"/>
              </p:custDataLst>
            </p:nvPr>
          </p:nvSpPr>
          <p:spPr>
            <a:xfrm flipH="1">
              <a:off x="11292" y="1177"/>
              <a:ext cx="301" cy="268"/>
            </a:xfrm>
            <a:custGeom>
              <a:avLst/>
              <a:gdLst>
                <a:gd name="connsiteX0" fmla="*/ 253 w 254700"/>
                <a:gd name="connsiteY0" fmla="*/ 93155 h 227105"/>
                <a:gd name="connsiteX1" fmla="*/ 197178 w 254700"/>
                <a:gd name="connsiteY1" fmla="*/ 413 h 227105"/>
                <a:gd name="connsiteX2" fmla="*/ 224526 w 254700"/>
                <a:gd name="connsiteY2" fmla="*/ 100690 h 227105"/>
                <a:gd name="connsiteX3" fmla="*/ 122017 w 254700"/>
                <a:gd name="connsiteY3" fmla="*/ 227105 h 227105"/>
                <a:gd name="connsiteX4" fmla="*/ 253 w 254700"/>
                <a:gd name="connsiteY4" fmla="*/ 93155 h 227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4700" h="227105">
                  <a:moveTo>
                    <a:pt x="253" y="93155"/>
                  </a:moveTo>
                  <a:cubicBezTo>
                    <a:pt x="253" y="93155"/>
                    <a:pt x="111785" y="6180"/>
                    <a:pt x="197178" y="413"/>
                  </a:cubicBezTo>
                  <a:cubicBezTo>
                    <a:pt x="282571" y="-5354"/>
                    <a:pt x="256060" y="50365"/>
                    <a:pt x="224526" y="100690"/>
                  </a:cubicBezTo>
                  <a:cubicBezTo>
                    <a:pt x="192992" y="151014"/>
                    <a:pt x="122017" y="227105"/>
                    <a:pt x="122017" y="227105"/>
                  </a:cubicBezTo>
                  <a:cubicBezTo>
                    <a:pt x="122017" y="227105"/>
                    <a:pt x="-6444" y="127014"/>
                    <a:pt x="253" y="9315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81"/>
            <p:cNvSpPr/>
            <p:nvPr>
              <p:custDataLst>
                <p:tags r:id="rId22"/>
              </p:custDataLst>
            </p:nvPr>
          </p:nvSpPr>
          <p:spPr>
            <a:xfrm flipH="1">
              <a:off x="11473" y="1253"/>
              <a:ext cx="157" cy="84"/>
            </a:xfrm>
            <a:custGeom>
              <a:avLst/>
              <a:gdLst>
                <a:gd name="connsiteX0" fmla="*/ 0 w 133054"/>
                <a:gd name="connsiteY0" fmla="*/ 50522 h 70893"/>
                <a:gd name="connsiteX1" fmla="*/ 8651 w 133054"/>
                <a:gd name="connsiteY1" fmla="*/ 44475 h 70893"/>
                <a:gd name="connsiteX2" fmla="*/ 58975 w 133054"/>
                <a:gd name="connsiteY2" fmla="*/ 9499 h 70893"/>
                <a:gd name="connsiteX3" fmla="*/ 125299 w 133054"/>
                <a:gd name="connsiteY3" fmla="*/ 2058 h 70893"/>
                <a:gd name="connsiteX4" fmla="*/ 120834 w 133054"/>
                <a:gd name="connsiteY4" fmla="*/ 19080 h 70893"/>
                <a:gd name="connsiteX5" fmla="*/ 73394 w 133054"/>
                <a:gd name="connsiteY5" fmla="*/ 36289 h 70893"/>
                <a:gd name="connsiteX6" fmla="*/ 129485 w 133054"/>
                <a:gd name="connsiteY6" fmla="*/ 53312 h 70893"/>
                <a:gd name="connsiteX7" fmla="*/ 126322 w 133054"/>
                <a:gd name="connsiteY7" fmla="*/ 65498 h 70893"/>
                <a:gd name="connsiteX8" fmla="*/ 60463 w 133054"/>
                <a:gd name="connsiteY8" fmla="*/ 64010 h 70893"/>
                <a:gd name="connsiteX9" fmla="*/ 279 w 133054"/>
                <a:gd name="connsiteY9" fmla="*/ 70893 h 70893"/>
                <a:gd name="connsiteX10" fmla="*/ 0 w 133054"/>
                <a:gd name="connsiteY10" fmla="*/ 50522 h 70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054" h="70893">
                  <a:moveTo>
                    <a:pt x="0" y="50522"/>
                  </a:moveTo>
                  <a:cubicBezTo>
                    <a:pt x="2698" y="48289"/>
                    <a:pt x="5581" y="46243"/>
                    <a:pt x="8651" y="44475"/>
                  </a:cubicBezTo>
                  <a:cubicBezTo>
                    <a:pt x="20744" y="29685"/>
                    <a:pt x="41487" y="14988"/>
                    <a:pt x="58975" y="9499"/>
                  </a:cubicBezTo>
                  <a:cubicBezTo>
                    <a:pt x="78324" y="3360"/>
                    <a:pt x="105765" y="-3524"/>
                    <a:pt x="125299" y="2058"/>
                  </a:cubicBezTo>
                  <a:cubicBezTo>
                    <a:pt x="135159" y="4941"/>
                    <a:pt x="130601" y="19546"/>
                    <a:pt x="120834" y="19080"/>
                  </a:cubicBezTo>
                  <a:cubicBezTo>
                    <a:pt x="106509" y="18429"/>
                    <a:pt x="87439" y="28290"/>
                    <a:pt x="73394" y="36289"/>
                  </a:cubicBezTo>
                  <a:cubicBezTo>
                    <a:pt x="94881" y="39266"/>
                    <a:pt x="115532" y="46057"/>
                    <a:pt x="129485" y="53312"/>
                  </a:cubicBezTo>
                  <a:cubicBezTo>
                    <a:pt x="135159" y="56289"/>
                    <a:pt x="134043" y="66521"/>
                    <a:pt x="126322" y="65498"/>
                  </a:cubicBezTo>
                  <a:cubicBezTo>
                    <a:pt x="104555" y="62521"/>
                    <a:pt x="82417" y="64847"/>
                    <a:pt x="60463" y="64010"/>
                  </a:cubicBezTo>
                  <a:cubicBezTo>
                    <a:pt x="39999" y="63265"/>
                    <a:pt x="20279" y="64754"/>
                    <a:pt x="279" y="70893"/>
                  </a:cubicBezTo>
                  <a:cubicBezTo>
                    <a:pt x="279" y="64103"/>
                    <a:pt x="279" y="57312"/>
                    <a:pt x="0" y="50522"/>
                  </a:cubicBez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82"/>
            <p:cNvSpPr/>
            <p:nvPr>
              <p:custDataLst>
                <p:tags r:id="rId23"/>
              </p:custDataLst>
            </p:nvPr>
          </p:nvSpPr>
          <p:spPr>
            <a:xfrm flipH="1">
              <a:off x="12193" y="756"/>
              <a:ext cx="473" cy="581"/>
            </a:xfrm>
            <a:custGeom>
              <a:avLst/>
              <a:gdLst>
                <a:gd name="connsiteX0" fmla="*/ 21732 w 400791"/>
                <a:gd name="connsiteY0" fmla="*/ 492261 h 492260"/>
                <a:gd name="connsiteX1" fmla="*/ 5547 w 400791"/>
                <a:gd name="connsiteY1" fmla="*/ 225291 h 492260"/>
                <a:gd name="connsiteX2" fmla="*/ 134939 w 400791"/>
                <a:gd name="connsiteY2" fmla="*/ 366 h 492260"/>
                <a:gd name="connsiteX3" fmla="*/ 400792 w 400791"/>
                <a:gd name="connsiteY3" fmla="*/ 321567 h 492260"/>
                <a:gd name="connsiteX4" fmla="*/ 21732 w 400791"/>
                <a:gd name="connsiteY4" fmla="*/ 492261 h 49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791" h="492260">
                  <a:moveTo>
                    <a:pt x="21732" y="492261"/>
                  </a:moveTo>
                  <a:cubicBezTo>
                    <a:pt x="21732" y="492261"/>
                    <a:pt x="-13243" y="324172"/>
                    <a:pt x="5547" y="225291"/>
                  </a:cubicBezTo>
                  <a:cubicBezTo>
                    <a:pt x="24244" y="126502"/>
                    <a:pt x="49266" y="13203"/>
                    <a:pt x="134939" y="366"/>
                  </a:cubicBezTo>
                  <a:cubicBezTo>
                    <a:pt x="220611" y="-12564"/>
                    <a:pt x="400792" y="321567"/>
                    <a:pt x="400792" y="321567"/>
                  </a:cubicBezTo>
                  <a:cubicBezTo>
                    <a:pt x="400792" y="321567"/>
                    <a:pt x="79963" y="413844"/>
                    <a:pt x="21732" y="492261"/>
                  </a:cubicBez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83"/>
            <p:cNvSpPr/>
            <p:nvPr>
              <p:custDataLst>
                <p:tags r:id="rId24"/>
              </p:custDataLst>
            </p:nvPr>
          </p:nvSpPr>
          <p:spPr>
            <a:xfrm flipH="1">
              <a:off x="12362" y="869"/>
              <a:ext cx="238" cy="385"/>
            </a:xfrm>
            <a:custGeom>
              <a:avLst/>
              <a:gdLst>
                <a:gd name="connsiteX0" fmla="*/ 201256 w 201255"/>
                <a:gd name="connsiteY0" fmla="*/ 229718 h 325808"/>
                <a:gd name="connsiteX1" fmla="*/ 43864 w 201255"/>
                <a:gd name="connsiteY1" fmla="*/ 793 h 325808"/>
                <a:gd name="connsiteX2" fmla="*/ 1912 w 201255"/>
                <a:gd name="connsiteY2" fmla="*/ 325808 h 325808"/>
                <a:gd name="connsiteX3" fmla="*/ 201256 w 201255"/>
                <a:gd name="connsiteY3" fmla="*/ 229718 h 325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255" h="325808">
                  <a:moveTo>
                    <a:pt x="201256" y="229718"/>
                  </a:moveTo>
                  <a:cubicBezTo>
                    <a:pt x="201256" y="229718"/>
                    <a:pt x="101444" y="-15672"/>
                    <a:pt x="43864" y="793"/>
                  </a:cubicBezTo>
                  <a:cubicBezTo>
                    <a:pt x="-13622" y="17258"/>
                    <a:pt x="1912" y="325808"/>
                    <a:pt x="1912" y="325808"/>
                  </a:cubicBezTo>
                  <a:cubicBezTo>
                    <a:pt x="1912" y="325808"/>
                    <a:pt x="142559" y="226090"/>
                    <a:pt x="201256" y="229718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84"/>
            <p:cNvSpPr/>
            <p:nvPr>
              <p:custDataLst>
                <p:tags r:id="rId25"/>
              </p:custDataLst>
            </p:nvPr>
          </p:nvSpPr>
          <p:spPr>
            <a:xfrm flipH="1">
              <a:off x="12338" y="1031"/>
              <a:ext cx="181" cy="159"/>
            </a:xfrm>
            <a:custGeom>
              <a:avLst/>
              <a:gdLst>
                <a:gd name="connsiteX0" fmla="*/ 115915 w 152937"/>
                <a:gd name="connsiteY0" fmla="*/ 134476 h 134476"/>
                <a:gd name="connsiteX1" fmla="*/ 152937 w 152937"/>
                <a:gd name="connsiteY1" fmla="*/ 108523 h 134476"/>
                <a:gd name="connsiteX2" fmla="*/ 128101 w 152937"/>
                <a:gd name="connsiteY2" fmla="*/ 70664 h 134476"/>
                <a:gd name="connsiteX3" fmla="*/ 61777 w 152937"/>
                <a:gd name="connsiteY3" fmla="*/ 2851 h 134476"/>
                <a:gd name="connsiteX4" fmla="*/ 40382 w 152937"/>
                <a:gd name="connsiteY4" fmla="*/ 18479 h 134476"/>
                <a:gd name="connsiteX5" fmla="*/ 84753 w 152937"/>
                <a:gd name="connsiteY5" fmla="*/ 75780 h 134476"/>
                <a:gd name="connsiteX6" fmla="*/ 50242 w 152937"/>
                <a:gd name="connsiteY6" fmla="*/ 63966 h 134476"/>
                <a:gd name="connsiteX7" fmla="*/ 20568 w 152937"/>
                <a:gd name="connsiteY7" fmla="*/ 57176 h 134476"/>
                <a:gd name="connsiteX8" fmla="*/ 104 w 152937"/>
                <a:gd name="connsiteY8" fmla="*/ 67594 h 134476"/>
                <a:gd name="connsiteX9" fmla="*/ 383 w 152937"/>
                <a:gd name="connsiteY9" fmla="*/ 69361 h 134476"/>
                <a:gd name="connsiteX10" fmla="*/ 11266 w 152937"/>
                <a:gd name="connsiteY10" fmla="*/ 75966 h 134476"/>
                <a:gd name="connsiteX11" fmla="*/ 34801 w 152937"/>
                <a:gd name="connsiteY11" fmla="*/ 87129 h 134476"/>
                <a:gd name="connsiteX12" fmla="*/ 74707 w 152937"/>
                <a:gd name="connsiteY12" fmla="*/ 108244 h 134476"/>
                <a:gd name="connsiteX13" fmla="*/ 102148 w 152937"/>
                <a:gd name="connsiteY13" fmla="*/ 128616 h 134476"/>
                <a:gd name="connsiteX14" fmla="*/ 116008 w 152937"/>
                <a:gd name="connsiteY14" fmla="*/ 134476 h 13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2937" h="134476">
                  <a:moveTo>
                    <a:pt x="115915" y="134476"/>
                  </a:moveTo>
                  <a:cubicBezTo>
                    <a:pt x="127914" y="125546"/>
                    <a:pt x="140193" y="116802"/>
                    <a:pt x="152937" y="108523"/>
                  </a:cubicBezTo>
                  <a:cubicBezTo>
                    <a:pt x="147635" y="95407"/>
                    <a:pt x="137496" y="83501"/>
                    <a:pt x="128101" y="70664"/>
                  </a:cubicBezTo>
                  <a:cubicBezTo>
                    <a:pt x="109868" y="45920"/>
                    <a:pt x="87915" y="22758"/>
                    <a:pt x="61777" y="2851"/>
                  </a:cubicBezTo>
                  <a:cubicBezTo>
                    <a:pt x="49777" y="-6265"/>
                    <a:pt x="30243" y="8526"/>
                    <a:pt x="40382" y="18479"/>
                  </a:cubicBezTo>
                  <a:cubicBezTo>
                    <a:pt x="58335" y="36153"/>
                    <a:pt x="71544" y="55966"/>
                    <a:pt x="84753" y="75780"/>
                  </a:cubicBezTo>
                  <a:cubicBezTo>
                    <a:pt x="73962" y="70943"/>
                    <a:pt x="62242" y="67315"/>
                    <a:pt x="50242" y="63966"/>
                  </a:cubicBezTo>
                  <a:cubicBezTo>
                    <a:pt x="42428" y="61827"/>
                    <a:pt x="30894" y="58013"/>
                    <a:pt x="20568" y="57176"/>
                  </a:cubicBezTo>
                  <a:cubicBezTo>
                    <a:pt x="13499" y="52339"/>
                    <a:pt x="-1384" y="59129"/>
                    <a:pt x="104" y="67594"/>
                  </a:cubicBezTo>
                  <a:cubicBezTo>
                    <a:pt x="197" y="68152"/>
                    <a:pt x="290" y="68803"/>
                    <a:pt x="383" y="69361"/>
                  </a:cubicBezTo>
                  <a:cubicBezTo>
                    <a:pt x="1034" y="73361"/>
                    <a:pt x="5964" y="76152"/>
                    <a:pt x="11266" y="75966"/>
                  </a:cubicBezTo>
                  <a:cubicBezTo>
                    <a:pt x="12662" y="75966"/>
                    <a:pt x="30150" y="85082"/>
                    <a:pt x="34801" y="87129"/>
                  </a:cubicBezTo>
                  <a:cubicBezTo>
                    <a:pt x="48661" y="93175"/>
                    <a:pt x="61591" y="101268"/>
                    <a:pt x="74707" y="108244"/>
                  </a:cubicBezTo>
                  <a:cubicBezTo>
                    <a:pt x="85311" y="113826"/>
                    <a:pt x="91357" y="123221"/>
                    <a:pt x="102148" y="128616"/>
                  </a:cubicBezTo>
                  <a:cubicBezTo>
                    <a:pt x="106613" y="130755"/>
                    <a:pt x="111264" y="132709"/>
                    <a:pt x="116008" y="134476"/>
                  </a:cubicBezTo>
                  <a:close/>
                </a:path>
              </a:pathLst>
            </a:custGeom>
            <a:solidFill>
              <a:schemeClr val="accent4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85"/>
            <p:cNvSpPr/>
            <p:nvPr>
              <p:custDataLst>
                <p:tags r:id="rId26"/>
              </p:custDataLst>
            </p:nvPr>
          </p:nvSpPr>
          <p:spPr>
            <a:xfrm flipH="1">
              <a:off x="11603" y="760"/>
              <a:ext cx="1203" cy="876"/>
            </a:xfrm>
            <a:custGeom>
              <a:avLst/>
              <a:gdLst>
                <a:gd name="connsiteX0" fmla="*/ 0 w 1018484"/>
                <a:gd name="connsiteY0" fmla="*/ 741455 h 741455"/>
                <a:gd name="connsiteX1" fmla="*/ 49208 w 1018484"/>
                <a:gd name="connsiteY1" fmla="*/ 540809 h 741455"/>
                <a:gd name="connsiteX2" fmla="*/ 125113 w 1018484"/>
                <a:gd name="connsiteY2" fmla="*/ 437834 h 741455"/>
                <a:gd name="connsiteX3" fmla="*/ 183065 w 1018484"/>
                <a:gd name="connsiteY3" fmla="*/ 36635 h 741455"/>
                <a:gd name="connsiteX4" fmla="*/ 407338 w 1018484"/>
                <a:gd name="connsiteY4" fmla="*/ 130214 h 741455"/>
                <a:gd name="connsiteX5" fmla="*/ 477103 w 1018484"/>
                <a:gd name="connsiteY5" fmla="*/ 258769 h 741455"/>
                <a:gd name="connsiteX6" fmla="*/ 950951 w 1018484"/>
                <a:gd name="connsiteY6" fmla="*/ 362115 h 741455"/>
                <a:gd name="connsiteX7" fmla="*/ 1018484 w 1018484"/>
                <a:gd name="connsiteY7" fmla="*/ 333930 h 74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18484" h="741455">
                  <a:moveTo>
                    <a:pt x="0" y="741455"/>
                  </a:moveTo>
                  <a:cubicBezTo>
                    <a:pt x="0" y="741455"/>
                    <a:pt x="2418" y="632621"/>
                    <a:pt x="49208" y="540809"/>
                  </a:cubicBezTo>
                  <a:cubicBezTo>
                    <a:pt x="96090" y="448997"/>
                    <a:pt x="125113" y="437834"/>
                    <a:pt x="125113" y="437834"/>
                  </a:cubicBezTo>
                  <a:cubicBezTo>
                    <a:pt x="125113" y="437834"/>
                    <a:pt x="93300" y="138214"/>
                    <a:pt x="183065" y="36635"/>
                  </a:cubicBezTo>
                  <a:cubicBezTo>
                    <a:pt x="272830" y="-64944"/>
                    <a:pt x="371246" y="70681"/>
                    <a:pt x="407338" y="130214"/>
                  </a:cubicBezTo>
                  <a:cubicBezTo>
                    <a:pt x="443337" y="189747"/>
                    <a:pt x="477103" y="258769"/>
                    <a:pt x="477103" y="258769"/>
                  </a:cubicBezTo>
                  <a:cubicBezTo>
                    <a:pt x="477103" y="258769"/>
                    <a:pt x="830303" y="267699"/>
                    <a:pt x="950951" y="362115"/>
                  </a:cubicBezTo>
                  <a:lnTo>
                    <a:pt x="1018484" y="333930"/>
                  </a:lnTo>
                </a:path>
              </a:pathLst>
            </a:custGeom>
            <a:noFill/>
            <a:ln w="9525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86"/>
            <p:cNvSpPr/>
            <p:nvPr>
              <p:custDataLst>
                <p:tags r:id="rId27"/>
              </p:custDataLst>
            </p:nvPr>
          </p:nvSpPr>
          <p:spPr>
            <a:xfrm flipH="1">
              <a:off x="12690" y="1222"/>
              <a:ext cx="359" cy="713"/>
            </a:xfrm>
            <a:custGeom>
              <a:avLst/>
              <a:gdLst>
                <a:gd name="connsiteX0" fmla="*/ 0 w 303805"/>
                <a:gd name="connsiteY0" fmla="*/ 0 h 603427"/>
                <a:gd name="connsiteX1" fmla="*/ 303806 w 303805"/>
                <a:gd name="connsiteY1" fmla="*/ 603427 h 603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3805" h="603427">
                  <a:moveTo>
                    <a:pt x="0" y="0"/>
                  </a:moveTo>
                  <a:cubicBezTo>
                    <a:pt x="77207" y="81765"/>
                    <a:pt x="236831" y="347899"/>
                    <a:pt x="303806" y="603427"/>
                  </a:cubicBezTo>
                </a:path>
              </a:pathLst>
            </a:custGeom>
            <a:noFill/>
            <a:ln w="9525" cap="rnd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87"/>
            <p:cNvSpPr/>
            <p:nvPr>
              <p:custDataLst>
                <p:tags r:id="rId28"/>
              </p:custDataLst>
            </p:nvPr>
          </p:nvSpPr>
          <p:spPr>
            <a:xfrm flipH="1">
              <a:off x="12068" y="1546"/>
              <a:ext cx="351" cy="290"/>
            </a:xfrm>
            <a:custGeom>
              <a:avLst/>
              <a:gdLst>
                <a:gd name="connsiteX0" fmla="*/ 291082 w 296956"/>
                <a:gd name="connsiteY0" fmla="*/ 189747 h 245352"/>
                <a:gd name="connsiteX1" fmla="*/ 168387 w 296956"/>
                <a:gd name="connsiteY1" fmla="*/ 5101 h 245352"/>
                <a:gd name="connsiteX2" fmla="*/ 1415 w 296956"/>
                <a:gd name="connsiteY2" fmla="*/ 80727 h 245352"/>
                <a:gd name="connsiteX3" fmla="*/ 134342 w 296956"/>
                <a:gd name="connsiteY3" fmla="*/ 239607 h 245352"/>
                <a:gd name="connsiteX4" fmla="*/ 291082 w 296956"/>
                <a:gd name="connsiteY4" fmla="*/ 189841 h 24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6956" h="245352">
                  <a:moveTo>
                    <a:pt x="291082" y="189747"/>
                  </a:moveTo>
                  <a:cubicBezTo>
                    <a:pt x="313407" y="146493"/>
                    <a:pt x="272012" y="26124"/>
                    <a:pt x="168387" y="5101"/>
                  </a:cubicBezTo>
                  <a:cubicBezTo>
                    <a:pt x="74157" y="-14062"/>
                    <a:pt x="13322" y="22868"/>
                    <a:pt x="1415" y="80727"/>
                  </a:cubicBezTo>
                  <a:cubicBezTo>
                    <a:pt x="-10585" y="138586"/>
                    <a:pt x="55460" y="222119"/>
                    <a:pt x="134342" y="239607"/>
                  </a:cubicBezTo>
                  <a:cubicBezTo>
                    <a:pt x="213223" y="257095"/>
                    <a:pt x="268850" y="233002"/>
                    <a:pt x="291082" y="189841"/>
                  </a:cubicBezTo>
                  <a:close/>
                </a:path>
              </a:pathLst>
            </a:custGeom>
            <a:solidFill>
              <a:schemeClr val="accent3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88"/>
            <p:cNvSpPr/>
            <p:nvPr>
              <p:custDataLst>
                <p:tags r:id="rId29"/>
              </p:custDataLst>
            </p:nvPr>
          </p:nvSpPr>
          <p:spPr>
            <a:xfrm flipH="1">
              <a:off x="12092" y="1587"/>
              <a:ext cx="229" cy="249"/>
            </a:xfrm>
            <a:custGeom>
              <a:avLst/>
              <a:gdLst>
                <a:gd name="connsiteX0" fmla="*/ 183704 w 193848"/>
                <a:gd name="connsiteY0" fmla="*/ 141359 h 210813"/>
                <a:gd name="connsiteX1" fmla="*/ 139984 w 193848"/>
                <a:gd name="connsiteY1" fmla="*/ 6386 h 210813"/>
                <a:gd name="connsiteX2" fmla="*/ 10127 w 193848"/>
                <a:gd name="connsiteY2" fmla="*/ 69361 h 210813"/>
                <a:gd name="connsiteX3" fmla="*/ 53847 w 193848"/>
                <a:gd name="connsiteY3" fmla="*/ 204428 h 210813"/>
                <a:gd name="connsiteX4" fmla="*/ 183704 w 193848"/>
                <a:gd name="connsiteY4" fmla="*/ 141452 h 210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848" h="210813">
                  <a:moveTo>
                    <a:pt x="183704" y="141359"/>
                  </a:moveTo>
                  <a:cubicBezTo>
                    <a:pt x="207518" y="86756"/>
                    <a:pt x="187983" y="26292"/>
                    <a:pt x="139984" y="6386"/>
                  </a:cubicBezTo>
                  <a:cubicBezTo>
                    <a:pt x="92079" y="-13521"/>
                    <a:pt x="33848" y="14665"/>
                    <a:pt x="10127" y="69361"/>
                  </a:cubicBezTo>
                  <a:cubicBezTo>
                    <a:pt x="-13686" y="124058"/>
                    <a:pt x="5942" y="184521"/>
                    <a:pt x="53847" y="204428"/>
                  </a:cubicBezTo>
                  <a:cubicBezTo>
                    <a:pt x="101753" y="224334"/>
                    <a:pt x="159891" y="196149"/>
                    <a:pt x="183704" y="141452"/>
                  </a:cubicBezTo>
                  <a:close/>
                </a:path>
              </a:pathLst>
            </a:custGeom>
            <a:solidFill>
              <a:schemeClr val="tx2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89"/>
            <p:cNvSpPr/>
            <p:nvPr>
              <p:custDataLst>
                <p:tags r:id="rId30"/>
              </p:custDataLst>
            </p:nvPr>
          </p:nvSpPr>
          <p:spPr>
            <a:xfrm flipH="1">
              <a:off x="11465" y="1697"/>
              <a:ext cx="295" cy="255"/>
            </a:xfrm>
            <a:custGeom>
              <a:avLst/>
              <a:gdLst>
                <a:gd name="connsiteX0" fmla="*/ 178563 w 249773"/>
                <a:gd name="connsiteY0" fmla="*/ 10257 h 215707"/>
                <a:gd name="connsiteX1" fmla="*/ 239492 w 249773"/>
                <a:gd name="connsiteY1" fmla="*/ 161323 h 215707"/>
                <a:gd name="connsiteX2" fmla="*/ 79403 w 249773"/>
                <a:gd name="connsiteY2" fmla="*/ 203740 h 215707"/>
                <a:gd name="connsiteX3" fmla="*/ 1359 w 249773"/>
                <a:gd name="connsiteY3" fmla="*/ 87092 h 215707"/>
                <a:gd name="connsiteX4" fmla="*/ 178470 w 249773"/>
                <a:gd name="connsiteY4" fmla="*/ 10257 h 215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773" h="215707">
                  <a:moveTo>
                    <a:pt x="178563" y="10257"/>
                  </a:moveTo>
                  <a:cubicBezTo>
                    <a:pt x="250934" y="43465"/>
                    <a:pt x="261631" y="111836"/>
                    <a:pt x="239492" y="161323"/>
                  </a:cubicBezTo>
                  <a:cubicBezTo>
                    <a:pt x="217446" y="210810"/>
                    <a:pt x="140797" y="230437"/>
                    <a:pt x="79403" y="203740"/>
                  </a:cubicBezTo>
                  <a:cubicBezTo>
                    <a:pt x="18010" y="177044"/>
                    <a:pt x="-6269" y="130812"/>
                    <a:pt x="1359" y="87092"/>
                  </a:cubicBezTo>
                  <a:cubicBezTo>
                    <a:pt x="9080" y="43279"/>
                    <a:pt x="98938" y="-26300"/>
                    <a:pt x="178470" y="10257"/>
                  </a:cubicBezTo>
                  <a:close/>
                </a:path>
              </a:pathLst>
            </a:custGeom>
            <a:solidFill>
              <a:schemeClr val="accent3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90"/>
            <p:cNvSpPr/>
            <p:nvPr>
              <p:custDataLst>
                <p:tags r:id="rId31"/>
              </p:custDataLst>
            </p:nvPr>
          </p:nvSpPr>
          <p:spPr>
            <a:xfrm flipH="1">
              <a:off x="11485" y="1727"/>
              <a:ext cx="199" cy="226"/>
            </a:xfrm>
            <a:custGeom>
              <a:avLst/>
              <a:gdLst>
                <a:gd name="connsiteX0" fmla="*/ 164561 w 168516"/>
                <a:gd name="connsiteY0" fmla="*/ 115757 h 191297"/>
                <a:gd name="connsiteX1" fmla="*/ 58703 w 168516"/>
                <a:gd name="connsiteY1" fmla="*/ 189151 h 191297"/>
                <a:gd name="connsiteX2" fmla="*/ 4007 w 168516"/>
                <a:gd name="connsiteY2" fmla="*/ 75479 h 191297"/>
                <a:gd name="connsiteX3" fmla="*/ 109772 w 168516"/>
                <a:gd name="connsiteY3" fmla="*/ 2178 h 191297"/>
                <a:gd name="connsiteX4" fmla="*/ 164561 w 168516"/>
                <a:gd name="connsiteY4" fmla="*/ 115850 h 191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516" h="191297">
                  <a:moveTo>
                    <a:pt x="164561" y="115757"/>
                  </a:moveTo>
                  <a:cubicBezTo>
                    <a:pt x="150422" y="167384"/>
                    <a:pt x="103074" y="200220"/>
                    <a:pt x="58703" y="189151"/>
                  </a:cubicBezTo>
                  <a:cubicBezTo>
                    <a:pt x="14332" y="177988"/>
                    <a:pt x="-10132" y="127106"/>
                    <a:pt x="4007" y="75479"/>
                  </a:cubicBezTo>
                  <a:cubicBezTo>
                    <a:pt x="18053" y="23852"/>
                    <a:pt x="65494" y="-8984"/>
                    <a:pt x="109772" y="2178"/>
                  </a:cubicBezTo>
                  <a:cubicBezTo>
                    <a:pt x="154050" y="13248"/>
                    <a:pt x="178607" y="64130"/>
                    <a:pt x="164561" y="115850"/>
                  </a:cubicBezTo>
                  <a:close/>
                </a:path>
              </a:pathLst>
            </a:custGeom>
            <a:solidFill>
              <a:schemeClr val="tx2"/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91"/>
            <p:cNvSpPr/>
            <p:nvPr>
              <p:custDataLst>
                <p:tags r:id="rId32"/>
              </p:custDataLst>
            </p:nvPr>
          </p:nvSpPr>
          <p:spPr>
            <a:xfrm flipH="1">
              <a:off x="11172" y="1530"/>
              <a:ext cx="1722" cy="597"/>
            </a:xfrm>
            <a:custGeom>
              <a:avLst/>
              <a:gdLst>
                <a:gd name="connsiteX0" fmla="*/ 1197736 w 1457873"/>
                <a:gd name="connsiteY0" fmla="*/ 399634 h 505475"/>
                <a:gd name="connsiteX1" fmla="*/ 1191038 w 1457873"/>
                <a:gd name="connsiteY1" fmla="*/ 418518 h 505475"/>
                <a:gd name="connsiteX2" fmla="*/ 1286198 w 1457873"/>
                <a:gd name="connsiteY2" fmla="*/ 457866 h 505475"/>
                <a:gd name="connsiteX3" fmla="*/ 1388428 w 1457873"/>
                <a:gd name="connsiteY3" fmla="*/ 503539 h 505475"/>
                <a:gd name="connsiteX4" fmla="*/ 1403405 w 1457873"/>
                <a:gd name="connsiteY4" fmla="*/ 486516 h 505475"/>
                <a:gd name="connsiteX5" fmla="*/ 1310663 w 1457873"/>
                <a:gd name="connsiteY5" fmla="*/ 429680 h 505475"/>
                <a:gd name="connsiteX6" fmla="*/ 1197736 w 1457873"/>
                <a:gd name="connsiteY6" fmla="*/ 399634 h 505475"/>
                <a:gd name="connsiteX7" fmla="*/ 1445356 w 1457873"/>
                <a:gd name="connsiteY7" fmla="*/ 310241 h 505475"/>
                <a:gd name="connsiteX8" fmla="*/ 1328615 w 1457873"/>
                <a:gd name="connsiteY8" fmla="*/ 312659 h 505475"/>
                <a:gd name="connsiteX9" fmla="*/ 1200246 w 1457873"/>
                <a:gd name="connsiteY9" fmla="*/ 335822 h 505475"/>
                <a:gd name="connsiteX10" fmla="*/ 1203037 w 1457873"/>
                <a:gd name="connsiteY10" fmla="*/ 353310 h 505475"/>
                <a:gd name="connsiteX11" fmla="*/ 1442752 w 1457873"/>
                <a:gd name="connsiteY11" fmla="*/ 340101 h 505475"/>
                <a:gd name="connsiteX12" fmla="*/ 1442658 w 1457873"/>
                <a:gd name="connsiteY12" fmla="*/ 340101 h 505475"/>
                <a:gd name="connsiteX13" fmla="*/ 1445356 w 1457873"/>
                <a:gd name="connsiteY13" fmla="*/ 310241 h 505475"/>
                <a:gd name="connsiteX14" fmla="*/ 58839 w 1457873"/>
                <a:gd name="connsiteY14" fmla="*/ 160097 h 505475"/>
                <a:gd name="connsiteX15" fmla="*/ 22232 w 1457873"/>
                <a:gd name="connsiteY15" fmla="*/ 160106 h 505475"/>
                <a:gd name="connsiteX16" fmla="*/ 22232 w 1457873"/>
                <a:gd name="connsiteY16" fmla="*/ 160199 h 505475"/>
                <a:gd name="connsiteX17" fmla="*/ 9023 w 1457873"/>
                <a:gd name="connsiteY17" fmla="*/ 183733 h 505475"/>
                <a:gd name="connsiteX18" fmla="*/ 176832 w 1457873"/>
                <a:gd name="connsiteY18" fmla="*/ 219918 h 505475"/>
                <a:gd name="connsiteX19" fmla="*/ 357386 w 1457873"/>
                <a:gd name="connsiteY19" fmla="*/ 249778 h 505475"/>
                <a:gd name="connsiteX20" fmla="*/ 361758 w 1457873"/>
                <a:gd name="connsiteY20" fmla="*/ 224662 h 505475"/>
                <a:gd name="connsiteX21" fmla="*/ 192553 w 1457873"/>
                <a:gd name="connsiteY21" fmla="*/ 182152 h 505475"/>
                <a:gd name="connsiteX22" fmla="*/ 58839 w 1457873"/>
                <a:gd name="connsiteY22" fmla="*/ 160097 h 505475"/>
                <a:gd name="connsiteX23" fmla="*/ 78602 w 1457873"/>
                <a:gd name="connsiteY23" fmla="*/ 574 h 505475"/>
                <a:gd name="connsiteX24" fmla="*/ 68742 w 1457873"/>
                <a:gd name="connsiteY24" fmla="*/ 21504 h 505475"/>
                <a:gd name="connsiteX25" fmla="*/ 223622 w 1457873"/>
                <a:gd name="connsiteY25" fmla="*/ 102060 h 505475"/>
                <a:gd name="connsiteX26" fmla="*/ 350595 w 1457873"/>
                <a:gd name="connsiteY26" fmla="*/ 174896 h 505475"/>
                <a:gd name="connsiteX27" fmla="*/ 366315 w 1457873"/>
                <a:gd name="connsiteY27" fmla="*/ 174151 h 505475"/>
                <a:gd name="connsiteX28" fmla="*/ 368269 w 1457873"/>
                <a:gd name="connsiteY28" fmla="*/ 172756 h 505475"/>
                <a:gd name="connsiteX29" fmla="*/ 369292 w 1457873"/>
                <a:gd name="connsiteY29" fmla="*/ 152292 h 505475"/>
                <a:gd name="connsiteX30" fmla="*/ 222970 w 1457873"/>
                <a:gd name="connsiteY30" fmla="*/ 57782 h 505475"/>
                <a:gd name="connsiteX31" fmla="*/ 78602 w 1457873"/>
                <a:gd name="connsiteY31" fmla="*/ 667 h 505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57873" h="505475">
                  <a:moveTo>
                    <a:pt x="1197736" y="399634"/>
                  </a:moveTo>
                  <a:cubicBezTo>
                    <a:pt x="1188899" y="399541"/>
                    <a:pt x="1181922" y="413402"/>
                    <a:pt x="1191038" y="418518"/>
                  </a:cubicBezTo>
                  <a:cubicBezTo>
                    <a:pt x="1221549" y="435355"/>
                    <a:pt x="1254292" y="444192"/>
                    <a:pt x="1286198" y="457866"/>
                  </a:cubicBezTo>
                  <a:cubicBezTo>
                    <a:pt x="1319779" y="472284"/>
                    <a:pt x="1358661" y="481586"/>
                    <a:pt x="1388428" y="503539"/>
                  </a:cubicBezTo>
                  <a:cubicBezTo>
                    <a:pt x="1398288" y="510795"/>
                    <a:pt x="1411869" y="496004"/>
                    <a:pt x="1403405" y="486516"/>
                  </a:cubicBezTo>
                  <a:cubicBezTo>
                    <a:pt x="1377452" y="457401"/>
                    <a:pt x="1345918" y="443354"/>
                    <a:pt x="1310663" y="429680"/>
                  </a:cubicBezTo>
                  <a:cubicBezTo>
                    <a:pt x="1274292" y="415634"/>
                    <a:pt x="1237176" y="400379"/>
                    <a:pt x="1197736" y="399634"/>
                  </a:cubicBezTo>
                  <a:close/>
                  <a:moveTo>
                    <a:pt x="1445356" y="310241"/>
                  </a:moveTo>
                  <a:cubicBezTo>
                    <a:pt x="1405730" y="309311"/>
                    <a:pt x="1364242" y="310613"/>
                    <a:pt x="1328615" y="312659"/>
                  </a:cubicBezTo>
                  <a:cubicBezTo>
                    <a:pt x="1292988" y="314706"/>
                    <a:pt x="1243687" y="322892"/>
                    <a:pt x="1200246" y="335822"/>
                  </a:cubicBezTo>
                  <a:cubicBezTo>
                    <a:pt x="1191596" y="338426"/>
                    <a:pt x="1194200" y="352379"/>
                    <a:pt x="1203037" y="353310"/>
                  </a:cubicBezTo>
                  <a:cubicBezTo>
                    <a:pt x="1288895" y="362891"/>
                    <a:pt x="1362103" y="352379"/>
                    <a:pt x="1442752" y="340101"/>
                  </a:cubicBezTo>
                  <a:lnTo>
                    <a:pt x="1442658" y="340101"/>
                  </a:lnTo>
                  <a:cubicBezTo>
                    <a:pt x="1460798" y="339635"/>
                    <a:pt x="1463960" y="310613"/>
                    <a:pt x="1445356" y="310241"/>
                  </a:cubicBezTo>
                  <a:close/>
                  <a:moveTo>
                    <a:pt x="58839" y="160097"/>
                  </a:moveTo>
                  <a:cubicBezTo>
                    <a:pt x="43702" y="158693"/>
                    <a:pt x="30743" y="158431"/>
                    <a:pt x="22232" y="160106"/>
                  </a:cubicBezTo>
                  <a:lnTo>
                    <a:pt x="22232" y="160199"/>
                  </a:lnTo>
                  <a:cubicBezTo>
                    <a:pt x="-11814" y="166896"/>
                    <a:pt x="1395" y="182152"/>
                    <a:pt x="9023" y="183733"/>
                  </a:cubicBezTo>
                  <a:cubicBezTo>
                    <a:pt x="74510" y="197035"/>
                    <a:pt x="116741" y="210337"/>
                    <a:pt x="176832" y="219918"/>
                  </a:cubicBezTo>
                  <a:cubicBezTo>
                    <a:pt x="237482" y="229499"/>
                    <a:pt x="296643" y="242150"/>
                    <a:pt x="357386" y="249778"/>
                  </a:cubicBezTo>
                  <a:cubicBezTo>
                    <a:pt x="372734" y="251638"/>
                    <a:pt x="374315" y="229779"/>
                    <a:pt x="361758" y="224662"/>
                  </a:cubicBezTo>
                  <a:cubicBezTo>
                    <a:pt x="308178" y="202709"/>
                    <a:pt x="249668" y="190245"/>
                    <a:pt x="192553" y="182152"/>
                  </a:cubicBezTo>
                  <a:cubicBezTo>
                    <a:pt x="169251" y="178803"/>
                    <a:pt x="104247" y="164309"/>
                    <a:pt x="58839" y="160097"/>
                  </a:cubicBezTo>
                  <a:close/>
                  <a:moveTo>
                    <a:pt x="78602" y="574"/>
                  </a:moveTo>
                  <a:cubicBezTo>
                    <a:pt x="65486" y="-3333"/>
                    <a:pt x="58510" y="13690"/>
                    <a:pt x="68742" y="21504"/>
                  </a:cubicBezTo>
                  <a:cubicBezTo>
                    <a:pt x="115718" y="57410"/>
                    <a:pt x="163623" y="71549"/>
                    <a:pt x="223622" y="102060"/>
                  </a:cubicBezTo>
                  <a:cubicBezTo>
                    <a:pt x="250691" y="115827"/>
                    <a:pt x="333014" y="170524"/>
                    <a:pt x="350595" y="174896"/>
                  </a:cubicBezTo>
                  <a:cubicBezTo>
                    <a:pt x="354967" y="178058"/>
                    <a:pt x="360920" y="178058"/>
                    <a:pt x="366315" y="174151"/>
                  </a:cubicBezTo>
                  <a:cubicBezTo>
                    <a:pt x="366967" y="173686"/>
                    <a:pt x="367618" y="173221"/>
                    <a:pt x="368269" y="172756"/>
                  </a:cubicBezTo>
                  <a:cubicBezTo>
                    <a:pt x="375059" y="167919"/>
                    <a:pt x="374780" y="156943"/>
                    <a:pt x="369292" y="152292"/>
                  </a:cubicBezTo>
                  <a:cubicBezTo>
                    <a:pt x="328921" y="117967"/>
                    <a:pt x="269481" y="81130"/>
                    <a:pt x="222970" y="57782"/>
                  </a:cubicBezTo>
                  <a:cubicBezTo>
                    <a:pt x="177111" y="34806"/>
                    <a:pt x="127717" y="15365"/>
                    <a:pt x="78602" y="667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85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93"/>
            <p:cNvSpPr/>
            <p:nvPr>
              <p:custDataLst>
                <p:tags r:id="rId33"/>
              </p:custDataLst>
            </p:nvPr>
          </p:nvSpPr>
          <p:spPr>
            <a:xfrm flipV="1">
              <a:off x="10490" y="586"/>
              <a:ext cx="694" cy="912"/>
            </a:xfrm>
            <a:custGeom>
              <a:avLst/>
              <a:gdLst>
                <a:gd name="connsiteX0" fmla="*/ 771162 w 1048144"/>
                <a:gd name="connsiteY0" fmla="*/ 1248532 h 1377659"/>
                <a:gd name="connsiteX1" fmla="*/ 977940 w 1048144"/>
                <a:gd name="connsiteY1" fmla="*/ 1368330 h 1377659"/>
                <a:gd name="connsiteX2" fmla="*/ 987087 w 1048144"/>
                <a:gd name="connsiteY2" fmla="*/ 1377659 h 1377659"/>
                <a:gd name="connsiteX3" fmla="*/ 558319 w 1048144"/>
                <a:gd name="connsiteY3" fmla="*/ 1377659 h 1377659"/>
                <a:gd name="connsiteX4" fmla="*/ 557199 w 1048144"/>
                <a:gd name="connsiteY4" fmla="*/ 1376032 h 1377659"/>
                <a:gd name="connsiteX5" fmla="*/ 551153 w 1048144"/>
                <a:gd name="connsiteY5" fmla="*/ 1357270 h 1377659"/>
                <a:gd name="connsiteX6" fmla="*/ 771162 w 1048144"/>
                <a:gd name="connsiteY6" fmla="*/ 1248673 h 1377659"/>
                <a:gd name="connsiteX7" fmla="*/ 982588 w 1048144"/>
                <a:gd name="connsiteY7" fmla="*/ 682758 h 1377659"/>
                <a:gd name="connsiteX8" fmla="*/ 1047156 w 1048144"/>
                <a:gd name="connsiteY8" fmla="*/ 873225 h 1377659"/>
                <a:gd name="connsiteX9" fmla="*/ 878774 w 1048144"/>
                <a:gd name="connsiteY9" fmla="*/ 1101251 h 1377659"/>
                <a:gd name="connsiteX10" fmla="*/ 838120 w 1048144"/>
                <a:gd name="connsiteY10" fmla="*/ 820052 h 1377659"/>
                <a:gd name="connsiteX11" fmla="*/ 982588 w 1048144"/>
                <a:gd name="connsiteY11" fmla="*/ 682758 h 1377659"/>
                <a:gd name="connsiteX12" fmla="*/ 182175 w 1048144"/>
                <a:gd name="connsiteY12" fmla="*/ 572754 h 1377659"/>
                <a:gd name="connsiteX13" fmla="*/ 428207 w 1048144"/>
                <a:gd name="connsiteY13" fmla="*/ 716378 h 1377659"/>
                <a:gd name="connsiteX14" fmla="*/ 428348 w 1048144"/>
                <a:gd name="connsiteY14" fmla="*/ 716378 h 1377659"/>
                <a:gd name="connsiteX15" fmla="*/ 152775 w 1048144"/>
                <a:gd name="connsiteY15" fmla="*/ 785587 h 1377659"/>
                <a:gd name="connsiteX16" fmla="*/ 7 w 1048144"/>
                <a:gd name="connsiteY16" fmla="*/ 654202 h 1377659"/>
                <a:gd name="connsiteX17" fmla="*/ 182175 w 1048144"/>
                <a:gd name="connsiteY17" fmla="*/ 572754 h 1377659"/>
                <a:gd name="connsiteX18" fmla="*/ 478251 w 1048144"/>
                <a:gd name="connsiteY18" fmla="*/ 317 h 1377659"/>
                <a:gd name="connsiteX19" fmla="*/ 505576 w 1048144"/>
                <a:gd name="connsiteY19" fmla="*/ 4588 h 1377659"/>
                <a:gd name="connsiteX20" fmla="*/ 547918 w 1048144"/>
                <a:gd name="connsiteY20" fmla="*/ 213905 h 1377659"/>
                <a:gd name="connsiteX21" fmla="*/ 347322 w 1048144"/>
                <a:gd name="connsiteY21" fmla="*/ 448824 h 1377659"/>
                <a:gd name="connsiteX22" fmla="*/ 347322 w 1048144"/>
                <a:gd name="connsiteY22" fmla="*/ 448683 h 1377659"/>
                <a:gd name="connsiteX23" fmla="*/ 367157 w 1048144"/>
                <a:gd name="connsiteY23" fmla="*/ 59168 h 1377659"/>
                <a:gd name="connsiteX24" fmla="*/ 478251 w 1048144"/>
                <a:gd name="connsiteY24" fmla="*/ 317 h 1377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48144" h="1377659">
                  <a:moveTo>
                    <a:pt x="771162" y="1248532"/>
                  </a:moveTo>
                  <a:cubicBezTo>
                    <a:pt x="849761" y="1251275"/>
                    <a:pt x="938489" y="1329426"/>
                    <a:pt x="977940" y="1368330"/>
                  </a:cubicBezTo>
                  <a:lnTo>
                    <a:pt x="987087" y="1377659"/>
                  </a:lnTo>
                  <a:lnTo>
                    <a:pt x="558319" y="1377659"/>
                  </a:lnTo>
                  <a:lnTo>
                    <a:pt x="557199" y="1376032"/>
                  </a:lnTo>
                  <a:cubicBezTo>
                    <a:pt x="554021" y="1369821"/>
                    <a:pt x="551944" y="1363548"/>
                    <a:pt x="551153" y="1357270"/>
                  </a:cubicBezTo>
                  <a:cubicBezTo>
                    <a:pt x="546652" y="1320696"/>
                    <a:pt x="666362" y="1245015"/>
                    <a:pt x="771162" y="1248673"/>
                  </a:cubicBezTo>
                  <a:close/>
                  <a:moveTo>
                    <a:pt x="982588" y="682758"/>
                  </a:moveTo>
                  <a:cubicBezTo>
                    <a:pt x="1012692" y="695840"/>
                    <a:pt x="1055174" y="797122"/>
                    <a:pt x="1047156" y="873225"/>
                  </a:cubicBezTo>
                  <a:cubicBezTo>
                    <a:pt x="1033652" y="1001797"/>
                    <a:pt x="878774" y="1101251"/>
                    <a:pt x="878774" y="1101251"/>
                  </a:cubicBezTo>
                  <a:cubicBezTo>
                    <a:pt x="878774" y="1101251"/>
                    <a:pt x="797466" y="915004"/>
                    <a:pt x="838120" y="820052"/>
                  </a:cubicBezTo>
                  <a:cubicBezTo>
                    <a:pt x="878633" y="725099"/>
                    <a:pt x="952626" y="669675"/>
                    <a:pt x="982588" y="682758"/>
                  </a:cubicBezTo>
                  <a:close/>
                  <a:moveTo>
                    <a:pt x="182175" y="572754"/>
                  </a:moveTo>
                  <a:cubicBezTo>
                    <a:pt x="285708" y="571066"/>
                    <a:pt x="428207" y="716378"/>
                    <a:pt x="428207" y="716378"/>
                  </a:cubicBezTo>
                  <a:lnTo>
                    <a:pt x="428348" y="716378"/>
                  </a:lnTo>
                  <a:cubicBezTo>
                    <a:pt x="428348" y="716378"/>
                    <a:pt x="277409" y="821739"/>
                    <a:pt x="152775" y="785587"/>
                  </a:cubicBezTo>
                  <a:cubicBezTo>
                    <a:pt x="78923" y="764205"/>
                    <a:pt x="851" y="686837"/>
                    <a:pt x="7" y="654202"/>
                  </a:cubicBezTo>
                  <a:cubicBezTo>
                    <a:pt x="-837" y="621566"/>
                    <a:pt x="78641" y="574301"/>
                    <a:pt x="182175" y="572754"/>
                  </a:cubicBezTo>
                  <a:close/>
                  <a:moveTo>
                    <a:pt x="478251" y="317"/>
                  </a:moveTo>
                  <a:cubicBezTo>
                    <a:pt x="488300" y="-670"/>
                    <a:pt x="497452" y="614"/>
                    <a:pt x="505576" y="4588"/>
                  </a:cubicBezTo>
                  <a:cubicBezTo>
                    <a:pt x="538071" y="20484"/>
                    <a:pt x="561422" y="132598"/>
                    <a:pt x="547918" y="213905"/>
                  </a:cubicBezTo>
                  <a:cubicBezTo>
                    <a:pt x="524989" y="351340"/>
                    <a:pt x="347322" y="448824"/>
                    <a:pt x="347322" y="448824"/>
                  </a:cubicBezTo>
                  <a:lnTo>
                    <a:pt x="347322" y="448683"/>
                  </a:lnTo>
                  <a:cubicBezTo>
                    <a:pt x="347322" y="448683"/>
                    <a:pt x="227471" y="165374"/>
                    <a:pt x="367157" y="59168"/>
                  </a:cubicBezTo>
                  <a:cubicBezTo>
                    <a:pt x="409885" y="26673"/>
                    <a:pt x="448103" y="3278"/>
                    <a:pt x="478251" y="317"/>
                  </a:cubicBezTo>
                  <a:close/>
                </a:path>
              </a:pathLst>
            </a:custGeom>
            <a:solidFill>
              <a:schemeClr val="accent1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94"/>
            <p:cNvSpPr/>
            <p:nvPr>
              <p:custDataLst>
                <p:tags r:id="rId34"/>
              </p:custDataLst>
            </p:nvPr>
          </p:nvSpPr>
          <p:spPr>
            <a:xfrm flipV="1">
              <a:off x="10406" y="636"/>
              <a:ext cx="881" cy="1004"/>
            </a:xfrm>
            <a:custGeom>
              <a:avLst/>
              <a:gdLst>
                <a:gd name="connsiteX0" fmla="*/ 711592 w 1331328"/>
                <a:gd name="connsiteY0" fmla="*/ 1247084 h 1516468"/>
                <a:gd name="connsiteX1" fmla="*/ 934133 w 1331328"/>
                <a:gd name="connsiteY1" fmla="*/ 1348929 h 1516468"/>
                <a:gd name="connsiteX2" fmla="*/ 715813 w 1331328"/>
                <a:gd name="connsiteY2" fmla="*/ 1466952 h 1516468"/>
                <a:gd name="connsiteX3" fmla="*/ 530409 w 1331328"/>
                <a:gd name="connsiteY3" fmla="*/ 1358636 h 1516468"/>
                <a:gd name="connsiteX4" fmla="*/ 711592 w 1331328"/>
                <a:gd name="connsiteY4" fmla="*/ 1247225 h 1516468"/>
                <a:gd name="connsiteX5" fmla="*/ 1264610 w 1331328"/>
                <a:gd name="connsiteY5" fmla="*/ 1220593 h 1516468"/>
                <a:gd name="connsiteX6" fmla="*/ 1291155 w 1331328"/>
                <a:gd name="connsiteY6" fmla="*/ 1230486 h 1516468"/>
                <a:gd name="connsiteX7" fmla="*/ 1326463 w 1331328"/>
                <a:gd name="connsiteY7" fmla="*/ 1405760 h 1516468"/>
                <a:gd name="connsiteX8" fmla="*/ 1150485 w 1331328"/>
                <a:gd name="connsiteY8" fmla="*/ 1516468 h 1516468"/>
                <a:gd name="connsiteX9" fmla="*/ 1146968 w 1331328"/>
                <a:gd name="connsiteY9" fmla="*/ 1279720 h 1516468"/>
                <a:gd name="connsiteX10" fmla="*/ 1264610 w 1331328"/>
                <a:gd name="connsiteY10" fmla="*/ 1220593 h 1516468"/>
                <a:gd name="connsiteX11" fmla="*/ 429532 w 1331328"/>
                <a:gd name="connsiteY11" fmla="*/ 970751 h 1516468"/>
                <a:gd name="connsiteX12" fmla="*/ 734944 w 1331328"/>
                <a:gd name="connsiteY12" fmla="*/ 1132719 h 1516468"/>
                <a:gd name="connsiteX13" fmla="*/ 435598 w 1331328"/>
                <a:gd name="connsiteY13" fmla="*/ 1215011 h 1516468"/>
                <a:gd name="connsiteX14" fmla="*/ 261167 w 1331328"/>
                <a:gd name="connsiteY14" fmla="*/ 1089534 h 1516468"/>
                <a:gd name="connsiteX15" fmla="*/ 369061 w 1331328"/>
                <a:gd name="connsiteY15" fmla="*/ 987829 h 1516468"/>
                <a:gd name="connsiteX16" fmla="*/ 429532 w 1331328"/>
                <a:gd name="connsiteY16" fmla="*/ 970751 h 1516468"/>
                <a:gd name="connsiteX17" fmla="*/ 881804 w 1331328"/>
                <a:gd name="connsiteY17" fmla="*/ 690172 h 1516468"/>
                <a:gd name="connsiteX18" fmla="*/ 966487 w 1331328"/>
                <a:gd name="connsiteY18" fmla="*/ 884156 h 1516468"/>
                <a:gd name="connsiteX19" fmla="*/ 832288 w 1331328"/>
                <a:gd name="connsiteY19" fmla="*/ 1140597 h 1516468"/>
                <a:gd name="connsiteX20" fmla="*/ 753653 w 1331328"/>
                <a:gd name="connsiteY20" fmla="*/ 890768 h 1516468"/>
                <a:gd name="connsiteX21" fmla="*/ 753794 w 1331328"/>
                <a:gd name="connsiteY21" fmla="*/ 890908 h 1516468"/>
                <a:gd name="connsiteX22" fmla="*/ 881804 w 1331328"/>
                <a:gd name="connsiteY22" fmla="*/ 690172 h 1516468"/>
                <a:gd name="connsiteX23" fmla="*/ 739409 w 1331328"/>
                <a:gd name="connsiteY23" fmla="*/ 542139 h 1516468"/>
                <a:gd name="connsiteX24" fmla="*/ 772925 w 1331328"/>
                <a:gd name="connsiteY24" fmla="*/ 548377 h 1516468"/>
                <a:gd name="connsiteX25" fmla="*/ 795151 w 1331328"/>
                <a:gd name="connsiteY25" fmla="*/ 722245 h 1516468"/>
                <a:gd name="connsiteX26" fmla="*/ 597510 w 1331328"/>
                <a:gd name="connsiteY26" fmla="*/ 871355 h 1516468"/>
                <a:gd name="connsiteX27" fmla="*/ 593993 w 1331328"/>
                <a:gd name="connsiteY27" fmla="*/ 631513 h 1516468"/>
                <a:gd name="connsiteX28" fmla="*/ 739409 w 1331328"/>
                <a:gd name="connsiteY28" fmla="*/ 542139 h 1516468"/>
                <a:gd name="connsiteX29" fmla="*/ 163343 w 1331328"/>
                <a:gd name="connsiteY29" fmla="*/ 529064 h 1516468"/>
                <a:gd name="connsiteX30" fmla="*/ 244989 w 1331328"/>
                <a:gd name="connsiteY30" fmla="*/ 538952 h 1516468"/>
                <a:gd name="connsiteX31" fmla="*/ 244849 w 1331328"/>
                <a:gd name="connsiteY31" fmla="*/ 538952 h 1516468"/>
                <a:gd name="connsiteX32" fmla="*/ 469077 w 1331328"/>
                <a:gd name="connsiteY32" fmla="*/ 735890 h 1516468"/>
                <a:gd name="connsiteX33" fmla="*/ 144551 w 1331328"/>
                <a:gd name="connsiteY33" fmla="*/ 742783 h 1516468"/>
                <a:gd name="connsiteX34" fmla="*/ 223 w 1331328"/>
                <a:gd name="connsiteY34" fmla="*/ 587202 h 1516468"/>
                <a:gd name="connsiteX35" fmla="*/ 163343 w 1331328"/>
                <a:gd name="connsiteY35" fmla="*/ 529064 h 1516468"/>
                <a:gd name="connsiteX36" fmla="*/ 162416 w 1331328"/>
                <a:gd name="connsiteY36" fmla="*/ 468 h 1516468"/>
                <a:gd name="connsiteX37" fmla="*/ 374266 w 1331328"/>
                <a:gd name="connsiteY37" fmla="*/ 223148 h 1516468"/>
                <a:gd name="connsiteX38" fmla="*/ 368639 w 1331328"/>
                <a:gd name="connsiteY38" fmla="*/ 532341 h 1516468"/>
                <a:gd name="connsiteX39" fmla="*/ 127108 w 1331328"/>
                <a:gd name="connsiteY39" fmla="*/ 263802 h 1516468"/>
                <a:gd name="connsiteX40" fmla="*/ 162416 w 1331328"/>
                <a:gd name="connsiteY40" fmla="*/ 468 h 1516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331328" h="1516468">
                  <a:moveTo>
                    <a:pt x="711592" y="1247084"/>
                  </a:moveTo>
                  <a:cubicBezTo>
                    <a:pt x="799230" y="1242442"/>
                    <a:pt x="934133" y="1348929"/>
                    <a:pt x="934133" y="1348929"/>
                  </a:cubicBezTo>
                  <a:cubicBezTo>
                    <a:pt x="934133" y="1348929"/>
                    <a:pt x="822300" y="1480878"/>
                    <a:pt x="715813" y="1466952"/>
                  </a:cubicBezTo>
                  <a:cubicBezTo>
                    <a:pt x="654340" y="1458933"/>
                    <a:pt x="544335" y="1404494"/>
                    <a:pt x="530409" y="1358636"/>
                  </a:cubicBezTo>
                  <a:cubicBezTo>
                    <a:pt x="520281" y="1325156"/>
                    <a:pt x="624096" y="1251867"/>
                    <a:pt x="711592" y="1247225"/>
                  </a:cubicBezTo>
                  <a:close/>
                  <a:moveTo>
                    <a:pt x="1264610" y="1220593"/>
                  </a:moveTo>
                  <a:cubicBezTo>
                    <a:pt x="1275637" y="1221553"/>
                    <a:pt x="1284860" y="1224894"/>
                    <a:pt x="1291155" y="1230486"/>
                  </a:cubicBezTo>
                  <a:cubicBezTo>
                    <a:pt x="1316335" y="1252852"/>
                    <a:pt x="1342359" y="1349352"/>
                    <a:pt x="1326463" y="1405760"/>
                  </a:cubicBezTo>
                  <a:cubicBezTo>
                    <a:pt x="1299595" y="1501135"/>
                    <a:pt x="1150485" y="1516468"/>
                    <a:pt x="1150485" y="1516468"/>
                  </a:cubicBezTo>
                  <a:cubicBezTo>
                    <a:pt x="1150485" y="1516468"/>
                    <a:pt x="1099843" y="1337676"/>
                    <a:pt x="1146968" y="1279720"/>
                  </a:cubicBezTo>
                  <a:cubicBezTo>
                    <a:pt x="1182206" y="1236253"/>
                    <a:pt x="1231529" y="1217711"/>
                    <a:pt x="1264610" y="1220593"/>
                  </a:cubicBezTo>
                  <a:close/>
                  <a:moveTo>
                    <a:pt x="429532" y="970751"/>
                  </a:moveTo>
                  <a:cubicBezTo>
                    <a:pt x="574148" y="959645"/>
                    <a:pt x="734944" y="1132719"/>
                    <a:pt x="734944" y="1132719"/>
                  </a:cubicBezTo>
                  <a:cubicBezTo>
                    <a:pt x="734944" y="1132719"/>
                    <a:pt x="571345" y="1251726"/>
                    <a:pt x="435598" y="1215011"/>
                  </a:cubicBezTo>
                  <a:cubicBezTo>
                    <a:pt x="355275" y="1193208"/>
                    <a:pt x="262151" y="1125264"/>
                    <a:pt x="261167" y="1089534"/>
                  </a:cubicBezTo>
                  <a:cubicBezTo>
                    <a:pt x="260182" y="1053663"/>
                    <a:pt x="305478" y="1020887"/>
                    <a:pt x="369061" y="987829"/>
                  </a:cubicBezTo>
                  <a:cubicBezTo>
                    <a:pt x="388544" y="977683"/>
                    <a:pt x="408873" y="972338"/>
                    <a:pt x="429532" y="970751"/>
                  </a:cubicBezTo>
                  <a:close/>
                  <a:moveTo>
                    <a:pt x="881804" y="690172"/>
                  </a:moveTo>
                  <a:cubicBezTo>
                    <a:pt x="928928" y="705505"/>
                    <a:pt x="960861" y="803833"/>
                    <a:pt x="966487" y="884156"/>
                  </a:cubicBezTo>
                  <a:cubicBezTo>
                    <a:pt x="976334" y="1023279"/>
                    <a:pt x="832288" y="1140597"/>
                    <a:pt x="832288" y="1140597"/>
                  </a:cubicBezTo>
                  <a:cubicBezTo>
                    <a:pt x="832288" y="1140597"/>
                    <a:pt x="738461" y="997114"/>
                    <a:pt x="753653" y="890768"/>
                  </a:cubicBezTo>
                  <a:lnTo>
                    <a:pt x="753794" y="890908"/>
                  </a:lnTo>
                  <a:cubicBezTo>
                    <a:pt x="769127" y="784703"/>
                    <a:pt x="847480" y="679059"/>
                    <a:pt x="881804" y="690172"/>
                  </a:cubicBezTo>
                  <a:close/>
                  <a:moveTo>
                    <a:pt x="739409" y="542139"/>
                  </a:moveTo>
                  <a:cubicBezTo>
                    <a:pt x="754207" y="540807"/>
                    <a:pt x="766173" y="542750"/>
                    <a:pt x="772925" y="548377"/>
                  </a:cubicBezTo>
                  <a:cubicBezTo>
                    <a:pt x="809922" y="579184"/>
                    <a:pt x="811610" y="662601"/>
                    <a:pt x="795151" y="722245"/>
                  </a:cubicBezTo>
                  <a:cubicBezTo>
                    <a:pt x="766736" y="825356"/>
                    <a:pt x="597510" y="871355"/>
                    <a:pt x="597510" y="871355"/>
                  </a:cubicBezTo>
                  <a:cubicBezTo>
                    <a:pt x="597510" y="871355"/>
                    <a:pt x="552495" y="700722"/>
                    <a:pt x="593993" y="631513"/>
                  </a:cubicBezTo>
                  <a:cubicBezTo>
                    <a:pt x="625117" y="579606"/>
                    <a:pt x="695012" y="546135"/>
                    <a:pt x="739409" y="542139"/>
                  </a:cubicBezTo>
                  <a:close/>
                  <a:moveTo>
                    <a:pt x="163343" y="529064"/>
                  </a:moveTo>
                  <a:cubicBezTo>
                    <a:pt x="190884" y="528710"/>
                    <a:pt x="218965" y="531602"/>
                    <a:pt x="244989" y="538952"/>
                  </a:cubicBezTo>
                  <a:lnTo>
                    <a:pt x="244849" y="538952"/>
                  </a:lnTo>
                  <a:cubicBezTo>
                    <a:pt x="348945" y="568212"/>
                    <a:pt x="469077" y="735890"/>
                    <a:pt x="469077" y="735890"/>
                  </a:cubicBezTo>
                  <a:cubicBezTo>
                    <a:pt x="469077" y="735890"/>
                    <a:pt x="268763" y="808195"/>
                    <a:pt x="144551" y="742783"/>
                  </a:cubicBezTo>
                  <a:cubicBezTo>
                    <a:pt x="72809" y="704943"/>
                    <a:pt x="-4701" y="636155"/>
                    <a:pt x="223" y="587202"/>
                  </a:cubicBezTo>
                  <a:cubicBezTo>
                    <a:pt x="2966" y="560405"/>
                    <a:pt x="80721" y="530125"/>
                    <a:pt x="163343" y="529064"/>
                  </a:cubicBezTo>
                  <a:close/>
                  <a:moveTo>
                    <a:pt x="162416" y="468"/>
                  </a:moveTo>
                  <a:cubicBezTo>
                    <a:pt x="206446" y="-7691"/>
                    <a:pt x="329673" y="91763"/>
                    <a:pt x="374266" y="223148"/>
                  </a:cubicBezTo>
                  <a:cubicBezTo>
                    <a:pt x="418858" y="354534"/>
                    <a:pt x="368639" y="532341"/>
                    <a:pt x="368639" y="532341"/>
                  </a:cubicBezTo>
                  <a:cubicBezTo>
                    <a:pt x="368639" y="532341"/>
                    <a:pt x="170153" y="411224"/>
                    <a:pt x="127108" y="263802"/>
                  </a:cubicBezTo>
                  <a:cubicBezTo>
                    <a:pt x="83922" y="116380"/>
                    <a:pt x="118387" y="8627"/>
                    <a:pt x="162416" y="468"/>
                  </a:cubicBezTo>
                  <a:close/>
                </a:path>
              </a:pathLst>
            </a:custGeom>
            <a:solidFill>
              <a:schemeClr val="accent2"/>
            </a:solidFill>
            <a:ln w="1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95"/>
            <p:cNvSpPr/>
            <p:nvPr>
              <p:custDataLst>
                <p:tags r:id="rId35"/>
              </p:custDataLst>
            </p:nvPr>
          </p:nvSpPr>
          <p:spPr>
            <a:xfrm flipV="1">
              <a:off x="10695" y="886"/>
              <a:ext cx="230" cy="36"/>
            </a:xfrm>
            <a:custGeom>
              <a:avLst/>
              <a:gdLst>
                <a:gd name="connsiteX0" fmla="*/ 0 w 347596"/>
                <a:gd name="connsiteY0" fmla="*/ 0 h 55003"/>
                <a:gd name="connsiteX1" fmla="*/ 347596 w 347596"/>
                <a:gd name="connsiteY1" fmla="*/ 55002 h 55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7596" h="55003">
                  <a:moveTo>
                    <a:pt x="0" y="0"/>
                  </a:moveTo>
                  <a:cubicBezTo>
                    <a:pt x="0" y="0"/>
                    <a:pt x="277965" y="55283"/>
                    <a:pt x="347596" y="55002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96"/>
            <p:cNvSpPr/>
            <p:nvPr>
              <p:custDataLst>
                <p:tags r:id="rId36"/>
              </p:custDataLst>
            </p:nvPr>
          </p:nvSpPr>
          <p:spPr>
            <a:xfrm flipV="1">
              <a:off x="10524" y="1152"/>
              <a:ext cx="193" cy="68"/>
            </a:xfrm>
            <a:custGeom>
              <a:avLst/>
              <a:gdLst>
                <a:gd name="connsiteX0" fmla="*/ 291469 w 291468"/>
                <a:gd name="connsiteY0" fmla="*/ 103252 h 103251"/>
                <a:gd name="connsiteX1" fmla="*/ 0 w 291468"/>
                <a:gd name="connsiteY1" fmla="*/ 0 h 10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1468" h="103251">
                  <a:moveTo>
                    <a:pt x="291469" y="103252"/>
                  </a:moveTo>
                  <a:cubicBezTo>
                    <a:pt x="255035" y="94530"/>
                    <a:pt x="0" y="0"/>
                    <a:pt x="0" y="0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97"/>
            <p:cNvSpPr/>
            <p:nvPr>
              <p:custDataLst>
                <p:tags r:id="rId37"/>
              </p:custDataLst>
            </p:nvPr>
          </p:nvSpPr>
          <p:spPr>
            <a:xfrm flipV="1">
              <a:off x="10789" y="1040"/>
              <a:ext cx="80" cy="160"/>
            </a:xfrm>
            <a:custGeom>
              <a:avLst/>
              <a:gdLst>
                <a:gd name="connsiteX0" fmla="*/ 0 w 120413"/>
                <a:gd name="connsiteY0" fmla="*/ 242093 h 242093"/>
                <a:gd name="connsiteX1" fmla="*/ 120414 w 120413"/>
                <a:gd name="connsiteY1" fmla="*/ 0 h 24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413" h="242093">
                  <a:moveTo>
                    <a:pt x="0" y="242093"/>
                  </a:moveTo>
                  <a:cubicBezTo>
                    <a:pt x="15614" y="218883"/>
                    <a:pt x="120414" y="0"/>
                    <a:pt x="120414" y="0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98"/>
            <p:cNvSpPr/>
            <p:nvPr>
              <p:custDataLst>
                <p:tags r:id="rId38"/>
              </p:custDataLst>
            </p:nvPr>
          </p:nvSpPr>
          <p:spPr>
            <a:xfrm flipV="1">
              <a:off x="10711" y="1171"/>
              <a:ext cx="63" cy="222"/>
            </a:xfrm>
            <a:custGeom>
              <a:avLst/>
              <a:gdLst>
                <a:gd name="connsiteX0" fmla="*/ 94671 w 94671"/>
                <a:gd name="connsiteY0" fmla="*/ 0 h 335497"/>
                <a:gd name="connsiteX1" fmla="*/ 0 w 94671"/>
                <a:gd name="connsiteY1" fmla="*/ 335498 h 3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671" h="335497">
                  <a:moveTo>
                    <a:pt x="94671" y="0"/>
                  </a:moveTo>
                  <a:cubicBezTo>
                    <a:pt x="94671" y="0"/>
                    <a:pt x="29259" y="273040"/>
                    <a:pt x="0" y="335498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99"/>
            <p:cNvSpPr/>
            <p:nvPr>
              <p:custDataLst>
                <p:tags r:id="rId39"/>
              </p:custDataLst>
            </p:nvPr>
          </p:nvSpPr>
          <p:spPr>
            <a:xfrm flipV="1">
              <a:off x="10579" y="1020"/>
              <a:ext cx="224" cy="30"/>
            </a:xfrm>
            <a:custGeom>
              <a:avLst/>
              <a:gdLst>
                <a:gd name="connsiteX0" fmla="*/ 0 w 338734"/>
                <a:gd name="connsiteY0" fmla="*/ 0 h 45717"/>
                <a:gd name="connsiteX1" fmla="*/ 338734 w 338734"/>
                <a:gd name="connsiteY1" fmla="*/ 45718 h 4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8734" h="45717">
                  <a:moveTo>
                    <a:pt x="0" y="0"/>
                  </a:moveTo>
                  <a:cubicBezTo>
                    <a:pt x="0" y="0"/>
                    <a:pt x="274729" y="44592"/>
                    <a:pt x="338734" y="45718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100"/>
            <p:cNvSpPr/>
            <p:nvPr>
              <p:custDataLst>
                <p:tags r:id="rId40"/>
              </p:custDataLst>
            </p:nvPr>
          </p:nvSpPr>
          <p:spPr>
            <a:xfrm flipV="1">
              <a:off x="11158" y="616"/>
              <a:ext cx="75" cy="148"/>
            </a:xfrm>
            <a:custGeom>
              <a:avLst/>
              <a:gdLst>
                <a:gd name="connsiteX0" fmla="*/ 113943 w 113942"/>
                <a:gd name="connsiteY0" fmla="*/ 0 h 223805"/>
                <a:gd name="connsiteX1" fmla="*/ 0 w 113942"/>
                <a:gd name="connsiteY1" fmla="*/ 223806 h 22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3942" h="223805">
                  <a:moveTo>
                    <a:pt x="113943" y="0"/>
                  </a:moveTo>
                  <a:cubicBezTo>
                    <a:pt x="113943" y="0"/>
                    <a:pt x="27431" y="186669"/>
                    <a:pt x="0" y="223806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101"/>
            <p:cNvSpPr/>
            <p:nvPr>
              <p:custDataLst>
                <p:tags r:id="rId41"/>
              </p:custDataLst>
            </p:nvPr>
          </p:nvSpPr>
          <p:spPr>
            <a:xfrm flipV="1">
              <a:off x="10955" y="861"/>
              <a:ext cx="15" cy="203"/>
            </a:xfrm>
            <a:custGeom>
              <a:avLst/>
              <a:gdLst>
                <a:gd name="connsiteX0" fmla="*/ 0 w 23351"/>
                <a:gd name="connsiteY0" fmla="*/ 306098 h 306097"/>
                <a:gd name="connsiteX1" fmla="*/ 23351 w 23351"/>
                <a:gd name="connsiteY1" fmla="*/ 0 h 306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351" h="306097">
                  <a:moveTo>
                    <a:pt x="0" y="306098"/>
                  </a:moveTo>
                  <a:cubicBezTo>
                    <a:pt x="6752" y="269524"/>
                    <a:pt x="23351" y="0"/>
                    <a:pt x="23351" y="0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102"/>
            <p:cNvSpPr/>
            <p:nvPr>
              <p:custDataLst>
                <p:tags r:id="rId42"/>
              </p:custDataLst>
            </p:nvPr>
          </p:nvSpPr>
          <p:spPr>
            <a:xfrm flipV="1">
              <a:off x="10836" y="739"/>
              <a:ext cx="227" cy="8"/>
            </a:xfrm>
            <a:custGeom>
              <a:avLst/>
              <a:gdLst>
                <a:gd name="connsiteX0" fmla="*/ 342391 w 342391"/>
                <a:gd name="connsiteY0" fmla="*/ 0 h 11675"/>
                <a:gd name="connsiteX1" fmla="*/ 0 w 342391"/>
                <a:gd name="connsiteY1" fmla="*/ 11676 h 11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2391" h="11675">
                  <a:moveTo>
                    <a:pt x="342391" y="0"/>
                  </a:moveTo>
                  <a:cubicBezTo>
                    <a:pt x="314820" y="5346"/>
                    <a:pt x="0" y="11676"/>
                    <a:pt x="0" y="11676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103"/>
            <p:cNvSpPr/>
            <p:nvPr>
              <p:custDataLst>
                <p:tags r:id="rId43"/>
              </p:custDataLst>
            </p:nvPr>
          </p:nvSpPr>
          <p:spPr>
            <a:xfrm flipV="1">
              <a:off x="11065" y="740"/>
              <a:ext cx="57" cy="218"/>
            </a:xfrm>
            <a:custGeom>
              <a:avLst/>
              <a:gdLst>
                <a:gd name="connsiteX0" fmla="*/ 85387 w 85386"/>
                <a:gd name="connsiteY0" fmla="*/ 0 h 329589"/>
                <a:gd name="connsiteX1" fmla="*/ 0 w 85386"/>
                <a:gd name="connsiteY1" fmla="*/ 329590 h 329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386" h="329589">
                  <a:moveTo>
                    <a:pt x="85387" y="0"/>
                  </a:moveTo>
                  <a:cubicBezTo>
                    <a:pt x="85387" y="0"/>
                    <a:pt x="23070" y="270227"/>
                    <a:pt x="0" y="329590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104"/>
            <p:cNvSpPr/>
            <p:nvPr>
              <p:custDataLst>
                <p:tags r:id="rId44"/>
              </p:custDataLst>
            </p:nvPr>
          </p:nvSpPr>
          <p:spPr>
            <a:xfrm flipV="1">
              <a:off x="10564" y="586"/>
              <a:ext cx="613" cy="915"/>
            </a:xfrm>
            <a:custGeom>
              <a:avLst/>
              <a:gdLst>
                <a:gd name="connsiteX0" fmla="*/ 0 w 1047993"/>
                <a:gd name="connsiteY0" fmla="*/ 0 h 1709701"/>
                <a:gd name="connsiteX1" fmla="*/ 413289 w 1047993"/>
                <a:gd name="connsiteY1" fmla="*/ 790987 h 1709701"/>
                <a:gd name="connsiteX2" fmla="*/ 1047994 w 1047993"/>
                <a:gd name="connsiteY2" fmla="*/ 1709702 h 1709701"/>
                <a:gd name="connsiteX0-1" fmla="*/ 0 w 926550"/>
                <a:gd name="connsiteY0-2" fmla="*/ 0 h 1381089"/>
                <a:gd name="connsiteX1-3" fmla="*/ 413289 w 926550"/>
                <a:gd name="connsiteY1-4" fmla="*/ 790987 h 1381089"/>
                <a:gd name="connsiteX2-5" fmla="*/ 926550 w 926550"/>
                <a:gd name="connsiteY2-6" fmla="*/ 1381089 h 1381089"/>
                <a:gd name="connsiteX0-7" fmla="*/ 0 w 926550"/>
                <a:gd name="connsiteY0-8" fmla="*/ 0 h 1381089"/>
                <a:gd name="connsiteX1-9" fmla="*/ 413289 w 926550"/>
                <a:gd name="connsiteY1-10" fmla="*/ 790987 h 1381089"/>
                <a:gd name="connsiteX2-11" fmla="*/ 926550 w 926550"/>
                <a:gd name="connsiteY2-12" fmla="*/ 1381089 h 1381089"/>
                <a:gd name="connsiteX0-13" fmla="*/ 0 w 926550"/>
                <a:gd name="connsiteY0-14" fmla="*/ 0 h 1381089"/>
                <a:gd name="connsiteX1-15" fmla="*/ 413289 w 926550"/>
                <a:gd name="connsiteY1-16" fmla="*/ 790987 h 1381089"/>
                <a:gd name="connsiteX2-17" fmla="*/ 926550 w 926550"/>
                <a:gd name="connsiteY2-18" fmla="*/ 1381089 h 138108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926550" h="1381089">
                  <a:moveTo>
                    <a:pt x="0" y="0"/>
                  </a:moveTo>
                  <a:cubicBezTo>
                    <a:pt x="0" y="0"/>
                    <a:pt x="184419" y="544674"/>
                    <a:pt x="413289" y="790987"/>
                  </a:cubicBezTo>
                  <a:cubicBezTo>
                    <a:pt x="642160" y="1037300"/>
                    <a:pt x="780174" y="1133160"/>
                    <a:pt x="926550" y="1381089"/>
                  </a:cubicBezTo>
                </a:path>
              </a:pathLst>
            </a:custGeom>
            <a:noFill/>
            <a:ln w="9525" cap="rnd">
              <a:solidFill>
                <a:schemeClr val="accent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02803" y="490220"/>
            <a:ext cx="10800501" cy="720036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735" b="1" i="0" u="none" strike="noStrike" kern="1200" cap="none" spc="0" normalizeH="0" baseline="0" noProof="1" dirty="0">
                <a:solidFill>
                  <a:schemeClr val="tx2"/>
                </a:solidFill>
                <a:latin typeface="汉仪粗圆简" panose="02010600000101010101" charset="-122"/>
                <a:ea typeface="汉仪粗圆简" panose="0201060000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19.xml"/><Relationship Id="rId8" Type="http://schemas.openxmlformats.org/officeDocument/2006/relationships/tags" Target="../tags/tag31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4" Type="http://schemas.openxmlformats.org/officeDocument/2006/relationships/theme" Target="../theme/theme1.xml"/><Relationship Id="rId33" Type="http://schemas.openxmlformats.org/officeDocument/2006/relationships/tags" Target="../tags/tag343.xml"/><Relationship Id="rId32" Type="http://schemas.openxmlformats.org/officeDocument/2006/relationships/tags" Target="../tags/tag342.xml"/><Relationship Id="rId31" Type="http://schemas.openxmlformats.org/officeDocument/2006/relationships/tags" Target="../tags/tag341.xml"/><Relationship Id="rId30" Type="http://schemas.openxmlformats.org/officeDocument/2006/relationships/tags" Target="../tags/tag340.xml"/><Relationship Id="rId3" Type="http://schemas.openxmlformats.org/officeDocument/2006/relationships/slideLayout" Target="../slideLayouts/slideLayout3.xml"/><Relationship Id="rId29" Type="http://schemas.openxmlformats.org/officeDocument/2006/relationships/tags" Target="../tags/tag339.xml"/><Relationship Id="rId28" Type="http://schemas.openxmlformats.org/officeDocument/2006/relationships/tags" Target="../tags/tag338.xml"/><Relationship Id="rId27" Type="http://schemas.openxmlformats.org/officeDocument/2006/relationships/tags" Target="../tags/tag337.xml"/><Relationship Id="rId26" Type="http://schemas.openxmlformats.org/officeDocument/2006/relationships/tags" Target="../tags/tag336.xml"/><Relationship Id="rId25" Type="http://schemas.openxmlformats.org/officeDocument/2006/relationships/tags" Target="../tags/tag335.xml"/><Relationship Id="rId24" Type="http://schemas.openxmlformats.org/officeDocument/2006/relationships/tags" Target="../tags/tag334.xml"/><Relationship Id="rId23" Type="http://schemas.openxmlformats.org/officeDocument/2006/relationships/tags" Target="../tags/tag333.xml"/><Relationship Id="rId22" Type="http://schemas.openxmlformats.org/officeDocument/2006/relationships/tags" Target="../tags/tag332.xml"/><Relationship Id="rId21" Type="http://schemas.openxmlformats.org/officeDocument/2006/relationships/tags" Target="../tags/tag331.xml"/><Relationship Id="rId20" Type="http://schemas.openxmlformats.org/officeDocument/2006/relationships/tags" Target="../tags/tag330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329.xml"/><Relationship Id="rId18" Type="http://schemas.openxmlformats.org/officeDocument/2006/relationships/tags" Target="../tags/tag328.xml"/><Relationship Id="rId17" Type="http://schemas.openxmlformats.org/officeDocument/2006/relationships/tags" Target="../tags/tag327.xml"/><Relationship Id="rId16" Type="http://schemas.openxmlformats.org/officeDocument/2006/relationships/tags" Target="../tags/tag326.xml"/><Relationship Id="rId15" Type="http://schemas.openxmlformats.org/officeDocument/2006/relationships/tags" Target="../tags/tag325.xml"/><Relationship Id="rId14" Type="http://schemas.openxmlformats.org/officeDocument/2006/relationships/tags" Target="../tags/tag324.xml"/><Relationship Id="rId13" Type="http://schemas.openxmlformats.org/officeDocument/2006/relationships/tags" Target="../tags/tag323.xml"/><Relationship Id="rId12" Type="http://schemas.openxmlformats.org/officeDocument/2006/relationships/tags" Target="../tags/tag322.xml"/><Relationship Id="rId11" Type="http://schemas.openxmlformats.org/officeDocument/2006/relationships/tags" Target="../tags/tag321.xml"/><Relationship Id="rId10" Type="http://schemas.openxmlformats.org/officeDocument/2006/relationships/tags" Target="../tags/tag32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317" y="0"/>
            <a:ext cx="12192566" cy="6858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9"/>
            </p:custDataLst>
          </p:nvPr>
        </p:nvSpPr>
        <p:spPr>
          <a:xfrm>
            <a:off x="317" y="0"/>
            <a:ext cx="12192566" cy="685835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10"/>
            </p:custDataLst>
          </p:nvPr>
        </p:nvSpPr>
        <p:spPr>
          <a:xfrm>
            <a:off x="317" y="0"/>
            <a:ext cx="12192566" cy="6858353"/>
          </a:xfrm>
          <a:custGeom>
            <a:avLst/>
            <a:gdLst>
              <a:gd name="connsiteX0" fmla="*/ 0 w 12192000"/>
              <a:gd name="connsiteY0" fmla="*/ 5685282 h 6858000"/>
              <a:gd name="connsiteX1" fmla="*/ 2058010 w 12192000"/>
              <a:gd name="connsiteY1" fmla="*/ 6858000 h 6858000"/>
              <a:gd name="connsiteX2" fmla="*/ 996005 w 12192000"/>
              <a:gd name="connsiteY2" fmla="*/ 6858000 h 6858000"/>
              <a:gd name="connsiteX3" fmla="*/ 0 w 12192000"/>
              <a:gd name="connsiteY3" fmla="*/ 6290432 h 6858000"/>
              <a:gd name="connsiteX4" fmla="*/ 1 w 12192000"/>
              <a:gd name="connsiteY4" fmla="*/ 4475119 h 6858000"/>
              <a:gd name="connsiteX5" fmla="*/ 4182020 w 12192000"/>
              <a:gd name="connsiteY5" fmla="*/ 6858000 h 6858000"/>
              <a:gd name="connsiteX6" fmla="*/ 3120015 w 12192000"/>
              <a:gd name="connsiteY6" fmla="*/ 6858000 h 6858000"/>
              <a:gd name="connsiteX7" fmla="*/ 1 w 12192000"/>
              <a:gd name="connsiteY7" fmla="*/ 5080269 h 6858000"/>
              <a:gd name="connsiteX8" fmla="*/ 0 w 12192000"/>
              <a:gd name="connsiteY8" fmla="*/ 3264956 h 6858000"/>
              <a:gd name="connsiteX9" fmla="*/ 6306028 w 12192000"/>
              <a:gd name="connsiteY9" fmla="*/ 6858000 h 6858000"/>
              <a:gd name="connsiteX10" fmla="*/ 5244023 w 12192000"/>
              <a:gd name="connsiteY10" fmla="*/ 6858000 h 6858000"/>
              <a:gd name="connsiteX11" fmla="*/ 0 w 12192000"/>
              <a:gd name="connsiteY11" fmla="*/ 3869969 h 6858000"/>
              <a:gd name="connsiteX12" fmla="*/ 2 w 12192000"/>
              <a:gd name="connsiteY12" fmla="*/ 2054657 h 6858000"/>
              <a:gd name="connsiteX13" fmla="*/ 8429874 w 12192000"/>
              <a:gd name="connsiteY13" fmla="*/ 6857999 h 6858000"/>
              <a:gd name="connsiteX14" fmla="*/ 7367870 w 12192000"/>
              <a:gd name="connsiteY14" fmla="*/ 6857999 h 6858000"/>
              <a:gd name="connsiteX15" fmla="*/ 2 w 12192000"/>
              <a:gd name="connsiteY15" fmla="*/ 2659807 h 6858000"/>
              <a:gd name="connsiteX16" fmla="*/ 1 w 12192000"/>
              <a:gd name="connsiteY16" fmla="*/ 844494 h 6858000"/>
              <a:gd name="connsiteX17" fmla="*/ 10553883 w 12192000"/>
              <a:gd name="connsiteY17" fmla="*/ 6858000 h 6858000"/>
              <a:gd name="connsiteX18" fmla="*/ 9491879 w 12192000"/>
              <a:gd name="connsiteY18" fmla="*/ 6858000 h 6858000"/>
              <a:gd name="connsiteX19" fmla="*/ 1 w 12192000"/>
              <a:gd name="connsiteY19" fmla="*/ 1449508 h 6858000"/>
              <a:gd name="connsiteX20" fmla="*/ 3827965 w 12192000"/>
              <a:gd name="connsiteY20" fmla="*/ 1 h 6858000"/>
              <a:gd name="connsiteX21" fmla="*/ 4889805 w 12192000"/>
              <a:gd name="connsiteY21" fmla="*/ 1 h 6858000"/>
              <a:gd name="connsiteX22" fmla="*/ 12191999 w 12192000"/>
              <a:gd name="connsiteY22" fmla="*/ 4160749 h 6858000"/>
              <a:gd name="connsiteX23" fmla="*/ 12191999 w 12192000"/>
              <a:gd name="connsiteY23" fmla="*/ 4765761 h 6858000"/>
              <a:gd name="connsiteX24" fmla="*/ 5951809 w 12192000"/>
              <a:gd name="connsiteY24" fmla="*/ 1 h 6858000"/>
              <a:gd name="connsiteX25" fmla="*/ 7013813 w 12192000"/>
              <a:gd name="connsiteY25" fmla="*/ 1 h 6858000"/>
              <a:gd name="connsiteX26" fmla="*/ 12192000 w 12192000"/>
              <a:gd name="connsiteY26" fmla="*/ 2950450 h 6858000"/>
              <a:gd name="connsiteX27" fmla="*/ 12192000 w 12192000"/>
              <a:gd name="connsiteY27" fmla="*/ 3555599 h 6858000"/>
              <a:gd name="connsiteX28" fmla="*/ 1703955 w 12192000"/>
              <a:gd name="connsiteY28" fmla="*/ 1 h 6858000"/>
              <a:gd name="connsiteX29" fmla="*/ 2765958 w 12192000"/>
              <a:gd name="connsiteY29" fmla="*/ 1 h 6858000"/>
              <a:gd name="connsiteX30" fmla="*/ 12191999 w 12192000"/>
              <a:gd name="connsiteY30" fmla="*/ 5370911 h 6858000"/>
              <a:gd name="connsiteX31" fmla="*/ 12191999 w 12192000"/>
              <a:gd name="connsiteY31" fmla="*/ 5976062 h 6858000"/>
              <a:gd name="connsiteX32" fmla="*/ 10199664 w 12192000"/>
              <a:gd name="connsiteY32" fmla="*/ 1 h 6858000"/>
              <a:gd name="connsiteX33" fmla="*/ 11261669 w 12192000"/>
              <a:gd name="connsiteY33" fmla="*/ 1 h 6858000"/>
              <a:gd name="connsiteX34" fmla="*/ 12191999 w 12192000"/>
              <a:gd name="connsiteY34" fmla="*/ 530124 h 6858000"/>
              <a:gd name="connsiteX35" fmla="*/ 12191999 w 12192000"/>
              <a:gd name="connsiteY35" fmla="*/ 1135137 h 6858000"/>
              <a:gd name="connsiteX36" fmla="*/ 8075818 w 12192000"/>
              <a:gd name="connsiteY36" fmla="*/ 1 h 6858000"/>
              <a:gd name="connsiteX37" fmla="*/ 9137822 w 12192000"/>
              <a:gd name="connsiteY37" fmla="*/ 1 h 6858000"/>
              <a:gd name="connsiteX38" fmla="*/ 12192000 w 12192000"/>
              <a:gd name="connsiteY38" fmla="*/ 1740286 h 6858000"/>
              <a:gd name="connsiteX39" fmla="*/ 12192000 w 12192000"/>
              <a:gd name="connsiteY39" fmla="*/ 2345436 h 6858000"/>
              <a:gd name="connsiteX40" fmla="*/ 1 w 12192000"/>
              <a:gd name="connsiteY40" fmla="*/ 0 h 6858000"/>
              <a:gd name="connsiteX41" fmla="*/ 641950 w 12192000"/>
              <a:gd name="connsiteY41" fmla="*/ 0 h 6858000"/>
              <a:gd name="connsiteX42" fmla="*/ 12192000 w 12192000"/>
              <a:gd name="connsiteY42" fmla="*/ 6581211 h 6858000"/>
              <a:gd name="connsiteX43" fmla="*/ 12192000 w 12192000"/>
              <a:gd name="connsiteY43" fmla="*/ 6858000 h 6858000"/>
              <a:gd name="connsiteX44" fmla="*/ 11615887 w 12192000"/>
              <a:gd name="connsiteY44" fmla="*/ 6858000 h 6858000"/>
              <a:gd name="connsiteX45" fmla="*/ 1 w 12192000"/>
              <a:gd name="connsiteY45" fmla="*/ 2393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2192000" h="6858000">
                <a:moveTo>
                  <a:pt x="0" y="5685282"/>
                </a:moveTo>
                <a:lnTo>
                  <a:pt x="2058010" y="6858000"/>
                </a:lnTo>
                <a:lnTo>
                  <a:pt x="996005" y="6858000"/>
                </a:lnTo>
                <a:lnTo>
                  <a:pt x="0" y="6290432"/>
                </a:lnTo>
                <a:close/>
                <a:moveTo>
                  <a:pt x="1" y="4475119"/>
                </a:moveTo>
                <a:lnTo>
                  <a:pt x="4182020" y="6858000"/>
                </a:lnTo>
                <a:lnTo>
                  <a:pt x="3120015" y="6858000"/>
                </a:lnTo>
                <a:lnTo>
                  <a:pt x="1" y="5080269"/>
                </a:lnTo>
                <a:close/>
                <a:moveTo>
                  <a:pt x="0" y="3264956"/>
                </a:moveTo>
                <a:lnTo>
                  <a:pt x="6306028" y="6858000"/>
                </a:lnTo>
                <a:lnTo>
                  <a:pt x="5244023" y="6858000"/>
                </a:lnTo>
                <a:lnTo>
                  <a:pt x="0" y="3869969"/>
                </a:lnTo>
                <a:close/>
                <a:moveTo>
                  <a:pt x="2" y="2054657"/>
                </a:moveTo>
                <a:lnTo>
                  <a:pt x="8429874" y="6857999"/>
                </a:lnTo>
                <a:lnTo>
                  <a:pt x="7367870" y="6857999"/>
                </a:lnTo>
                <a:lnTo>
                  <a:pt x="2" y="2659807"/>
                </a:lnTo>
                <a:close/>
                <a:moveTo>
                  <a:pt x="1" y="844494"/>
                </a:moveTo>
                <a:lnTo>
                  <a:pt x="10553883" y="6858000"/>
                </a:lnTo>
                <a:lnTo>
                  <a:pt x="9491879" y="6858000"/>
                </a:lnTo>
                <a:lnTo>
                  <a:pt x="1" y="1449508"/>
                </a:lnTo>
                <a:close/>
                <a:moveTo>
                  <a:pt x="3827965" y="1"/>
                </a:moveTo>
                <a:lnTo>
                  <a:pt x="4889805" y="1"/>
                </a:lnTo>
                <a:lnTo>
                  <a:pt x="12191999" y="4160749"/>
                </a:lnTo>
                <a:lnTo>
                  <a:pt x="12191999" y="4765761"/>
                </a:lnTo>
                <a:close/>
                <a:moveTo>
                  <a:pt x="5951809" y="1"/>
                </a:moveTo>
                <a:lnTo>
                  <a:pt x="7013813" y="1"/>
                </a:lnTo>
                <a:lnTo>
                  <a:pt x="12192000" y="2950450"/>
                </a:lnTo>
                <a:lnTo>
                  <a:pt x="12192000" y="3555599"/>
                </a:lnTo>
                <a:close/>
                <a:moveTo>
                  <a:pt x="1703955" y="1"/>
                </a:moveTo>
                <a:lnTo>
                  <a:pt x="2765958" y="1"/>
                </a:lnTo>
                <a:lnTo>
                  <a:pt x="12191999" y="5370911"/>
                </a:lnTo>
                <a:lnTo>
                  <a:pt x="12191999" y="5976062"/>
                </a:lnTo>
                <a:close/>
                <a:moveTo>
                  <a:pt x="10199664" y="1"/>
                </a:moveTo>
                <a:lnTo>
                  <a:pt x="11261669" y="1"/>
                </a:lnTo>
                <a:lnTo>
                  <a:pt x="12191999" y="530124"/>
                </a:lnTo>
                <a:lnTo>
                  <a:pt x="12191999" y="1135137"/>
                </a:lnTo>
                <a:close/>
                <a:moveTo>
                  <a:pt x="8075818" y="1"/>
                </a:moveTo>
                <a:lnTo>
                  <a:pt x="9137822" y="1"/>
                </a:lnTo>
                <a:lnTo>
                  <a:pt x="12192000" y="1740286"/>
                </a:lnTo>
                <a:lnTo>
                  <a:pt x="12192000" y="2345436"/>
                </a:lnTo>
                <a:close/>
                <a:moveTo>
                  <a:pt x="1" y="0"/>
                </a:moveTo>
                <a:lnTo>
                  <a:pt x="641950" y="0"/>
                </a:lnTo>
                <a:lnTo>
                  <a:pt x="12192000" y="6581211"/>
                </a:lnTo>
                <a:lnTo>
                  <a:pt x="12192000" y="6858000"/>
                </a:lnTo>
                <a:lnTo>
                  <a:pt x="11615887" y="6858000"/>
                </a:lnTo>
                <a:lnTo>
                  <a:pt x="1" y="239344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75000">
                <a:schemeClr val="accent1">
                  <a:alpha val="0"/>
                </a:schemeClr>
              </a:gs>
            </a:gsLst>
            <a:lin ang="2700000" scaled="1"/>
          </a:gradFill>
          <a:ln w="162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ea typeface="汉仪正圆 55简" panose="00020600040101010101" charset="-122"/>
            </a:endParaRPr>
          </a:p>
        </p:txBody>
      </p:sp>
      <p:sp>
        <p:nvSpPr>
          <p:cNvPr id="13" name="任意多边形: 形状 12"/>
          <p:cNvSpPr/>
          <p:nvPr userDrawn="1">
            <p:custDataLst>
              <p:tags r:id="rId11"/>
            </p:custDataLst>
          </p:nvPr>
        </p:nvSpPr>
        <p:spPr>
          <a:xfrm>
            <a:off x="11462882" y="6255337"/>
            <a:ext cx="730003" cy="603018"/>
          </a:xfrm>
          <a:custGeom>
            <a:avLst/>
            <a:gdLst>
              <a:gd name="connsiteX0" fmla="*/ 835217 w 835217"/>
              <a:gd name="connsiteY0" fmla="*/ 0 h 689925"/>
              <a:gd name="connsiteX1" fmla="*/ 835217 w 835217"/>
              <a:gd name="connsiteY1" fmla="*/ 689925 h 689925"/>
              <a:gd name="connsiteX2" fmla="*/ 0 w 835217"/>
              <a:gd name="connsiteY2" fmla="*/ 689925 h 689925"/>
              <a:gd name="connsiteX3" fmla="*/ 1604 w 835217"/>
              <a:gd name="connsiteY3" fmla="*/ 679414 h 689925"/>
              <a:gd name="connsiteX4" fmla="*/ 835217 w 835217"/>
              <a:gd name="connsiteY4" fmla="*/ 0 h 689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217" h="689925">
                <a:moveTo>
                  <a:pt x="835217" y="0"/>
                </a:moveTo>
                <a:lnTo>
                  <a:pt x="835217" y="689925"/>
                </a:lnTo>
                <a:lnTo>
                  <a:pt x="0" y="689925"/>
                </a:lnTo>
                <a:lnTo>
                  <a:pt x="1604" y="679414"/>
                </a:lnTo>
                <a:cubicBezTo>
                  <a:pt x="80948" y="291674"/>
                  <a:pt x="424020" y="0"/>
                  <a:pt x="835217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4" name="任意多边形: 形状 23"/>
          <p:cNvSpPr/>
          <p:nvPr>
            <p:custDataLst>
              <p:tags r:id="rId12"/>
            </p:custDataLst>
          </p:nvPr>
        </p:nvSpPr>
        <p:spPr>
          <a:xfrm rot="20404701" flipH="1">
            <a:off x="11490021" y="4703569"/>
            <a:ext cx="274056" cy="207429"/>
          </a:xfrm>
          <a:custGeom>
            <a:avLst/>
            <a:gdLst>
              <a:gd name="connsiteX0" fmla="*/ 105839 w 466476"/>
              <a:gd name="connsiteY0" fmla="*/ 298932 h 353068"/>
              <a:gd name="connsiteX1" fmla="*/ 2336 w 466476"/>
              <a:gd name="connsiteY1" fmla="*/ 105531 h 353068"/>
              <a:gd name="connsiteX2" fmla="*/ 193243 w 466476"/>
              <a:gd name="connsiteY2" fmla="*/ 7810 h 353068"/>
              <a:gd name="connsiteX3" fmla="*/ 301960 w 466476"/>
              <a:gd name="connsiteY3" fmla="*/ 134893 h 353068"/>
              <a:gd name="connsiteX4" fmla="*/ 248338 w 466476"/>
              <a:gd name="connsiteY4" fmla="*/ 279546 h 353068"/>
              <a:gd name="connsiteX5" fmla="*/ 441286 w 466476"/>
              <a:gd name="connsiteY5" fmla="*/ 180465 h 353068"/>
              <a:gd name="connsiteX6" fmla="*/ 311710 w 466476"/>
              <a:gd name="connsiteY6" fmla="*/ 352894 h 353068"/>
              <a:gd name="connsiteX7" fmla="*/ 105725 w 466476"/>
              <a:gd name="connsiteY7" fmla="*/ 299045 h 353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6476" h="353068">
                <a:moveTo>
                  <a:pt x="105839" y="298932"/>
                </a:moveTo>
                <a:cubicBezTo>
                  <a:pt x="105839" y="298932"/>
                  <a:pt x="-18410" y="199397"/>
                  <a:pt x="2336" y="105531"/>
                </a:cubicBezTo>
                <a:cubicBezTo>
                  <a:pt x="23195" y="11665"/>
                  <a:pt x="117515" y="-15316"/>
                  <a:pt x="193243" y="7810"/>
                </a:cubicBezTo>
                <a:cubicBezTo>
                  <a:pt x="268858" y="30937"/>
                  <a:pt x="318058" y="59505"/>
                  <a:pt x="301960" y="134893"/>
                </a:cubicBezTo>
                <a:cubicBezTo>
                  <a:pt x="285862" y="210167"/>
                  <a:pt x="248338" y="279546"/>
                  <a:pt x="248338" y="279546"/>
                </a:cubicBezTo>
                <a:cubicBezTo>
                  <a:pt x="248338" y="279546"/>
                  <a:pt x="380749" y="113013"/>
                  <a:pt x="441286" y="180465"/>
                </a:cubicBezTo>
                <a:cubicBezTo>
                  <a:pt x="496381" y="241796"/>
                  <a:pt x="464526" y="347565"/>
                  <a:pt x="311710" y="352894"/>
                </a:cubicBezTo>
                <a:cubicBezTo>
                  <a:pt x="202312" y="356635"/>
                  <a:pt x="105725" y="299045"/>
                  <a:pt x="105725" y="299045"/>
                </a:cubicBezTo>
                <a:close/>
              </a:path>
            </a:pathLst>
          </a:custGeom>
          <a:solidFill>
            <a:schemeClr val="accent3"/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7" name="任意多边形: 形状 36"/>
          <p:cNvSpPr/>
          <p:nvPr>
            <p:custDataLst>
              <p:tags r:id="rId13"/>
            </p:custDataLst>
          </p:nvPr>
        </p:nvSpPr>
        <p:spPr>
          <a:xfrm rot="20404701" flipH="1">
            <a:off x="11631568" y="4732457"/>
            <a:ext cx="77493" cy="79665"/>
          </a:xfrm>
          <a:custGeom>
            <a:avLst/>
            <a:gdLst>
              <a:gd name="connsiteX0" fmla="*/ 14959 w 131902"/>
              <a:gd name="connsiteY0" fmla="*/ 19865 h 135599"/>
              <a:gd name="connsiteX1" fmla="*/ 47835 w 131902"/>
              <a:gd name="connsiteY1" fmla="*/ 129829 h 135599"/>
              <a:gd name="connsiteX2" fmla="*/ 125943 w 131902"/>
              <a:gd name="connsiteY2" fmla="*/ 41404 h 135599"/>
              <a:gd name="connsiteX3" fmla="*/ 15072 w 131902"/>
              <a:gd name="connsiteY3" fmla="*/ 19751 h 135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902" h="135599">
                <a:moveTo>
                  <a:pt x="14959" y="19865"/>
                </a:moveTo>
                <a:cubicBezTo>
                  <a:pt x="-7147" y="51834"/>
                  <a:pt x="-11115" y="103982"/>
                  <a:pt x="47835" y="129829"/>
                </a:cubicBezTo>
                <a:cubicBezTo>
                  <a:pt x="106671" y="155789"/>
                  <a:pt x="147823" y="88450"/>
                  <a:pt x="125943" y="41404"/>
                </a:cubicBezTo>
                <a:cubicBezTo>
                  <a:pt x="104064" y="-5643"/>
                  <a:pt x="37065" y="-12218"/>
                  <a:pt x="15072" y="19751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8" name="任意多边形: 形状 37"/>
          <p:cNvSpPr/>
          <p:nvPr>
            <p:custDataLst>
              <p:tags r:id="rId14"/>
            </p:custDataLst>
          </p:nvPr>
        </p:nvSpPr>
        <p:spPr>
          <a:xfrm rot="20404701" flipH="1">
            <a:off x="11540464" y="4859847"/>
            <a:ext cx="44052" cy="43593"/>
          </a:xfrm>
          <a:custGeom>
            <a:avLst/>
            <a:gdLst>
              <a:gd name="connsiteX0" fmla="*/ 12945 w 74981"/>
              <a:gd name="connsiteY0" fmla="*/ 10687 h 74200"/>
              <a:gd name="connsiteX1" fmla="*/ 21674 w 74981"/>
              <a:gd name="connsiteY1" fmla="*/ 70997 h 74200"/>
              <a:gd name="connsiteX2" fmla="*/ 73596 w 74981"/>
              <a:gd name="connsiteY2" fmla="*/ 22817 h 74200"/>
              <a:gd name="connsiteX3" fmla="*/ 13059 w 74981"/>
              <a:gd name="connsiteY3" fmla="*/ 10687 h 7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81" h="74200">
                <a:moveTo>
                  <a:pt x="12945" y="10687"/>
                </a:moveTo>
                <a:cubicBezTo>
                  <a:pt x="-2359" y="28145"/>
                  <a:pt x="-9161" y="56600"/>
                  <a:pt x="21674" y="70997"/>
                </a:cubicBezTo>
                <a:cubicBezTo>
                  <a:pt x="52510" y="85281"/>
                  <a:pt x="81758" y="48664"/>
                  <a:pt x="73596" y="22817"/>
                </a:cubicBezTo>
                <a:cubicBezTo>
                  <a:pt x="65433" y="-2917"/>
                  <a:pt x="28250" y="-6771"/>
                  <a:pt x="13059" y="1068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15"/>
            </p:custDataLst>
          </p:nvPr>
        </p:nvSpPr>
        <p:spPr>
          <a:xfrm rot="20404701" flipH="1">
            <a:off x="11617645" y="4879951"/>
            <a:ext cx="275510" cy="174542"/>
          </a:xfrm>
          <a:custGeom>
            <a:avLst/>
            <a:gdLst>
              <a:gd name="connsiteX0" fmla="*/ 195679 w 468950"/>
              <a:gd name="connsiteY0" fmla="*/ 753 h 297089"/>
              <a:gd name="connsiteX1" fmla="*/ 11 w 468950"/>
              <a:gd name="connsiteY1" fmla="*/ 162752 h 297089"/>
              <a:gd name="connsiteX2" fmla="*/ 197039 w 468950"/>
              <a:gd name="connsiteY2" fmla="*/ 282012 h 297089"/>
              <a:gd name="connsiteX3" fmla="*/ 276508 w 468950"/>
              <a:gd name="connsiteY3" fmla="*/ 109924 h 297089"/>
              <a:gd name="connsiteX4" fmla="*/ 369694 w 468950"/>
              <a:gd name="connsiteY4" fmla="*/ 293916 h 297089"/>
              <a:gd name="connsiteX5" fmla="*/ 453584 w 468950"/>
              <a:gd name="connsiteY5" fmla="*/ 127382 h 297089"/>
              <a:gd name="connsiteX6" fmla="*/ 338632 w 468950"/>
              <a:gd name="connsiteY6" fmla="*/ 22179 h 297089"/>
              <a:gd name="connsiteX7" fmla="*/ 195679 w 468950"/>
              <a:gd name="connsiteY7" fmla="*/ 753 h 29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8950" h="297089">
                <a:moveTo>
                  <a:pt x="195679" y="753"/>
                </a:moveTo>
                <a:cubicBezTo>
                  <a:pt x="153734" y="6308"/>
                  <a:pt x="1484" y="51768"/>
                  <a:pt x="11" y="162752"/>
                </a:cubicBezTo>
                <a:cubicBezTo>
                  <a:pt x="-1350" y="266595"/>
                  <a:pt x="129247" y="327018"/>
                  <a:pt x="197039" y="282012"/>
                </a:cubicBezTo>
                <a:cubicBezTo>
                  <a:pt x="264831" y="237006"/>
                  <a:pt x="276508" y="109924"/>
                  <a:pt x="276508" y="109924"/>
                </a:cubicBezTo>
                <a:cubicBezTo>
                  <a:pt x="276508" y="109924"/>
                  <a:pt x="260637" y="285073"/>
                  <a:pt x="369694" y="293916"/>
                </a:cubicBezTo>
                <a:cubicBezTo>
                  <a:pt x="458686" y="301171"/>
                  <a:pt x="491108" y="194948"/>
                  <a:pt x="453584" y="127382"/>
                </a:cubicBezTo>
                <a:cubicBezTo>
                  <a:pt x="416060" y="59817"/>
                  <a:pt x="338632" y="22179"/>
                  <a:pt x="338632" y="22179"/>
                </a:cubicBezTo>
                <a:cubicBezTo>
                  <a:pt x="338632" y="22179"/>
                  <a:pt x="237624" y="-4801"/>
                  <a:pt x="195679" y="753"/>
                </a:cubicBezTo>
                <a:close/>
              </a:path>
            </a:pathLst>
          </a:custGeom>
          <a:solidFill>
            <a:schemeClr val="accent3"/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6"/>
            </p:custDataLst>
          </p:nvPr>
        </p:nvSpPr>
        <p:spPr>
          <a:xfrm rot="20404701" flipH="1">
            <a:off x="11772008" y="4914036"/>
            <a:ext cx="77929" cy="81071"/>
          </a:xfrm>
          <a:custGeom>
            <a:avLst/>
            <a:gdLst>
              <a:gd name="connsiteX0" fmla="*/ 95794 w 132643"/>
              <a:gd name="connsiteY0" fmla="*/ 2976 h 137992"/>
              <a:gd name="connsiteX1" fmla="*/ 340 w 132643"/>
              <a:gd name="connsiteY1" fmla="*/ 73262 h 137992"/>
              <a:gd name="connsiteX2" fmla="*/ 110418 w 132643"/>
              <a:gd name="connsiteY2" fmla="*/ 118155 h 137992"/>
              <a:gd name="connsiteX3" fmla="*/ 95680 w 132643"/>
              <a:gd name="connsiteY3" fmla="*/ 3089 h 137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643" h="137992">
                <a:moveTo>
                  <a:pt x="95794" y="2976"/>
                </a:moveTo>
                <a:cubicBezTo>
                  <a:pt x="57930" y="-7227"/>
                  <a:pt x="6462" y="7057"/>
                  <a:pt x="340" y="73262"/>
                </a:cubicBezTo>
                <a:cubicBezTo>
                  <a:pt x="-5781" y="139354"/>
                  <a:pt x="72214" y="155792"/>
                  <a:pt x="110418" y="118155"/>
                </a:cubicBezTo>
                <a:cubicBezTo>
                  <a:pt x="148622" y="80517"/>
                  <a:pt x="133544" y="13292"/>
                  <a:pt x="95680" y="308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6" name="任意多边形: 形状 35"/>
          <p:cNvSpPr/>
          <p:nvPr>
            <p:custDataLst>
              <p:tags r:id="rId17"/>
            </p:custDataLst>
          </p:nvPr>
        </p:nvSpPr>
        <p:spPr>
          <a:xfrm rot="20404701" flipH="1">
            <a:off x="11663332" y="4989240"/>
            <a:ext cx="42896" cy="53564"/>
          </a:xfrm>
          <a:custGeom>
            <a:avLst/>
            <a:gdLst>
              <a:gd name="connsiteX0" fmla="*/ 2301 w 73015"/>
              <a:gd name="connsiteY0" fmla="*/ 56237 h 91173"/>
              <a:gd name="connsiteX1" fmla="*/ 60797 w 73015"/>
              <a:gd name="connsiteY1" fmla="*/ 81291 h 91173"/>
              <a:gd name="connsiteX2" fmla="*/ 39598 w 73015"/>
              <a:gd name="connsiteY2" fmla="*/ 688 h 91173"/>
              <a:gd name="connsiteX3" fmla="*/ 2301 w 73015"/>
              <a:gd name="connsiteY3" fmla="*/ 56237 h 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5" h="91173">
                <a:moveTo>
                  <a:pt x="2301" y="56237"/>
                </a:moveTo>
                <a:cubicBezTo>
                  <a:pt x="11483" y="81858"/>
                  <a:pt x="34383" y="104984"/>
                  <a:pt x="60797" y="81291"/>
                </a:cubicBezTo>
                <a:cubicBezTo>
                  <a:pt x="87211" y="57597"/>
                  <a:pt x="66465" y="6810"/>
                  <a:pt x="39598" y="688"/>
                </a:cubicBezTo>
                <a:cubicBezTo>
                  <a:pt x="12617" y="-5434"/>
                  <a:pt x="-6882" y="30616"/>
                  <a:pt x="2301" y="5623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 rot="20404701" flipH="1">
            <a:off x="11792481" y="4826525"/>
            <a:ext cx="106552" cy="66604"/>
          </a:xfrm>
          <a:custGeom>
            <a:avLst/>
            <a:gdLst>
              <a:gd name="connsiteX0" fmla="*/ 178165 w 181365"/>
              <a:gd name="connsiteY0" fmla="*/ 7 h 113366"/>
              <a:gd name="connsiteX1" fmla="*/ 70355 w 181365"/>
              <a:gd name="connsiteY1" fmla="*/ 35717 h 113366"/>
              <a:gd name="connsiteX2" fmla="*/ 68 w 181365"/>
              <a:gd name="connsiteY2" fmla="*/ 106117 h 113366"/>
              <a:gd name="connsiteX3" fmla="*/ 13559 w 181365"/>
              <a:gd name="connsiteY3" fmla="*/ 110198 h 113366"/>
              <a:gd name="connsiteX4" fmla="*/ 84525 w 181365"/>
              <a:gd name="connsiteY4" fmla="*/ 55783 h 113366"/>
              <a:gd name="connsiteX5" fmla="*/ 179639 w 181365"/>
              <a:gd name="connsiteY5" fmla="*/ 6242 h 113366"/>
              <a:gd name="connsiteX6" fmla="*/ 178278 w 181365"/>
              <a:gd name="connsiteY6" fmla="*/ 7 h 11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1365" h="113366">
                <a:moveTo>
                  <a:pt x="178165" y="7"/>
                </a:moveTo>
                <a:cubicBezTo>
                  <a:pt x="139167" y="2615"/>
                  <a:pt x="102777" y="12818"/>
                  <a:pt x="70355" y="35717"/>
                </a:cubicBezTo>
                <a:cubicBezTo>
                  <a:pt x="47682" y="51815"/>
                  <a:pt x="4036" y="74942"/>
                  <a:pt x="68" y="106117"/>
                </a:cubicBezTo>
                <a:cubicBezTo>
                  <a:pt x="-952" y="113939"/>
                  <a:pt x="9705" y="115640"/>
                  <a:pt x="13559" y="110198"/>
                </a:cubicBezTo>
                <a:cubicBezTo>
                  <a:pt x="27049" y="87185"/>
                  <a:pt x="63780" y="68593"/>
                  <a:pt x="84525" y="55783"/>
                </a:cubicBezTo>
                <a:cubicBezTo>
                  <a:pt x="114794" y="36964"/>
                  <a:pt x="147556" y="21660"/>
                  <a:pt x="179639" y="6242"/>
                </a:cubicBezTo>
                <a:cubicBezTo>
                  <a:pt x="182473" y="4882"/>
                  <a:pt x="181679" y="-219"/>
                  <a:pt x="178278" y="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29" name="任意多边形: 形状 28"/>
          <p:cNvSpPr/>
          <p:nvPr userDrawn="1">
            <p:custDataLst>
              <p:tags r:id="rId19"/>
            </p:custDataLst>
          </p:nvPr>
        </p:nvSpPr>
        <p:spPr>
          <a:xfrm rot="20404701" flipH="1">
            <a:off x="11770988" y="4787816"/>
            <a:ext cx="122541" cy="29059"/>
          </a:xfrm>
          <a:custGeom>
            <a:avLst/>
            <a:gdLst>
              <a:gd name="connsiteX0" fmla="*/ 207252 w 208581"/>
              <a:gd name="connsiteY0" fmla="*/ 43721 h 49459"/>
              <a:gd name="connsiteX1" fmla="*/ 101029 w 208581"/>
              <a:gd name="connsiteY1" fmla="*/ 3589 h 49459"/>
              <a:gd name="connsiteX2" fmla="*/ 2061 w 208581"/>
              <a:gd name="connsiteY2" fmla="*/ 14019 h 49459"/>
              <a:gd name="connsiteX3" fmla="*/ 9997 w 208581"/>
              <a:gd name="connsiteY3" fmla="*/ 25696 h 49459"/>
              <a:gd name="connsiteX4" fmla="*/ 99442 w 208581"/>
              <a:gd name="connsiteY4" fmla="*/ 28076 h 49459"/>
              <a:gd name="connsiteX5" fmla="*/ 204531 w 208581"/>
              <a:gd name="connsiteY5" fmla="*/ 49389 h 49459"/>
              <a:gd name="connsiteX6" fmla="*/ 207365 w 208581"/>
              <a:gd name="connsiteY6" fmla="*/ 43607 h 49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581" h="49459">
                <a:moveTo>
                  <a:pt x="207252" y="43721"/>
                </a:moveTo>
                <a:cubicBezTo>
                  <a:pt x="175283" y="21161"/>
                  <a:pt x="140593" y="6197"/>
                  <a:pt x="101029" y="3589"/>
                </a:cubicBezTo>
                <a:cubicBezTo>
                  <a:pt x="73254" y="1776"/>
                  <a:pt x="24847" y="-7634"/>
                  <a:pt x="2061" y="14019"/>
                </a:cubicBezTo>
                <a:cubicBezTo>
                  <a:pt x="-3607" y="19460"/>
                  <a:pt x="3535" y="27509"/>
                  <a:pt x="9997" y="25696"/>
                </a:cubicBezTo>
                <a:cubicBezTo>
                  <a:pt x="35050" y="16286"/>
                  <a:pt x="75181" y="25015"/>
                  <a:pt x="99442" y="28076"/>
                </a:cubicBezTo>
                <a:cubicBezTo>
                  <a:pt x="134811" y="32497"/>
                  <a:pt x="169841" y="41227"/>
                  <a:pt x="204531" y="49389"/>
                </a:cubicBezTo>
                <a:cubicBezTo>
                  <a:pt x="207592" y="50069"/>
                  <a:pt x="210199" y="45648"/>
                  <a:pt x="207365" y="43607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20"/>
            </p:custDataLst>
          </p:nvPr>
        </p:nvSpPr>
        <p:spPr>
          <a:xfrm rot="20404701" flipH="1">
            <a:off x="11577603" y="4844615"/>
            <a:ext cx="228313" cy="100517"/>
          </a:xfrm>
          <a:custGeom>
            <a:avLst/>
            <a:gdLst>
              <a:gd name="connsiteX0" fmla="*/ 1763 w 388616"/>
              <a:gd name="connsiteY0" fmla="*/ 36365 h 171092"/>
              <a:gd name="connsiteX1" fmla="*/ 91888 w 388616"/>
              <a:gd name="connsiteY1" fmla="*/ 108919 h 171092"/>
              <a:gd name="connsiteX2" fmla="*/ 297192 w 388616"/>
              <a:gd name="connsiteY2" fmla="*/ 161974 h 171092"/>
              <a:gd name="connsiteX3" fmla="*/ 387998 w 388616"/>
              <a:gd name="connsiteY3" fmla="*/ 155852 h 171092"/>
              <a:gd name="connsiteX4" fmla="*/ 319865 w 388616"/>
              <a:gd name="connsiteY4" fmla="*/ 67427 h 171092"/>
              <a:gd name="connsiteX5" fmla="*/ 119663 w 388616"/>
              <a:gd name="connsiteY5" fmla="*/ 4963 h 171092"/>
              <a:gd name="connsiteX6" fmla="*/ 1763 w 388616"/>
              <a:gd name="connsiteY6" fmla="*/ 36252 h 171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8616" h="171092">
                <a:moveTo>
                  <a:pt x="1763" y="36365"/>
                </a:moveTo>
                <a:cubicBezTo>
                  <a:pt x="-9574" y="83638"/>
                  <a:pt x="35319" y="92481"/>
                  <a:pt x="91888" y="108919"/>
                </a:cubicBezTo>
                <a:cubicBezTo>
                  <a:pt x="148457" y="125357"/>
                  <a:pt x="256948" y="153358"/>
                  <a:pt x="297192" y="161974"/>
                </a:cubicBezTo>
                <a:cubicBezTo>
                  <a:pt x="337324" y="170703"/>
                  <a:pt x="382329" y="179545"/>
                  <a:pt x="387998" y="155852"/>
                </a:cubicBezTo>
                <a:cubicBezTo>
                  <a:pt x="393666" y="132272"/>
                  <a:pt x="359543" y="90440"/>
                  <a:pt x="319865" y="67427"/>
                </a:cubicBezTo>
                <a:cubicBezTo>
                  <a:pt x="280187" y="44527"/>
                  <a:pt x="171810" y="11765"/>
                  <a:pt x="119663" y="4963"/>
                </a:cubicBezTo>
                <a:cubicBezTo>
                  <a:pt x="77831" y="-479"/>
                  <a:pt x="12986" y="-11021"/>
                  <a:pt x="1763" y="36252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1" name="任意多边形: 形状 30"/>
          <p:cNvSpPr/>
          <p:nvPr userDrawn="1">
            <p:custDataLst>
              <p:tags r:id="rId21"/>
            </p:custDataLst>
          </p:nvPr>
        </p:nvSpPr>
        <p:spPr>
          <a:xfrm rot="20404701" flipH="1">
            <a:off x="11724724" y="4821929"/>
            <a:ext cx="53815" cy="63683"/>
          </a:xfrm>
          <a:custGeom>
            <a:avLst/>
            <a:gdLst>
              <a:gd name="connsiteX0" fmla="*/ 91599 w 91599"/>
              <a:gd name="connsiteY0" fmla="*/ 4895 h 108397"/>
              <a:gd name="connsiteX1" fmla="*/ 90919 w 91599"/>
              <a:gd name="connsiteY1" fmla="*/ 4895 h 108397"/>
              <a:gd name="connsiteX2" fmla="*/ 18252 w 91599"/>
              <a:gd name="connsiteY2" fmla="*/ 1154 h 108397"/>
              <a:gd name="connsiteX3" fmla="*/ 6462 w 91599"/>
              <a:gd name="connsiteY3" fmla="*/ 40945 h 108397"/>
              <a:gd name="connsiteX4" fmla="*/ 0 w 91599"/>
              <a:gd name="connsiteY4" fmla="*/ 87992 h 108397"/>
              <a:gd name="connsiteX5" fmla="*/ 61897 w 91599"/>
              <a:gd name="connsiteY5" fmla="*/ 108397 h 108397"/>
              <a:gd name="connsiteX6" fmla="*/ 71647 w 91599"/>
              <a:gd name="connsiteY6" fmla="*/ 61804 h 108397"/>
              <a:gd name="connsiteX7" fmla="*/ 91599 w 91599"/>
              <a:gd name="connsiteY7" fmla="*/ 5122 h 108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599" h="108397">
                <a:moveTo>
                  <a:pt x="91599" y="4895"/>
                </a:moveTo>
                <a:cubicBezTo>
                  <a:pt x="91599" y="4895"/>
                  <a:pt x="91146" y="4895"/>
                  <a:pt x="90919" y="4895"/>
                </a:cubicBezTo>
                <a:cubicBezTo>
                  <a:pt x="69266" y="2061"/>
                  <a:pt x="41605" y="-2020"/>
                  <a:pt x="18252" y="1154"/>
                </a:cubicBezTo>
                <a:cubicBezTo>
                  <a:pt x="13604" y="13738"/>
                  <a:pt x="9749" y="27001"/>
                  <a:pt x="6462" y="40945"/>
                </a:cubicBezTo>
                <a:cubicBezTo>
                  <a:pt x="2834" y="56363"/>
                  <a:pt x="1360" y="72121"/>
                  <a:pt x="0" y="87992"/>
                </a:cubicBezTo>
                <a:cubicBezTo>
                  <a:pt x="16211" y="95814"/>
                  <a:pt x="37977" y="101482"/>
                  <a:pt x="61897" y="108397"/>
                </a:cubicBezTo>
                <a:cubicBezTo>
                  <a:pt x="65185" y="92866"/>
                  <a:pt x="66659" y="76995"/>
                  <a:pt x="71647" y="61804"/>
                </a:cubicBezTo>
                <a:cubicBezTo>
                  <a:pt x="77882" y="42646"/>
                  <a:pt x="84684" y="23827"/>
                  <a:pt x="91599" y="5122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2" name="任意多边形: 形状 31"/>
          <p:cNvSpPr/>
          <p:nvPr userDrawn="1">
            <p:custDataLst>
              <p:tags r:id="rId22"/>
            </p:custDataLst>
          </p:nvPr>
        </p:nvSpPr>
        <p:spPr>
          <a:xfrm rot="20404701" flipH="1">
            <a:off x="11665309" y="4852334"/>
            <a:ext cx="55812" cy="72996"/>
          </a:xfrm>
          <a:custGeom>
            <a:avLst/>
            <a:gdLst>
              <a:gd name="connsiteX0" fmla="*/ 95000 w 94999"/>
              <a:gd name="connsiteY0" fmla="*/ 19272 h 124248"/>
              <a:gd name="connsiteX1" fmla="*/ 26868 w 94999"/>
              <a:gd name="connsiteY1" fmla="*/ 0 h 124248"/>
              <a:gd name="connsiteX2" fmla="*/ 25054 w 94999"/>
              <a:gd name="connsiteY2" fmla="*/ 3854 h 124248"/>
              <a:gd name="connsiteX3" fmla="*/ 0 w 94999"/>
              <a:gd name="connsiteY3" fmla="*/ 108037 h 124248"/>
              <a:gd name="connsiteX4" fmla="*/ 61331 w 94999"/>
              <a:gd name="connsiteY4" fmla="*/ 124248 h 124248"/>
              <a:gd name="connsiteX5" fmla="*/ 86838 w 94999"/>
              <a:gd name="connsiteY5" fmla="*/ 41265 h 124248"/>
              <a:gd name="connsiteX6" fmla="*/ 94887 w 94999"/>
              <a:gd name="connsiteY6" fmla="*/ 19385 h 124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999" h="124248">
                <a:moveTo>
                  <a:pt x="95000" y="19272"/>
                </a:moveTo>
                <a:cubicBezTo>
                  <a:pt x="72327" y="12017"/>
                  <a:pt x="48520" y="5215"/>
                  <a:pt x="26868" y="0"/>
                </a:cubicBezTo>
                <a:cubicBezTo>
                  <a:pt x="26301" y="1247"/>
                  <a:pt x="25621" y="2607"/>
                  <a:pt x="25054" y="3854"/>
                </a:cubicBezTo>
                <a:cubicBezTo>
                  <a:pt x="12243" y="32422"/>
                  <a:pt x="1247" y="71080"/>
                  <a:pt x="0" y="108037"/>
                </a:cubicBezTo>
                <a:cubicBezTo>
                  <a:pt x="19612" y="113365"/>
                  <a:pt x="40811" y="118920"/>
                  <a:pt x="61331" y="124248"/>
                </a:cubicBezTo>
                <a:cubicBezTo>
                  <a:pt x="66885" y="95567"/>
                  <a:pt x="80829" y="62691"/>
                  <a:pt x="86838" y="41265"/>
                </a:cubicBezTo>
                <a:cubicBezTo>
                  <a:pt x="88992" y="33669"/>
                  <a:pt x="91826" y="26414"/>
                  <a:pt x="94887" y="19385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3" name="任意多边形: 形状 32"/>
          <p:cNvSpPr/>
          <p:nvPr userDrawn="1">
            <p:custDataLst>
              <p:tags r:id="rId23"/>
            </p:custDataLst>
          </p:nvPr>
        </p:nvSpPr>
        <p:spPr>
          <a:xfrm rot="20404701" flipH="1">
            <a:off x="11609868" y="4894760"/>
            <a:ext cx="54948" cy="68601"/>
          </a:xfrm>
          <a:custGeom>
            <a:avLst/>
            <a:gdLst>
              <a:gd name="connsiteX0" fmla="*/ 27774 w 93526"/>
              <a:gd name="connsiteY0" fmla="*/ 0 h 116766"/>
              <a:gd name="connsiteX1" fmla="*/ 21879 w 93526"/>
              <a:gd name="connsiteY1" fmla="*/ 12017 h 116766"/>
              <a:gd name="connsiteX2" fmla="*/ 0 w 93526"/>
              <a:gd name="connsiteY2" fmla="*/ 101689 h 116766"/>
              <a:gd name="connsiteX3" fmla="*/ 42739 w 93526"/>
              <a:gd name="connsiteY3" fmla="*/ 111778 h 116766"/>
              <a:gd name="connsiteX4" fmla="*/ 67452 w 93526"/>
              <a:gd name="connsiteY4" fmla="*/ 116766 h 116766"/>
              <a:gd name="connsiteX5" fmla="*/ 74141 w 93526"/>
              <a:gd name="connsiteY5" fmla="*/ 99648 h 116766"/>
              <a:gd name="connsiteX6" fmla="*/ 93526 w 93526"/>
              <a:gd name="connsiteY6" fmla="*/ 37524 h 116766"/>
              <a:gd name="connsiteX7" fmla="*/ 65412 w 93526"/>
              <a:gd name="connsiteY7" fmla="*/ 17345 h 116766"/>
              <a:gd name="connsiteX8" fmla="*/ 27774 w 93526"/>
              <a:gd name="connsiteY8" fmla="*/ 113 h 11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3526" h="116766">
                <a:moveTo>
                  <a:pt x="27774" y="0"/>
                </a:moveTo>
                <a:cubicBezTo>
                  <a:pt x="25734" y="4195"/>
                  <a:pt x="23807" y="8276"/>
                  <a:pt x="21879" y="12017"/>
                </a:cubicBezTo>
                <a:cubicBezTo>
                  <a:pt x="9183" y="37297"/>
                  <a:pt x="340" y="69946"/>
                  <a:pt x="0" y="101689"/>
                </a:cubicBezTo>
                <a:cubicBezTo>
                  <a:pt x="17345" y="105996"/>
                  <a:pt x="32309" y="109511"/>
                  <a:pt x="42739" y="111778"/>
                </a:cubicBezTo>
                <a:cubicBezTo>
                  <a:pt x="50901" y="113592"/>
                  <a:pt x="59290" y="115292"/>
                  <a:pt x="67452" y="116766"/>
                </a:cubicBezTo>
                <a:cubicBezTo>
                  <a:pt x="69720" y="110531"/>
                  <a:pt x="72214" y="104636"/>
                  <a:pt x="74141" y="99648"/>
                </a:cubicBezTo>
                <a:cubicBezTo>
                  <a:pt x="82303" y="78675"/>
                  <a:pt x="84570" y="58043"/>
                  <a:pt x="93526" y="37524"/>
                </a:cubicBezTo>
                <a:cubicBezTo>
                  <a:pt x="84910" y="30042"/>
                  <a:pt x="75274" y="23126"/>
                  <a:pt x="65412" y="17345"/>
                </a:cubicBezTo>
                <a:cubicBezTo>
                  <a:pt x="56116" y="12017"/>
                  <a:pt x="42965" y="6008"/>
                  <a:pt x="27774" y="113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12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24"/>
            </p:custDataLst>
          </p:nvPr>
        </p:nvSpPr>
        <p:spPr>
          <a:xfrm rot="20404701" flipH="1">
            <a:off x="11108290" y="5073442"/>
            <a:ext cx="582292" cy="725570"/>
          </a:xfrm>
          <a:custGeom>
            <a:avLst/>
            <a:gdLst>
              <a:gd name="connsiteX0" fmla="*/ 0 w 991131"/>
              <a:gd name="connsiteY0" fmla="*/ 0 h 1234999"/>
              <a:gd name="connsiteX1" fmla="*/ 513657 w 991131"/>
              <a:gd name="connsiteY1" fmla="*/ 541999 h 1234999"/>
              <a:gd name="connsiteX2" fmla="*/ 301098 w 991131"/>
              <a:gd name="connsiteY2" fmla="*/ 551861 h 1234999"/>
              <a:gd name="connsiteX3" fmla="*/ 811127 w 991131"/>
              <a:gd name="connsiteY3" fmla="*/ 624642 h 1234999"/>
              <a:gd name="connsiteX4" fmla="*/ 990698 w 991131"/>
              <a:gd name="connsiteY4" fmla="*/ 1234999 h 1234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1131" h="1234999">
                <a:moveTo>
                  <a:pt x="0" y="0"/>
                </a:moveTo>
                <a:cubicBezTo>
                  <a:pt x="0" y="0"/>
                  <a:pt x="516945" y="86951"/>
                  <a:pt x="513657" y="541999"/>
                </a:cubicBezTo>
                <a:cubicBezTo>
                  <a:pt x="512184" y="740614"/>
                  <a:pt x="219248" y="693228"/>
                  <a:pt x="301098" y="551861"/>
                </a:cubicBezTo>
                <a:cubicBezTo>
                  <a:pt x="382947" y="410495"/>
                  <a:pt x="661372" y="464003"/>
                  <a:pt x="811127" y="624642"/>
                </a:cubicBezTo>
                <a:cubicBezTo>
                  <a:pt x="960883" y="785280"/>
                  <a:pt x="995572" y="1098621"/>
                  <a:pt x="990698" y="1234999"/>
                </a:cubicBezTo>
              </a:path>
            </a:pathLst>
          </a:custGeom>
          <a:noFill/>
          <a:ln w="15875" cap="flat">
            <a:solidFill>
              <a:schemeClr val="tx1">
                <a:lumMod val="40000"/>
                <a:lumOff val="60000"/>
              </a:schemeClr>
            </a:solidFill>
            <a:custDash>
              <a:ds d="0" sp="0"/>
              <a:ds d="375000" sp="300000"/>
            </a:custDash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3" name="任意多边形: 形状 42"/>
          <p:cNvSpPr/>
          <p:nvPr userDrawn="1">
            <p:custDataLst>
              <p:tags r:id="rId25"/>
            </p:custDataLst>
          </p:nvPr>
        </p:nvSpPr>
        <p:spPr>
          <a:xfrm>
            <a:off x="11338996" y="5703933"/>
            <a:ext cx="697569" cy="511957"/>
          </a:xfrm>
          <a:custGeom>
            <a:avLst/>
            <a:gdLst>
              <a:gd name="connsiteX0" fmla="*/ 415464 w 1191889"/>
              <a:gd name="connsiteY0" fmla="*/ 845657 h 874742"/>
              <a:gd name="connsiteX1" fmla="*/ 8926 w 1191889"/>
              <a:gd name="connsiteY1" fmla="*/ 492857 h 874742"/>
              <a:gd name="connsiteX2" fmla="*/ 347660 w 1191889"/>
              <a:gd name="connsiteY2" fmla="*/ 628604 h 874742"/>
              <a:gd name="connsiteX3" fmla="*/ 247925 w 1191889"/>
              <a:gd name="connsiteY3" fmla="*/ 153983 h 874742"/>
              <a:gd name="connsiteX4" fmla="*/ 530532 w 1191889"/>
              <a:gd name="connsiteY4" fmla="*/ 515505 h 874742"/>
              <a:gd name="connsiteX5" fmla="*/ 576250 w 1191889"/>
              <a:gd name="connsiteY5" fmla="*/ 512 h 874742"/>
              <a:gd name="connsiteX6" fmla="*/ 718186 w 1191889"/>
              <a:gd name="connsiteY6" fmla="*/ 496655 h 874742"/>
              <a:gd name="connsiteX7" fmla="*/ 915547 w 1191889"/>
              <a:gd name="connsiteY7" fmla="*/ 93777 h 874742"/>
              <a:gd name="connsiteX8" fmla="*/ 850838 w 1191889"/>
              <a:gd name="connsiteY8" fmla="*/ 523101 h 874742"/>
              <a:gd name="connsiteX9" fmla="*/ 1170582 w 1191889"/>
              <a:gd name="connsiteY9" fmla="*/ 334603 h 874742"/>
              <a:gd name="connsiteX10" fmla="*/ 782332 w 1191889"/>
              <a:gd name="connsiteY10" fmla="*/ 820759 h 874742"/>
              <a:gd name="connsiteX11" fmla="*/ 415464 w 1191889"/>
              <a:gd name="connsiteY11" fmla="*/ 845517 h 874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91889" h="874742">
                <a:moveTo>
                  <a:pt x="415464" y="845657"/>
                </a:moveTo>
                <a:cubicBezTo>
                  <a:pt x="326138" y="803597"/>
                  <a:pt x="-63519" y="611020"/>
                  <a:pt x="8926" y="492857"/>
                </a:cubicBezTo>
                <a:cubicBezTo>
                  <a:pt x="81372" y="374554"/>
                  <a:pt x="347660" y="628604"/>
                  <a:pt x="347660" y="628604"/>
                </a:cubicBezTo>
                <a:cubicBezTo>
                  <a:pt x="347660" y="628604"/>
                  <a:pt x="146221" y="231633"/>
                  <a:pt x="247925" y="153983"/>
                </a:cubicBezTo>
                <a:cubicBezTo>
                  <a:pt x="349630" y="76334"/>
                  <a:pt x="530532" y="515505"/>
                  <a:pt x="530532" y="515505"/>
                </a:cubicBezTo>
                <a:cubicBezTo>
                  <a:pt x="530532" y="515505"/>
                  <a:pt x="441488" y="23020"/>
                  <a:pt x="576250" y="512"/>
                </a:cubicBezTo>
                <a:cubicBezTo>
                  <a:pt x="690615" y="-18478"/>
                  <a:pt x="718186" y="496655"/>
                  <a:pt x="718186" y="496655"/>
                </a:cubicBezTo>
                <a:cubicBezTo>
                  <a:pt x="718186" y="496655"/>
                  <a:pt x="787818" y="113892"/>
                  <a:pt x="915547" y="93777"/>
                </a:cubicBezTo>
                <a:cubicBezTo>
                  <a:pt x="1043275" y="73520"/>
                  <a:pt x="850838" y="523101"/>
                  <a:pt x="850838" y="523101"/>
                </a:cubicBezTo>
                <a:cubicBezTo>
                  <a:pt x="850838" y="523101"/>
                  <a:pt x="1059593" y="276507"/>
                  <a:pt x="1170582" y="334603"/>
                </a:cubicBezTo>
                <a:cubicBezTo>
                  <a:pt x="1281571" y="392700"/>
                  <a:pt x="930036" y="753378"/>
                  <a:pt x="782332" y="820759"/>
                </a:cubicBezTo>
                <a:cubicBezTo>
                  <a:pt x="634628" y="888140"/>
                  <a:pt x="504789" y="887718"/>
                  <a:pt x="415464" y="845517"/>
                </a:cubicBezTo>
                <a:close/>
              </a:path>
            </a:pathLst>
          </a:custGeom>
          <a:solidFill>
            <a:schemeClr val="accent6"/>
          </a:solidFill>
          <a:ln w="137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4" name="任意多边形: 形状 43"/>
          <p:cNvSpPr/>
          <p:nvPr userDrawn="1">
            <p:custDataLst>
              <p:tags r:id="rId26"/>
            </p:custDataLst>
          </p:nvPr>
        </p:nvSpPr>
        <p:spPr>
          <a:xfrm>
            <a:off x="11722522" y="6233117"/>
            <a:ext cx="264277" cy="594335"/>
          </a:xfrm>
          <a:custGeom>
            <a:avLst/>
            <a:gdLst>
              <a:gd name="connsiteX0" fmla="*/ 0 w 451551"/>
              <a:gd name="connsiteY0" fmla="*/ 0 h 1015495"/>
              <a:gd name="connsiteX1" fmla="*/ 451552 w 451551"/>
              <a:gd name="connsiteY1" fmla="*/ 1015496 h 1015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1551" h="1015495">
                <a:moveTo>
                  <a:pt x="0" y="0"/>
                </a:moveTo>
                <a:cubicBezTo>
                  <a:pt x="0" y="0"/>
                  <a:pt x="89326" y="756804"/>
                  <a:pt x="451552" y="1015496"/>
                </a:cubicBezTo>
              </a:path>
            </a:pathLst>
          </a:custGeom>
          <a:noFill/>
          <a:ln w="41211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5" name="任意多边形: 形状 44"/>
          <p:cNvSpPr/>
          <p:nvPr userDrawn="1">
            <p:custDataLst>
              <p:tags r:id="rId27"/>
            </p:custDataLst>
          </p:nvPr>
        </p:nvSpPr>
        <p:spPr>
          <a:xfrm>
            <a:off x="11349139" y="6109540"/>
            <a:ext cx="769469" cy="667072"/>
          </a:xfrm>
          <a:custGeom>
            <a:avLst/>
            <a:gdLst>
              <a:gd name="connsiteX0" fmla="*/ 88623 w 1314741"/>
              <a:gd name="connsiteY0" fmla="*/ 341756 h 1139777"/>
              <a:gd name="connsiteX1" fmla="*/ 175170 w 1314741"/>
              <a:gd name="connsiteY1" fmla="*/ 360818 h 1139777"/>
              <a:gd name="connsiteX2" fmla="*/ 837868 w 1314741"/>
              <a:gd name="connsiteY2" fmla="*/ 898459 h 1139777"/>
              <a:gd name="connsiteX3" fmla="*/ 230313 w 1314741"/>
              <a:gd name="connsiteY3" fmla="*/ 656647 h 1139777"/>
              <a:gd name="connsiteX4" fmla="*/ 88623 w 1314741"/>
              <a:gd name="connsiteY4" fmla="*/ 341756 h 1139777"/>
              <a:gd name="connsiteX5" fmla="*/ 1241725 w 1314741"/>
              <a:gd name="connsiteY5" fmla="*/ 300379 h 1139777"/>
              <a:gd name="connsiteX6" fmla="*/ 1301235 w 1314741"/>
              <a:gd name="connsiteY6" fmla="*/ 316789 h 1139777"/>
              <a:gd name="connsiteX7" fmla="*/ 1191090 w 1314741"/>
              <a:gd name="connsiteY7" fmla="*/ 594050 h 1139777"/>
              <a:gd name="connsiteX8" fmla="*/ 1017925 w 1314741"/>
              <a:gd name="connsiteY8" fmla="*/ 1137176 h 1139777"/>
              <a:gd name="connsiteX9" fmla="*/ 1017925 w 1314741"/>
              <a:gd name="connsiteY9" fmla="*/ 1137317 h 1139777"/>
              <a:gd name="connsiteX10" fmla="*/ 956452 w 1314741"/>
              <a:gd name="connsiteY10" fmla="*/ 587016 h 1139777"/>
              <a:gd name="connsiteX11" fmla="*/ 1241725 w 1314741"/>
              <a:gd name="connsiteY11" fmla="*/ 300379 h 1139777"/>
              <a:gd name="connsiteX12" fmla="*/ 617088 w 1314741"/>
              <a:gd name="connsiteY12" fmla="*/ 34 h 1139777"/>
              <a:gd name="connsiteX13" fmla="*/ 708028 w 1314741"/>
              <a:gd name="connsiteY13" fmla="*/ 66256 h 1139777"/>
              <a:gd name="connsiteX14" fmla="*/ 849402 w 1314741"/>
              <a:gd name="connsiteY14" fmla="*/ 31932 h 1139777"/>
              <a:gd name="connsiteX15" fmla="*/ 750230 w 1314741"/>
              <a:gd name="connsiteY15" fmla="*/ 194547 h 1139777"/>
              <a:gd name="connsiteX16" fmla="*/ 500399 w 1314741"/>
              <a:gd name="connsiteY16" fmla="*/ 239139 h 1139777"/>
              <a:gd name="connsiteX17" fmla="*/ 500540 w 1314741"/>
              <a:gd name="connsiteY17" fmla="*/ 239139 h 1139777"/>
              <a:gd name="connsiteX18" fmla="*/ 356353 w 1314741"/>
              <a:gd name="connsiteY18" fmla="*/ 124915 h 1139777"/>
              <a:gd name="connsiteX19" fmla="*/ 503775 w 1314741"/>
              <a:gd name="connsiteY19" fmla="*/ 115772 h 1139777"/>
              <a:gd name="connsiteX20" fmla="*/ 592960 w 1314741"/>
              <a:gd name="connsiteY20" fmla="*/ 3517 h 1139777"/>
              <a:gd name="connsiteX21" fmla="*/ 617088 w 1314741"/>
              <a:gd name="connsiteY21" fmla="*/ 34 h 1139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314741" h="1139777">
                <a:moveTo>
                  <a:pt x="88623" y="341756"/>
                </a:moveTo>
                <a:cubicBezTo>
                  <a:pt x="112372" y="343074"/>
                  <a:pt x="141128" y="349090"/>
                  <a:pt x="175170" y="360818"/>
                </a:cubicBezTo>
                <a:cubicBezTo>
                  <a:pt x="447507" y="454645"/>
                  <a:pt x="856436" y="883266"/>
                  <a:pt x="837868" y="898459"/>
                </a:cubicBezTo>
                <a:cubicBezTo>
                  <a:pt x="819440" y="913651"/>
                  <a:pt x="418529" y="741471"/>
                  <a:pt x="230313" y="656647"/>
                </a:cubicBezTo>
                <a:cubicBezTo>
                  <a:pt x="1494" y="553501"/>
                  <a:pt x="-77619" y="332530"/>
                  <a:pt x="88623" y="341756"/>
                </a:cubicBezTo>
                <a:close/>
                <a:moveTo>
                  <a:pt x="1241725" y="300379"/>
                </a:moveTo>
                <a:cubicBezTo>
                  <a:pt x="1267791" y="298889"/>
                  <a:pt x="1288715" y="305149"/>
                  <a:pt x="1301235" y="316789"/>
                </a:cubicBezTo>
                <a:cubicBezTo>
                  <a:pt x="1351314" y="363210"/>
                  <a:pt x="1250312" y="477997"/>
                  <a:pt x="1191090" y="594050"/>
                </a:cubicBezTo>
                <a:cubicBezTo>
                  <a:pt x="1067160" y="837409"/>
                  <a:pt x="1056891" y="1069092"/>
                  <a:pt x="1017925" y="1137176"/>
                </a:cubicBezTo>
                <a:lnTo>
                  <a:pt x="1017925" y="1137317"/>
                </a:lnTo>
                <a:cubicBezTo>
                  <a:pt x="996262" y="1175016"/>
                  <a:pt x="883866" y="769887"/>
                  <a:pt x="956452" y="587016"/>
                </a:cubicBezTo>
                <a:cubicBezTo>
                  <a:pt x="1039061" y="379071"/>
                  <a:pt x="1163527" y="304850"/>
                  <a:pt x="1241725" y="300379"/>
                </a:cubicBezTo>
                <a:close/>
                <a:moveTo>
                  <a:pt x="617088" y="34"/>
                </a:moveTo>
                <a:cubicBezTo>
                  <a:pt x="671086" y="1744"/>
                  <a:pt x="708028" y="66256"/>
                  <a:pt x="708028" y="66256"/>
                </a:cubicBezTo>
                <a:cubicBezTo>
                  <a:pt x="708028" y="66256"/>
                  <a:pt x="799323" y="-14489"/>
                  <a:pt x="849402" y="31932"/>
                </a:cubicBezTo>
                <a:cubicBezTo>
                  <a:pt x="899481" y="78494"/>
                  <a:pt x="826754" y="144046"/>
                  <a:pt x="750230" y="194547"/>
                </a:cubicBezTo>
                <a:cubicBezTo>
                  <a:pt x="673705" y="245047"/>
                  <a:pt x="595211" y="264178"/>
                  <a:pt x="500399" y="239139"/>
                </a:cubicBezTo>
                <a:lnTo>
                  <a:pt x="500540" y="239139"/>
                </a:lnTo>
                <a:cubicBezTo>
                  <a:pt x="441740" y="223665"/>
                  <a:pt x="336377" y="156425"/>
                  <a:pt x="356353" y="124915"/>
                </a:cubicBezTo>
                <a:cubicBezTo>
                  <a:pt x="376468" y="93405"/>
                  <a:pt x="503775" y="115772"/>
                  <a:pt x="503775" y="115772"/>
                </a:cubicBezTo>
                <a:cubicBezTo>
                  <a:pt x="503775" y="115772"/>
                  <a:pt x="526142" y="25040"/>
                  <a:pt x="592960" y="3517"/>
                </a:cubicBezTo>
                <a:cubicBezTo>
                  <a:pt x="601312" y="827"/>
                  <a:pt x="609374" y="-211"/>
                  <a:pt x="617088" y="34"/>
                </a:cubicBezTo>
                <a:close/>
              </a:path>
            </a:pathLst>
          </a:custGeom>
          <a:solidFill>
            <a:schemeClr val="accent1"/>
          </a:solidFill>
          <a:ln w="1373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ea typeface="汉仪正圆 55简" panose="0002060004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8"/>
            </p:custDataLst>
          </p:nvPr>
        </p:nvSpPr>
        <p:spPr>
          <a:xfrm>
            <a:off x="696310" y="6356677"/>
            <a:ext cx="2743327" cy="3651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汉仪正圆 55简" panose="00020600040101010101" charset="-122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9"/>
            </p:custDataLst>
          </p:nvPr>
        </p:nvSpPr>
        <p:spPr>
          <a:xfrm>
            <a:off x="4039106" y="6356677"/>
            <a:ext cx="4114990" cy="365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汉仪正圆 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0"/>
            </p:custDataLst>
          </p:nvPr>
        </p:nvSpPr>
        <p:spPr>
          <a:xfrm>
            <a:off x="8754707" y="6356677"/>
            <a:ext cx="2743327" cy="3651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汉仪正圆 55简" panose="00020600040101010101" charset="-122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1"/>
            </p:custDataLst>
          </p:nvPr>
        </p:nvSpPr>
        <p:spPr>
          <a:xfrm>
            <a:off x="696310" y="360018"/>
            <a:ext cx="10800501" cy="72003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2"/>
            </p:custDataLst>
          </p:nvPr>
        </p:nvSpPr>
        <p:spPr>
          <a:xfrm>
            <a:off x="696310" y="1301817"/>
            <a:ext cx="10800501" cy="4873876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KSO_TEMPLATE" hidden="1"/>
          <p:cNvSpPr/>
          <p:nvPr userDrawn="1">
            <p:custDataLst>
              <p:tags r:id="rId33"/>
            </p:custDataLst>
          </p:nvPr>
        </p:nvSpPr>
        <p:spPr>
          <a:xfrm>
            <a:off x="317" y="0"/>
            <a:ext cx="0" cy="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汉仪正圆 55简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汉仪粗圆简" panose="0201060000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汉仪正圆 55简" panose="00020600040101010101" charset="-122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汉仪正圆 55简" panose="00020600040101010101" charset="-122"/>
          <a:cs typeface="+mn-cs"/>
        </a:defRPr>
      </a:lvl2pPr>
      <a:lvl3pPr marL="799465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汉仪正圆 55简" panose="00020600040101010101" charset="-122"/>
          <a:cs typeface="+mn-cs"/>
          <a:sym typeface="汉仪正圆 55简" panose="00020600040101010101" charset="-122"/>
        </a:defRPr>
      </a:lvl3pPr>
      <a:lvl4pPr marL="1029970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汉仪正圆 55简" panose="00020600040101010101" charset="-122"/>
          <a:cs typeface="+mn-cs"/>
          <a:sym typeface="汉仪正圆 55简" panose="00020600040101010101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汉仪正圆 55简" panose="00020600040101010101" charset="-122"/>
          <a:cs typeface="+mn-cs"/>
          <a:sym typeface="汉仪正圆 55简" panose="00020600040101010101" charset="-122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46.xml"/><Relationship Id="rId3" Type="http://schemas.openxmlformats.org/officeDocument/2006/relationships/hyperlink" Target="mailto:&#12304;&#20316;&#32773;&#24494;&#20449;&#65306;wcas00&#12305;?subject=&#12304;&#20316;&#32773;&#24494;&#20449;&#65306;wcas00&#12305;" TargetMode="Externa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4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59.xml"/><Relationship Id="rId8" Type="http://schemas.openxmlformats.org/officeDocument/2006/relationships/tags" Target="../tags/tag358.xml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tags" Target="../tags/tag353.xml"/><Relationship Id="rId27" Type="http://schemas.openxmlformats.org/officeDocument/2006/relationships/slideLayout" Target="../slideLayouts/slideLayout4.xml"/><Relationship Id="rId26" Type="http://schemas.openxmlformats.org/officeDocument/2006/relationships/tags" Target="../tags/tag376.xml"/><Relationship Id="rId25" Type="http://schemas.openxmlformats.org/officeDocument/2006/relationships/tags" Target="../tags/tag375.xml"/><Relationship Id="rId24" Type="http://schemas.openxmlformats.org/officeDocument/2006/relationships/tags" Target="../tags/tag374.xml"/><Relationship Id="rId23" Type="http://schemas.openxmlformats.org/officeDocument/2006/relationships/tags" Target="../tags/tag373.xml"/><Relationship Id="rId22" Type="http://schemas.openxmlformats.org/officeDocument/2006/relationships/tags" Target="../tags/tag372.xml"/><Relationship Id="rId21" Type="http://schemas.openxmlformats.org/officeDocument/2006/relationships/tags" Target="../tags/tag371.xml"/><Relationship Id="rId20" Type="http://schemas.openxmlformats.org/officeDocument/2006/relationships/tags" Target="../tags/tag370.xml"/><Relationship Id="rId2" Type="http://schemas.openxmlformats.org/officeDocument/2006/relationships/tags" Target="../tags/tag352.xml"/><Relationship Id="rId19" Type="http://schemas.openxmlformats.org/officeDocument/2006/relationships/tags" Target="../tags/tag369.xml"/><Relationship Id="rId18" Type="http://schemas.openxmlformats.org/officeDocument/2006/relationships/tags" Target="../tags/tag368.xml"/><Relationship Id="rId17" Type="http://schemas.openxmlformats.org/officeDocument/2006/relationships/tags" Target="../tags/tag367.xml"/><Relationship Id="rId16" Type="http://schemas.openxmlformats.org/officeDocument/2006/relationships/tags" Target="../tags/tag366.xml"/><Relationship Id="rId15" Type="http://schemas.openxmlformats.org/officeDocument/2006/relationships/tags" Target="../tags/tag365.xml"/><Relationship Id="rId14" Type="http://schemas.openxmlformats.org/officeDocument/2006/relationships/tags" Target="../tags/tag364.xml"/><Relationship Id="rId13" Type="http://schemas.openxmlformats.org/officeDocument/2006/relationships/tags" Target="../tags/tag363.xml"/><Relationship Id="rId12" Type="http://schemas.openxmlformats.org/officeDocument/2006/relationships/tags" Target="../tags/tag362.xml"/><Relationship Id="rId11" Type="http://schemas.openxmlformats.org/officeDocument/2006/relationships/tags" Target="../tags/tag361.xml"/><Relationship Id="rId10" Type="http://schemas.openxmlformats.org/officeDocument/2006/relationships/tags" Target="../tags/tag360.xml"/><Relationship Id="rId1" Type="http://schemas.openxmlformats.org/officeDocument/2006/relationships/tags" Target="../tags/tag35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85.xml"/><Relationship Id="rId8" Type="http://schemas.openxmlformats.org/officeDocument/2006/relationships/tags" Target="../tags/tag384.xml"/><Relationship Id="rId7" Type="http://schemas.openxmlformats.org/officeDocument/2006/relationships/tags" Target="../tags/tag383.xml"/><Relationship Id="rId6" Type="http://schemas.openxmlformats.org/officeDocument/2006/relationships/tags" Target="../tags/tag382.xml"/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9" Type="http://schemas.openxmlformats.org/officeDocument/2006/relationships/slideLayout" Target="../slideLayouts/slideLayout4.xml"/><Relationship Id="rId18" Type="http://schemas.openxmlformats.org/officeDocument/2006/relationships/tags" Target="../tags/tag394.xml"/><Relationship Id="rId17" Type="http://schemas.openxmlformats.org/officeDocument/2006/relationships/tags" Target="../tags/tag393.xml"/><Relationship Id="rId16" Type="http://schemas.openxmlformats.org/officeDocument/2006/relationships/tags" Target="../tags/tag392.xml"/><Relationship Id="rId15" Type="http://schemas.openxmlformats.org/officeDocument/2006/relationships/tags" Target="../tags/tag391.xml"/><Relationship Id="rId14" Type="http://schemas.openxmlformats.org/officeDocument/2006/relationships/tags" Target="../tags/tag390.xml"/><Relationship Id="rId13" Type="http://schemas.openxmlformats.org/officeDocument/2006/relationships/tags" Target="../tags/tag389.xml"/><Relationship Id="rId12" Type="http://schemas.openxmlformats.org/officeDocument/2006/relationships/tags" Target="../tags/tag388.xml"/><Relationship Id="rId11" Type="http://schemas.openxmlformats.org/officeDocument/2006/relationships/tags" Target="../tags/tag387.xml"/><Relationship Id="rId10" Type="http://schemas.openxmlformats.org/officeDocument/2006/relationships/tags" Target="../tags/tag386.xml"/><Relationship Id="rId1" Type="http://schemas.openxmlformats.org/officeDocument/2006/relationships/tags" Target="../tags/tag37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404.xml"/><Relationship Id="rId7" Type="http://schemas.openxmlformats.org/officeDocument/2006/relationships/tags" Target="../tags/tag403.xml"/><Relationship Id="rId6" Type="http://schemas.openxmlformats.org/officeDocument/2006/relationships/tags" Target="../tags/tag402.xml"/><Relationship Id="rId5" Type="http://schemas.openxmlformats.org/officeDocument/2006/relationships/tags" Target="../tags/tag401.xml"/><Relationship Id="rId4" Type="http://schemas.openxmlformats.org/officeDocument/2006/relationships/image" Target="../media/image3.png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39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411.xml"/><Relationship Id="rId7" Type="http://schemas.openxmlformats.org/officeDocument/2006/relationships/tags" Target="../tags/tag410.xml"/><Relationship Id="rId6" Type="http://schemas.openxmlformats.org/officeDocument/2006/relationships/tags" Target="../tags/tag409.xml"/><Relationship Id="rId5" Type="http://schemas.openxmlformats.org/officeDocument/2006/relationships/tags" Target="../tags/tag408.xml"/><Relationship Id="rId4" Type="http://schemas.openxmlformats.org/officeDocument/2006/relationships/image" Target="../media/image3.png"/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40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tags" Target="../tags/tag419.xml"/><Relationship Id="rId7" Type="http://schemas.openxmlformats.org/officeDocument/2006/relationships/tags" Target="../tags/tag418.xml"/><Relationship Id="rId6" Type="http://schemas.openxmlformats.org/officeDocument/2006/relationships/tags" Target="../tags/tag417.xml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432.xml"/><Relationship Id="rId20" Type="http://schemas.openxmlformats.org/officeDocument/2006/relationships/tags" Target="../tags/tag431.xml"/><Relationship Id="rId2" Type="http://schemas.openxmlformats.org/officeDocument/2006/relationships/tags" Target="../tags/tag413.xml"/><Relationship Id="rId19" Type="http://schemas.openxmlformats.org/officeDocument/2006/relationships/tags" Target="../tags/tag430.xml"/><Relationship Id="rId18" Type="http://schemas.openxmlformats.org/officeDocument/2006/relationships/tags" Target="../tags/tag429.xml"/><Relationship Id="rId17" Type="http://schemas.openxmlformats.org/officeDocument/2006/relationships/tags" Target="../tags/tag428.xml"/><Relationship Id="rId16" Type="http://schemas.openxmlformats.org/officeDocument/2006/relationships/tags" Target="../tags/tag427.xml"/><Relationship Id="rId15" Type="http://schemas.openxmlformats.org/officeDocument/2006/relationships/tags" Target="../tags/tag426.xml"/><Relationship Id="rId14" Type="http://schemas.openxmlformats.org/officeDocument/2006/relationships/tags" Target="../tags/tag425.xml"/><Relationship Id="rId13" Type="http://schemas.openxmlformats.org/officeDocument/2006/relationships/tags" Target="../tags/tag424.xml"/><Relationship Id="rId12" Type="http://schemas.openxmlformats.org/officeDocument/2006/relationships/tags" Target="../tags/tag423.xml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tags" Target="../tags/tag4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439.xml"/><Relationship Id="rId6" Type="http://schemas.openxmlformats.org/officeDocument/2006/relationships/tags" Target="../tags/tag438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" Type="http://schemas.openxmlformats.org/officeDocument/2006/relationships/tags" Target="../tags/tag43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tags" Target="../tags/tag44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49.xml"/><Relationship Id="rId8" Type="http://schemas.openxmlformats.org/officeDocument/2006/relationships/tags" Target="../tags/tag448.xml"/><Relationship Id="rId7" Type="http://schemas.openxmlformats.org/officeDocument/2006/relationships/tags" Target="../tags/tag447.xml"/><Relationship Id="rId6" Type="http://schemas.openxmlformats.org/officeDocument/2006/relationships/tags" Target="../tags/tag446.xml"/><Relationship Id="rId5" Type="http://schemas.openxmlformats.org/officeDocument/2006/relationships/tags" Target="../tags/tag445.xml"/><Relationship Id="rId4" Type="http://schemas.openxmlformats.org/officeDocument/2006/relationships/image" Target="../media/image3.png"/><Relationship Id="rId3" Type="http://schemas.openxmlformats.org/officeDocument/2006/relationships/tags" Target="../tags/tag444.xml"/><Relationship Id="rId2" Type="http://schemas.openxmlformats.org/officeDocument/2006/relationships/hyperlink" Target="&#23567;&#20964;&#35838;&#20214;%20%20&#29256;&#26435;&#25152;&#26377;%0d&#65288;&#24494;&#20449;&#65306;wcas00&#65289;%0d" TargetMode="External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44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56.xml"/><Relationship Id="rId8" Type="http://schemas.openxmlformats.org/officeDocument/2006/relationships/tags" Target="../tags/tag455.xml"/><Relationship Id="rId7" Type="http://schemas.openxmlformats.org/officeDocument/2006/relationships/tags" Target="../tags/tag454.xml"/><Relationship Id="rId6" Type="http://schemas.openxmlformats.org/officeDocument/2006/relationships/tags" Target="../tags/tag453.xml"/><Relationship Id="rId5" Type="http://schemas.openxmlformats.org/officeDocument/2006/relationships/tags" Target="../tags/tag452.xml"/><Relationship Id="rId4" Type="http://schemas.openxmlformats.org/officeDocument/2006/relationships/image" Target="../media/image3.png"/><Relationship Id="rId3" Type="http://schemas.openxmlformats.org/officeDocument/2006/relationships/tags" Target="../tags/tag451.xml"/><Relationship Id="rId2" Type="http://schemas.openxmlformats.org/officeDocument/2006/relationships/hyperlink" Target="&#23567;&#20964;&#35838;&#20214;%20%20&#29256;&#26435;&#25152;&#26377;%0d&#65288;&#24494;&#20449;&#65306;wcas00&#65289;%0d" TargetMode="Externa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45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59.xml"/><Relationship Id="rId2" Type="http://schemas.openxmlformats.org/officeDocument/2006/relationships/tags" Target="../tags/tag458.xml"/><Relationship Id="rId1" Type="http://schemas.openxmlformats.org/officeDocument/2006/relationships/tags" Target="../tags/tag45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" Type="http://schemas.openxmlformats.org/officeDocument/2006/relationships/tags" Target="../tags/tag46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71.xml"/><Relationship Id="rId8" Type="http://schemas.openxmlformats.org/officeDocument/2006/relationships/tags" Target="../tags/tag470.xml"/><Relationship Id="rId7" Type="http://schemas.openxmlformats.org/officeDocument/2006/relationships/tags" Target="../tags/tag469.xml"/><Relationship Id="rId6" Type="http://schemas.openxmlformats.org/officeDocument/2006/relationships/tags" Target="../tags/tag468.xml"/><Relationship Id="rId5" Type="http://schemas.openxmlformats.org/officeDocument/2006/relationships/tags" Target="../tags/tag467.xml"/><Relationship Id="rId4" Type="http://schemas.openxmlformats.org/officeDocument/2006/relationships/tags" Target="../tags/tag466.xml"/><Relationship Id="rId3" Type="http://schemas.openxmlformats.org/officeDocument/2006/relationships/tags" Target="../tags/tag465.xml"/><Relationship Id="rId2" Type="http://schemas.openxmlformats.org/officeDocument/2006/relationships/tags" Target="../tags/tag464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474.xml"/><Relationship Id="rId11" Type="http://schemas.openxmlformats.org/officeDocument/2006/relationships/tags" Target="../tags/tag473.xml"/><Relationship Id="rId10" Type="http://schemas.openxmlformats.org/officeDocument/2006/relationships/tags" Target="../tags/tag472.xml"/><Relationship Id="rId1" Type="http://schemas.openxmlformats.org/officeDocument/2006/relationships/tags" Target="../tags/tag463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78.xml"/><Relationship Id="rId3" Type="http://schemas.openxmlformats.org/officeDocument/2006/relationships/tags" Target="../tags/tag477.xml"/><Relationship Id="rId2" Type="http://schemas.openxmlformats.org/officeDocument/2006/relationships/tags" Target="../tags/tag476.xml"/><Relationship Id="rId1" Type="http://schemas.openxmlformats.org/officeDocument/2006/relationships/tags" Target="../tags/tag47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81.xml"/><Relationship Id="rId2" Type="http://schemas.openxmlformats.org/officeDocument/2006/relationships/tags" Target="../tags/tag480.xml"/><Relationship Id="rId1" Type="http://schemas.openxmlformats.org/officeDocument/2006/relationships/tags" Target="../tags/tag479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84.xml"/><Relationship Id="rId2" Type="http://schemas.openxmlformats.org/officeDocument/2006/relationships/tags" Target="../tags/tag483.xml"/><Relationship Id="rId1" Type="http://schemas.openxmlformats.org/officeDocument/2006/relationships/tags" Target="../tags/tag482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tags" Target="../tags/tag48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90.xml"/><Relationship Id="rId2" Type="http://schemas.openxmlformats.org/officeDocument/2006/relationships/tags" Target="../tags/tag489.xml"/><Relationship Id="rId1" Type="http://schemas.openxmlformats.org/officeDocument/2006/relationships/tags" Target="../tags/tag488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99.xml"/><Relationship Id="rId8" Type="http://schemas.openxmlformats.org/officeDocument/2006/relationships/tags" Target="../tags/tag498.xml"/><Relationship Id="rId7" Type="http://schemas.openxmlformats.org/officeDocument/2006/relationships/tags" Target="../tags/tag497.xml"/><Relationship Id="rId6" Type="http://schemas.openxmlformats.org/officeDocument/2006/relationships/tags" Target="../tags/tag496.xml"/><Relationship Id="rId5" Type="http://schemas.openxmlformats.org/officeDocument/2006/relationships/tags" Target="../tags/tag495.xml"/><Relationship Id="rId4" Type="http://schemas.openxmlformats.org/officeDocument/2006/relationships/tags" Target="../tags/tag494.xml"/><Relationship Id="rId3" Type="http://schemas.openxmlformats.org/officeDocument/2006/relationships/tags" Target="../tags/tag493.xml"/><Relationship Id="rId2" Type="http://schemas.openxmlformats.org/officeDocument/2006/relationships/tags" Target="../tags/tag492.xml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503.xml"/><Relationship Id="rId12" Type="http://schemas.openxmlformats.org/officeDocument/2006/relationships/tags" Target="../tags/tag502.xml"/><Relationship Id="rId11" Type="http://schemas.openxmlformats.org/officeDocument/2006/relationships/tags" Target="../tags/tag501.xml"/><Relationship Id="rId10" Type="http://schemas.openxmlformats.org/officeDocument/2006/relationships/tags" Target="../tags/tag500.xml"/><Relationship Id="rId1" Type="http://schemas.openxmlformats.org/officeDocument/2006/relationships/tags" Target="../tags/tag49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12.xml"/><Relationship Id="rId8" Type="http://schemas.openxmlformats.org/officeDocument/2006/relationships/tags" Target="../tags/tag511.xml"/><Relationship Id="rId7" Type="http://schemas.openxmlformats.org/officeDocument/2006/relationships/tags" Target="../tags/tag510.xml"/><Relationship Id="rId6" Type="http://schemas.openxmlformats.org/officeDocument/2006/relationships/tags" Target="../tags/tag509.xml"/><Relationship Id="rId5" Type="http://schemas.openxmlformats.org/officeDocument/2006/relationships/tags" Target="../tags/tag508.xml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4" Type="http://schemas.openxmlformats.org/officeDocument/2006/relationships/slideLayout" Target="../slideLayouts/slideLayout4.xml"/><Relationship Id="rId13" Type="http://schemas.openxmlformats.org/officeDocument/2006/relationships/tags" Target="../tags/tag516.xml"/><Relationship Id="rId12" Type="http://schemas.openxmlformats.org/officeDocument/2006/relationships/tags" Target="../tags/tag515.xml"/><Relationship Id="rId11" Type="http://schemas.openxmlformats.org/officeDocument/2006/relationships/tags" Target="../tags/tag514.xml"/><Relationship Id="rId10" Type="http://schemas.openxmlformats.org/officeDocument/2006/relationships/tags" Target="../tags/tag513.xml"/><Relationship Id="rId1" Type="http://schemas.openxmlformats.org/officeDocument/2006/relationships/tags" Target="../tags/tag504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522.xml"/><Relationship Id="rId5" Type="http://schemas.openxmlformats.org/officeDocument/2006/relationships/tags" Target="../tags/tag521.xml"/><Relationship Id="rId4" Type="http://schemas.openxmlformats.org/officeDocument/2006/relationships/tags" Target="../tags/tag520.xml"/><Relationship Id="rId3" Type="http://schemas.openxmlformats.org/officeDocument/2006/relationships/tags" Target="../tags/tag519.xml"/><Relationship Id="rId2" Type="http://schemas.openxmlformats.org/officeDocument/2006/relationships/tags" Target="../tags/tag518.xml"/><Relationship Id="rId1" Type="http://schemas.openxmlformats.org/officeDocument/2006/relationships/tags" Target="../tags/tag51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31.xml"/><Relationship Id="rId8" Type="http://schemas.openxmlformats.org/officeDocument/2006/relationships/tags" Target="../tags/tag530.xml"/><Relationship Id="rId7" Type="http://schemas.openxmlformats.org/officeDocument/2006/relationships/tags" Target="../tags/tag529.xml"/><Relationship Id="rId6" Type="http://schemas.openxmlformats.org/officeDocument/2006/relationships/tags" Target="../tags/tag528.xml"/><Relationship Id="rId5" Type="http://schemas.openxmlformats.org/officeDocument/2006/relationships/tags" Target="../tags/tag527.xml"/><Relationship Id="rId4" Type="http://schemas.openxmlformats.org/officeDocument/2006/relationships/tags" Target="../tags/tag526.xml"/><Relationship Id="rId3" Type="http://schemas.openxmlformats.org/officeDocument/2006/relationships/tags" Target="../tags/tag525.xml"/><Relationship Id="rId2" Type="http://schemas.openxmlformats.org/officeDocument/2006/relationships/tags" Target="../tags/tag524.x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533.xml"/><Relationship Id="rId10" Type="http://schemas.openxmlformats.org/officeDocument/2006/relationships/tags" Target="../tags/tag532.xml"/><Relationship Id="rId1" Type="http://schemas.openxmlformats.org/officeDocument/2006/relationships/tags" Target="../tags/tag523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539.xml"/><Relationship Id="rId5" Type="http://schemas.openxmlformats.org/officeDocument/2006/relationships/tags" Target="../tags/tag538.xml"/><Relationship Id="rId4" Type="http://schemas.openxmlformats.org/officeDocument/2006/relationships/tags" Target="../tags/tag537.xml"/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" Type="http://schemas.openxmlformats.org/officeDocument/2006/relationships/tags" Target="../tags/tag534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543.xml"/><Relationship Id="rId4" Type="http://schemas.openxmlformats.org/officeDocument/2006/relationships/image" Target="../media/image4.png"/><Relationship Id="rId3" Type="http://schemas.openxmlformats.org/officeDocument/2006/relationships/tags" Target="../tags/tag542.xml"/><Relationship Id="rId2" Type="http://schemas.openxmlformats.org/officeDocument/2006/relationships/tags" Target="../tags/tag541.xml"/><Relationship Id="rId1" Type="http://schemas.openxmlformats.org/officeDocument/2006/relationships/tags" Target="../tags/tag54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47.xml"/><Relationship Id="rId3" Type="http://schemas.openxmlformats.org/officeDocument/2006/relationships/tags" Target="../tags/tag546.xml"/><Relationship Id="rId2" Type="http://schemas.openxmlformats.org/officeDocument/2006/relationships/tags" Target="../tags/tag545.xml"/><Relationship Id="rId1" Type="http://schemas.openxmlformats.org/officeDocument/2006/relationships/tags" Target="../tags/tag54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550.xml"/><Relationship Id="rId2" Type="http://schemas.openxmlformats.org/officeDocument/2006/relationships/tags" Target="../tags/tag549.xml"/><Relationship Id="rId1" Type="http://schemas.openxmlformats.org/officeDocument/2006/relationships/tags" Target="../tags/tag548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" Type="http://schemas.openxmlformats.org/officeDocument/2006/relationships/tags" Target="../tags/tag551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559.xml"/><Relationship Id="rId5" Type="http://schemas.openxmlformats.org/officeDocument/2006/relationships/tags" Target="../tags/tag558.xml"/><Relationship Id="rId4" Type="http://schemas.openxmlformats.org/officeDocument/2006/relationships/tags" Target="../tags/tag557.xml"/><Relationship Id="rId3" Type="http://schemas.openxmlformats.org/officeDocument/2006/relationships/tags" Target="../tags/tag556.xml"/><Relationship Id="rId2" Type="http://schemas.openxmlformats.org/officeDocument/2006/relationships/tags" Target="../tags/tag555.xml"/><Relationship Id="rId1" Type="http://schemas.openxmlformats.org/officeDocument/2006/relationships/tags" Target="../tags/tag554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565.xml"/><Relationship Id="rId5" Type="http://schemas.openxmlformats.org/officeDocument/2006/relationships/tags" Target="../tags/tag564.xml"/><Relationship Id="rId4" Type="http://schemas.openxmlformats.org/officeDocument/2006/relationships/tags" Target="../tags/tag563.xml"/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" Type="http://schemas.openxmlformats.org/officeDocument/2006/relationships/tags" Target="../tags/tag560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571.xml"/><Relationship Id="rId5" Type="http://schemas.openxmlformats.org/officeDocument/2006/relationships/tags" Target="../tags/tag570.xml"/><Relationship Id="rId4" Type="http://schemas.openxmlformats.org/officeDocument/2006/relationships/tags" Target="../tags/tag569.xml"/><Relationship Id="rId3" Type="http://schemas.openxmlformats.org/officeDocument/2006/relationships/tags" Target="../tags/tag568.xml"/><Relationship Id="rId2" Type="http://schemas.openxmlformats.org/officeDocument/2006/relationships/tags" Target="../tags/tag567.xml"/><Relationship Id="rId1" Type="http://schemas.openxmlformats.org/officeDocument/2006/relationships/tags" Target="../tags/tag566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576.xml"/><Relationship Id="rId4" Type="http://schemas.openxmlformats.org/officeDocument/2006/relationships/tags" Target="../tags/tag575.xml"/><Relationship Id="rId3" Type="http://schemas.openxmlformats.org/officeDocument/2006/relationships/tags" Target="../tags/tag574.xml"/><Relationship Id="rId2" Type="http://schemas.openxmlformats.org/officeDocument/2006/relationships/tags" Target="../tags/tag573.xml"/><Relationship Id="rId1" Type="http://schemas.openxmlformats.org/officeDocument/2006/relationships/tags" Target="../tags/tag572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80.xml"/><Relationship Id="rId3" Type="http://schemas.openxmlformats.org/officeDocument/2006/relationships/tags" Target="../tags/tag579.xml"/><Relationship Id="rId2" Type="http://schemas.openxmlformats.org/officeDocument/2006/relationships/tags" Target="../tags/tag578.xml"/><Relationship Id="rId1" Type="http://schemas.openxmlformats.org/officeDocument/2006/relationships/tags" Target="../tags/tag577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84.xml"/><Relationship Id="rId3" Type="http://schemas.openxmlformats.org/officeDocument/2006/relationships/tags" Target="../tags/tag583.xml"/><Relationship Id="rId2" Type="http://schemas.openxmlformats.org/officeDocument/2006/relationships/tags" Target="../tags/tag582.xml"/><Relationship Id="rId1" Type="http://schemas.openxmlformats.org/officeDocument/2006/relationships/tags" Target="../tags/tag581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88.xml"/><Relationship Id="rId3" Type="http://schemas.openxmlformats.org/officeDocument/2006/relationships/tags" Target="../tags/tag587.xml"/><Relationship Id="rId2" Type="http://schemas.openxmlformats.org/officeDocument/2006/relationships/tags" Target="../tags/tag586.xml"/><Relationship Id="rId1" Type="http://schemas.openxmlformats.org/officeDocument/2006/relationships/tags" Target="../tags/tag585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91.xml"/><Relationship Id="rId2" Type="http://schemas.openxmlformats.org/officeDocument/2006/relationships/tags" Target="../tags/tag590.xml"/><Relationship Id="rId1" Type="http://schemas.openxmlformats.org/officeDocument/2006/relationships/tags" Target="../tags/tag589.xml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tags" Target="../tags/tag595.xml"/><Relationship Id="rId4" Type="http://schemas.openxmlformats.org/officeDocument/2006/relationships/image" Target="../media/image5.png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" Type="http://schemas.openxmlformats.org/officeDocument/2006/relationships/tags" Target="../tags/tag592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602.xml"/><Relationship Id="rId8" Type="http://schemas.openxmlformats.org/officeDocument/2006/relationships/tags" Target="../tags/tag601.xml"/><Relationship Id="rId7" Type="http://schemas.openxmlformats.org/officeDocument/2006/relationships/image" Target="../media/image8.png"/><Relationship Id="rId6" Type="http://schemas.openxmlformats.org/officeDocument/2006/relationships/tags" Target="../tags/tag600.xml"/><Relationship Id="rId5" Type="http://schemas.openxmlformats.org/officeDocument/2006/relationships/tags" Target="../tags/tag599.xml"/><Relationship Id="rId4" Type="http://schemas.openxmlformats.org/officeDocument/2006/relationships/image" Target="../media/image7.png"/><Relationship Id="rId3" Type="http://schemas.openxmlformats.org/officeDocument/2006/relationships/tags" Target="../tags/tag598.xml"/><Relationship Id="rId2" Type="http://schemas.openxmlformats.org/officeDocument/2006/relationships/tags" Target="../tags/tag597.xml"/><Relationship Id="rId16" Type="http://schemas.openxmlformats.org/officeDocument/2006/relationships/slideLayout" Target="../slideLayouts/slideLayout4.xml"/><Relationship Id="rId15" Type="http://schemas.openxmlformats.org/officeDocument/2006/relationships/image" Target="../media/image9.png"/><Relationship Id="rId14" Type="http://schemas.openxmlformats.org/officeDocument/2006/relationships/tags" Target="../tags/tag607.xml"/><Relationship Id="rId13" Type="http://schemas.openxmlformats.org/officeDocument/2006/relationships/tags" Target="../tags/tag606.xml"/><Relationship Id="rId12" Type="http://schemas.openxmlformats.org/officeDocument/2006/relationships/tags" Target="../tags/tag605.xml"/><Relationship Id="rId11" Type="http://schemas.openxmlformats.org/officeDocument/2006/relationships/tags" Target="../tags/tag604.xml"/><Relationship Id="rId10" Type="http://schemas.openxmlformats.org/officeDocument/2006/relationships/tags" Target="../tags/tag603.xml"/><Relationship Id="rId1" Type="http://schemas.openxmlformats.org/officeDocument/2006/relationships/tags" Target="../tags/tag596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tags" Target="../tags/tag611.xml"/><Relationship Id="rId4" Type="http://schemas.openxmlformats.org/officeDocument/2006/relationships/tags" Target="../tags/tag610.xml"/><Relationship Id="rId3" Type="http://schemas.openxmlformats.org/officeDocument/2006/relationships/tags" Target="../tags/tag609.xml"/><Relationship Id="rId2" Type="http://schemas.openxmlformats.org/officeDocument/2006/relationships/image" Target="../media/image10.png"/><Relationship Id="rId1" Type="http://schemas.openxmlformats.org/officeDocument/2006/relationships/tags" Target="../tags/tag608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618.xml"/><Relationship Id="rId8" Type="http://schemas.openxmlformats.org/officeDocument/2006/relationships/image" Target="../media/image13.png"/><Relationship Id="rId7" Type="http://schemas.openxmlformats.org/officeDocument/2006/relationships/tags" Target="../tags/tag617.xml"/><Relationship Id="rId6" Type="http://schemas.openxmlformats.org/officeDocument/2006/relationships/tags" Target="../tags/tag616.xml"/><Relationship Id="rId5" Type="http://schemas.openxmlformats.org/officeDocument/2006/relationships/tags" Target="../tags/tag615.xml"/><Relationship Id="rId4" Type="http://schemas.openxmlformats.org/officeDocument/2006/relationships/tags" Target="../tags/tag614.xml"/><Relationship Id="rId3" Type="http://schemas.openxmlformats.org/officeDocument/2006/relationships/image" Target="../media/image12.jpeg"/><Relationship Id="rId2" Type="http://schemas.openxmlformats.org/officeDocument/2006/relationships/tags" Target="../tags/tag613.xml"/><Relationship Id="rId13" Type="http://schemas.openxmlformats.org/officeDocument/2006/relationships/slideLayout" Target="../slideLayouts/slideLayout4.xml"/><Relationship Id="rId12" Type="http://schemas.openxmlformats.org/officeDocument/2006/relationships/image" Target="../media/image15.png"/><Relationship Id="rId11" Type="http://schemas.openxmlformats.org/officeDocument/2006/relationships/tags" Target="../tags/tag619.xml"/><Relationship Id="rId10" Type="http://schemas.openxmlformats.org/officeDocument/2006/relationships/image" Target="../media/image14.png"/><Relationship Id="rId1" Type="http://schemas.openxmlformats.org/officeDocument/2006/relationships/tags" Target="../tags/tag61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624.xml"/><Relationship Id="rId7" Type="http://schemas.openxmlformats.org/officeDocument/2006/relationships/image" Target="../media/image18.jpeg"/><Relationship Id="rId6" Type="http://schemas.openxmlformats.org/officeDocument/2006/relationships/tags" Target="../tags/tag623.xml"/><Relationship Id="rId5" Type="http://schemas.openxmlformats.org/officeDocument/2006/relationships/image" Target="../media/image17.emf"/><Relationship Id="rId4" Type="http://schemas.openxmlformats.org/officeDocument/2006/relationships/tags" Target="../tags/tag622.xml"/><Relationship Id="rId3" Type="http://schemas.openxmlformats.org/officeDocument/2006/relationships/image" Target="../media/image16.emf"/><Relationship Id="rId2" Type="http://schemas.openxmlformats.org/officeDocument/2006/relationships/tags" Target="../tags/tag621.xml"/><Relationship Id="rId18" Type="http://schemas.openxmlformats.org/officeDocument/2006/relationships/slideLayout" Target="../slideLayouts/slideLayout4.xml"/><Relationship Id="rId17" Type="http://schemas.openxmlformats.org/officeDocument/2006/relationships/tags" Target="../tags/tag629.xml"/><Relationship Id="rId16" Type="http://schemas.openxmlformats.org/officeDocument/2006/relationships/tags" Target="../tags/tag628.xml"/><Relationship Id="rId15" Type="http://schemas.openxmlformats.org/officeDocument/2006/relationships/image" Target="../media/image22.emf"/><Relationship Id="rId14" Type="http://schemas.openxmlformats.org/officeDocument/2006/relationships/tags" Target="../tags/tag627.xml"/><Relationship Id="rId13" Type="http://schemas.openxmlformats.org/officeDocument/2006/relationships/image" Target="../media/image21.jpeg"/><Relationship Id="rId12" Type="http://schemas.openxmlformats.org/officeDocument/2006/relationships/tags" Target="../tags/tag626.xml"/><Relationship Id="rId11" Type="http://schemas.openxmlformats.org/officeDocument/2006/relationships/image" Target="../media/image20.png"/><Relationship Id="rId10" Type="http://schemas.openxmlformats.org/officeDocument/2006/relationships/tags" Target="../tags/tag625.xml"/><Relationship Id="rId1" Type="http://schemas.openxmlformats.org/officeDocument/2006/relationships/tags" Target="../tags/tag620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636.xml"/><Relationship Id="rId7" Type="http://schemas.openxmlformats.org/officeDocument/2006/relationships/tags" Target="../tags/tag635.xml"/><Relationship Id="rId6" Type="http://schemas.openxmlformats.org/officeDocument/2006/relationships/image" Target="../media/image23.png"/><Relationship Id="rId5" Type="http://schemas.openxmlformats.org/officeDocument/2006/relationships/tags" Target="../tags/tag634.xml"/><Relationship Id="rId4" Type="http://schemas.openxmlformats.org/officeDocument/2006/relationships/tags" Target="../tags/tag633.xml"/><Relationship Id="rId3" Type="http://schemas.openxmlformats.org/officeDocument/2006/relationships/tags" Target="../tags/tag632.xml"/><Relationship Id="rId2" Type="http://schemas.openxmlformats.org/officeDocument/2006/relationships/tags" Target="../tags/tag631.xml"/><Relationship Id="rId1" Type="http://schemas.openxmlformats.org/officeDocument/2006/relationships/tags" Target="../tags/tag630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643.xml"/><Relationship Id="rId8" Type="http://schemas.openxmlformats.org/officeDocument/2006/relationships/tags" Target="../tags/tag642.xml"/><Relationship Id="rId7" Type="http://schemas.openxmlformats.org/officeDocument/2006/relationships/tags" Target="../tags/tag641.xml"/><Relationship Id="rId6" Type="http://schemas.openxmlformats.org/officeDocument/2006/relationships/tags" Target="../tags/tag640.xml"/><Relationship Id="rId5" Type="http://schemas.openxmlformats.org/officeDocument/2006/relationships/image" Target="../media/image25.jpeg"/><Relationship Id="rId4" Type="http://schemas.openxmlformats.org/officeDocument/2006/relationships/tags" Target="../tags/tag639.xml"/><Relationship Id="rId3" Type="http://schemas.openxmlformats.org/officeDocument/2006/relationships/image" Target="../media/image24.png"/><Relationship Id="rId2" Type="http://schemas.openxmlformats.org/officeDocument/2006/relationships/tags" Target="../tags/tag638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63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45.xml"/><Relationship Id="rId1" Type="http://schemas.openxmlformats.org/officeDocument/2006/relationships/tags" Target="../tags/tag644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652.xml"/><Relationship Id="rId8" Type="http://schemas.openxmlformats.org/officeDocument/2006/relationships/tags" Target="../tags/tag651.xml"/><Relationship Id="rId7" Type="http://schemas.openxmlformats.org/officeDocument/2006/relationships/tags" Target="../tags/tag650.xml"/><Relationship Id="rId6" Type="http://schemas.openxmlformats.org/officeDocument/2006/relationships/image" Target="../media/image24.png"/><Relationship Id="rId5" Type="http://schemas.openxmlformats.org/officeDocument/2006/relationships/tags" Target="../tags/tag649.xml"/><Relationship Id="rId4" Type="http://schemas.openxmlformats.org/officeDocument/2006/relationships/image" Target="../media/image26.jpeg"/><Relationship Id="rId3" Type="http://schemas.openxmlformats.org/officeDocument/2006/relationships/tags" Target="../tags/tag648.xml"/><Relationship Id="rId2" Type="http://schemas.openxmlformats.org/officeDocument/2006/relationships/tags" Target="../tags/tag647.xml"/><Relationship Id="rId12" Type="http://schemas.openxmlformats.org/officeDocument/2006/relationships/slideLayout" Target="../slideLayouts/slideLayout4.xml"/><Relationship Id="rId11" Type="http://schemas.openxmlformats.org/officeDocument/2006/relationships/tags" Target="../tags/tag654.xml"/><Relationship Id="rId10" Type="http://schemas.openxmlformats.org/officeDocument/2006/relationships/tags" Target="../tags/tag653.xml"/><Relationship Id="rId1" Type="http://schemas.openxmlformats.org/officeDocument/2006/relationships/tags" Target="../tags/tag64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56.xml"/><Relationship Id="rId1" Type="http://schemas.openxmlformats.org/officeDocument/2006/relationships/tags" Target="../tags/tag65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58.xml"/><Relationship Id="rId1" Type="http://schemas.openxmlformats.org/officeDocument/2006/relationships/tags" Target="../tags/tag657.xml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1.xml"/><Relationship Id="rId2" Type="http://schemas.openxmlformats.org/officeDocument/2006/relationships/tags" Target="../tags/tag660.xml"/><Relationship Id="rId1" Type="http://schemas.openxmlformats.org/officeDocument/2006/relationships/tags" Target="../tags/tag659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668.xml"/><Relationship Id="rId8" Type="http://schemas.openxmlformats.org/officeDocument/2006/relationships/tags" Target="../tags/tag667.xml"/><Relationship Id="rId7" Type="http://schemas.openxmlformats.org/officeDocument/2006/relationships/tags" Target="../tags/tag666.xml"/><Relationship Id="rId6" Type="http://schemas.openxmlformats.org/officeDocument/2006/relationships/tags" Target="../tags/tag665.xml"/><Relationship Id="rId5" Type="http://schemas.openxmlformats.org/officeDocument/2006/relationships/image" Target="../media/image28.png"/><Relationship Id="rId4" Type="http://schemas.openxmlformats.org/officeDocument/2006/relationships/tags" Target="../tags/tag664.xml"/><Relationship Id="rId3" Type="http://schemas.openxmlformats.org/officeDocument/2006/relationships/image" Target="../media/image27.png"/><Relationship Id="rId2" Type="http://schemas.openxmlformats.org/officeDocument/2006/relationships/tags" Target="../tags/tag663.xml"/><Relationship Id="rId19" Type="http://schemas.openxmlformats.org/officeDocument/2006/relationships/slideLayout" Target="../slideLayouts/slideLayout4.xml"/><Relationship Id="rId18" Type="http://schemas.openxmlformats.org/officeDocument/2006/relationships/tags" Target="../tags/tag677.xml"/><Relationship Id="rId17" Type="http://schemas.openxmlformats.org/officeDocument/2006/relationships/tags" Target="../tags/tag676.xml"/><Relationship Id="rId16" Type="http://schemas.openxmlformats.org/officeDocument/2006/relationships/tags" Target="../tags/tag675.xml"/><Relationship Id="rId15" Type="http://schemas.openxmlformats.org/officeDocument/2006/relationships/tags" Target="../tags/tag674.xml"/><Relationship Id="rId14" Type="http://schemas.openxmlformats.org/officeDocument/2006/relationships/tags" Target="../tags/tag673.xml"/><Relationship Id="rId13" Type="http://schemas.openxmlformats.org/officeDocument/2006/relationships/tags" Target="../tags/tag672.xml"/><Relationship Id="rId12" Type="http://schemas.openxmlformats.org/officeDocument/2006/relationships/tags" Target="../tags/tag671.xml"/><Relationship Id="rId11" Type="http://schemas.openxmlformats.org/officeDocument/2006/relationships/tags" Target="../tags/tag670.xml"/><Relationship Id="rId10" Type="http://schemas.openxmlformats.org/officeDocument/2006/relationships/tags" Target="../tags/tag669.xml"/><Relationship Id="rId1" Type="http://schemas.openxmlformats.org/officeDocument/2006/relationships/tags" Target="../tags/tag662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" Type="http://schemas.openxmlformats.org/officeDocument/2006/relationships/tags" Target="../tags/tag679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686.xml"/><Relationship Id="rId1" Type="http://schemas.openxmlformats.org/officeDocument/2006/relationships/tags" Target="../tags/tag678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9.png"/><Relationship Id="rId3" Type="http://schemas.openxmlformats.org/officeDocument/2006/relationships/tags" Target="../tags/tag689.xml"/><Relationship Id="rId2" Type="http://schemas.openxmlformats.org/officeDocument/2006/relationships/tags" Target="../tags/tag688.xml"/><Relationship Id="rId1" Type="http://schemas.openxmlformats.org/officeDocument/2006/relationships/tags" Target="../tags/tag687.xml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694.xml"/><Relationship Id="rId4" Type="http://schemas.openxmlformats.org/officeDocument/2006/relationships/tags" Target="../tags/tag693.xml"/><Relationship Id="rId3" Type="http://schemas.openxmlformats.org/officeDocument/2006/relationships/tags" Target="../tags/tag692.xml"/><Relationship Id="rId2" Type="http://schemas.openxmlformats.org/officeDocument/2006/relationships/tags" Target="../tags/tag691.xml"/><Relationship Id="rId1" Type="http://schemas.openxmlformats.org/officeDocument/2006/relationships/tags" Target="../tags/tag690.xml"/></Relationships>
</file>

<file path=ppt/slides/_rels/slide5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700.xml"/><Relationship Id="rId5" Type="http://schemas.openxmlformats.org/officeDocument/2006/relationships/tags" Target="../tags/tag699.xml"/><Relationship Id="rId4" Type="http://schemas.openxmlformats.org/officeDocument/2006/relationships/tags" Target="../tags/tag698.xml"/><Relationship Id="rId3" Type="http://schemas.openxmlformats.org/officeDocument/2006/relationships/tags" Target="../tags/tag697.xml"/><Relationship Id="rId2" Type="http://schemas.openxmlformats.org/officeDocument/2006/relationships/tags" Target="../tags/tag696.xml"/><Relationship Id="rId1" Type="http://schemas.openxmlformats.org/officeDocument/2006/relationships/tags" Target="../tags/tag695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04.xml"/><Relationship Id="rId3" Type="http://schemas.openxmlformats.org/officeDocument/2006/relationships/tags" Target="../tags/tag703.xml"/><Relationship Id="rId2" Type="http://schemas.openxmlformats.org/officeDocument/2006/relationships/tags" Target="../tags/tag702.xml"/><Relationship Id="rId1" Type="http://schemas.openxmlformats.org/officeDocument/2006/relationships/tags" Target="../tags/tag7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语文</a:t>
            </a:r>
            <a:r>
              <a:rPr lang="en-US" altLang="zh-CN"/>
              <a:t>·</a:t>
            </a:r>
            <a:r>
              <a:rPr lang="zh-CN" altLang="en-US"/>
              <a:t>三年级</a:t>
            </a:r>
            <a:r>
              <a:rPr lang="zh-CN" altLang="en-US"/>
              <a:t>下册</a:t>
            </a:r>
            <a:endParaRPr lang="zh-CN" altLang="en-US"/>
          </a:p>
        </p:txBody>
      </p:sp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第五</a:t>
            </a:r>
            <a:r>
              <a:rPr lang="zh-CN" altLang="en-US"/>
              <a:t>单元综合复习</a:t>
            </a:r>
            <a:endParaRPr lang="zh-CN" altLang="en-US"/>
          </a:p>
        </p:txBody>
      </p:sp>
      <p:sp>
        <p:nvSpPr>
          <p:cNvPr id="4" name="Rectangle 3                                                                                                                                【作者微信：wcas00】" descr="【作者微信：wcas00】">
            <a:hlinkClick r:id="rId3"/>
          </p:cNvPr>
          <p:cNvSpPr/>
          <p:nvPr>
            <p:custDataLst>
              <p:tags r:id="rId4"/>
            </p:custDataLst>
          </p:nvPr>
        </p:nvSpPr>
        <p:spPr>
          <a:xfrm>
            <a:off x="7892415" y="851535"/>
            <a:ext cx="520065" cy="5200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"/>
            </p:custDataLst>
          </p:nvPr>
        </p:nvSpPr>
        <p:spPr>
          <a:xfrm>
            <a:off x="735648" y="1400175"/>
            <a:ext cx="10720705" cy="3760470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en-US" altLang="zh-CN" sz="4000" b="1" dirty="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4000" b="1" dirty="0">
                <a:latin typeface="楷体" panose="02010609060101010101" charset="-122"/>
                <a:ea typeface="楷体" panose="02010609060101010101" charset="-122"/>
              </a:rPr>
              <a:t>亲爱的同学们，本单元我们学习了</a:t>
            </a:r>
            <a:r>
              <a:rPr lang="en-US" altLang="zh-CN" sz="4000" b="1" dirty="0">
                <a:latin typeface="楷体" panose="02010609060101010101" charset="-122"/>
                <a:ea typeface="楷体" panose="02010609060101010101" charset="-122"/>
              </a:rPr>
              <a:t>《</a:t>
            </a:r>
            <a:r>
              <a:rPr lang="zh-CN" altLang="en-US" sz="4000" b="1" dirty="0">
                <a:latin typeface="楷体" panose="02010609060101010101" charset="-122"/>
                <a:ea typeface="楷体" panose="02010609060101010101" charset="-122"/>
              </a:rPr>
              <a:t>胡萝卜先生的长胡子</a:t>
            </a:r>
            <a:r>
              <a:rPr lang="en-US" altLang="zh-CN" sz="4000" b="1" dirty="0">
                <a:latin typeface="楷体" panose="02010609060101010101" charset="-122"/>
                <a:ea typeface="楷体" panose="02010609060101010101" charset="-122"/>
              </a:rPr>
              <a:t>》《</a:t>
            </a:r>
            <a:r>
              <a:rPr lang="zh-CN" sz="4000" b="1" dirty="0">
                <a:latin typeface="楷体" panose="02010609060101010101" charset="-122"/>
                <a:ea typeface="楷体" panose="02010609060101010101" charset="-122"/>
              </a:rPr>
              <a:t>我变成了一棵树</a:t>
            </a:r>
            <a:r>
              <a:rPr lang="zh-CN" altLang="en-US" sz="4000" b="1">
                <a:latin typeface="楷体" panose="02010609060101010101" charset="-122"/>
                <a:ea typeface="楷体" panose="02010609060101010101" charset="-122"/>
                <a:sym typeface="+mn-ea"/>
              </a:rPr>
              <a:t>》</a:t>
            </a:r>
            <a:r>
              <a:rPr lang="zh-CN" altLang="en-US" sz="4000" b="1">
                <a:latin typeface="楷体" panose="02010609060101010101" charset="-122"/>
                <a:ea typeface="楷体" panose="02010609060101010101" charset="-122"/>
              </a:rPr>
              <a:t>等</a:t>
            </a:r>
            <a:r>
              <a:rPr lang="zh-CN" altLang="en-US" sz="4000" b="1" dirty="0">
                <a:latin typeface="楷体" panose="02010609060101010101" charset="-122"/>
                <a:ea typeface="楷体" panose="02010609060101010101" charset="-122"/>
              </a:rPr>
              <a:t>课文，以及梳理与交流、初试身手、习作等内容，让我们一起来复习一下吧！</a:t>
            </a:r>
            <a:endParaRPr lang="zh-CN" altLang="en-US" sz="4000" b="1"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课文内容</a:t>
            </a:r>
          </a:p>
        </p:txBody>
      </p:sp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995223" y="2870692"/>
            <a:ext cx="6234084" cy="2083389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4400" b="1" dirty="0">
                <a:latin typeface="楷体" panose="02010609060101010101" charset="-122"/>
                <a:ea typeface="楷体" panose="02010609060101010101" charset="-122"/>
                <a:sym typeface="汉仪正圆 55简" panose="00020600040101010101" charset="-122"/>
              </a:rPr>
              <a:t>    </a:t>
            </a:r>
            <a:r>
              <a:rPr lang="zh-CN" altLang="en-US" sz="4400" b="1" dirty="0">
                <a:latin typeface="楷体" panose="02010609060101010101" charset="-122"/>
                <a:ea typeface="楷体" panose="02010609060101010101" charset="-122"/>
                <a:sym typeface="汉仪正圆 55简" panose="00020600040101010101" charset="-122"/>
              </a:rPr>
              <a:t>同学们，你还记得本单元的课文讲了哪些内容吗？</a:t>
            </a:r>
            <a:endParaRPr lang="zh-CN" altLang="en-US" sz="44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3"/>
            </p:custDataLst>
          </p:nvPr>
        </p:nvCxnSpPr>
        <p:spPr>
          <a:xfrm>
            <a:off x="5110935" y="2754925"/>
            <a:ext cx="611842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胡萝卜先生的长胡子</a:t>
            </a:r>
            <a:endParaRPr lang="zh-CN" altLang="en-US"/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51803" y="1229360"/>
            <a:ext cx="11288395" cy="4742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文讲述了胡萝卜先生漏刮了一根胡子后的一段有趣的经历。这根胡子吸收了果酱的营养，长得很长很长，先后被小男孩用来放风筝，被鸟太太用来晾尿布，被胡萝卜先生用来系眼镜，展现出作者的想象充满童趣与温暖，让我们感受到想象不仅能创造出奇妙的情节，还能传递出善意与美好。</a:t>
            </a:r>
            <a:endParaRPr lang="zh-CN" altLang="en-US" sz="36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24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3"/>
            </p:custDataLst>
          </p:nvPr>
        </p:nvGrpSpPr>
        <p:grpSpPr>
          <a:xfrm>
            <a:off x="6014085" y="1238885"/>
            <a:ext cx="3231515" cy="720090"/>
            <a:chOff x="8073" y="8621"/>
            <a:chExt cx="4534" cy="1134"/>
          </a:xfrm>
        </p:grpSpPr>
        <p:sp>
          <p:nvSpPr>
            <p:cNvPr id="8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4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5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6"/>
            </p:custDataLst>
          </p:nvPr>
        </p:nvSpPr>
        <p:spPr>
          <a:xfrm>
            <a:off x="6014085" y="1238885"/>
            <a:ext cx="3231515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/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漏刮了一根胡子</a:t>
            </a:r>
            <a:endParaRPr lang="zh-CN" altLang="en-US" sz="36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9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7"/>
            </p:custDataLst>
          </p:nvPr>
        </p:nvGrpSpPr>
        <p:grpSpPr>
          <a:xfrm>
            <a:off x="9721850" y="2059940"/>
            <a:ext cx="1854200" cy="720090"/>
            <a:chOff x="8073" y="8621"/>
            <a:chExt cx="4534" cy="1134"/>
          </a:xfrm>
        </p:grpSpPr>
        <p:sp>
          <p:nvSpPr>
            <p:cNvPr id="10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8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9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0"/>
            </p:custDataLst>
          </p:nvPr>
        </p:nvSpPr>
        <p:spPr>
          <a:xfrm>
            <a:off x="9721850" y="2059940"/>
            <a:ext cx="185420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>
              <a:buClrTx/>
              <a:buSzTx/>
              <a:buFontTx/>
            </a:pPr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很长很长</a:t>
            </a:r>
            <a:endParaRPr lang="zh-CN" altLang="en-US" sz="36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4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11"/>
            </p:custDataLst>
          </p:nvPr>
        </p:nvGrpSpPr>
        <p:grpSpPr>
          <a:xfrm>
            <a:off x="4197350" y="2831465"/>
            <a:ext cx="1450975" cy="720090"/>
            <a:chOff x="8073" y="8621"/>
            <a:chExt cx="4534" cy="1134"/>
          </a:xfrm>
        </p:grpSpPr>
        <p:sp>
          <p:nvSpPr>
            <p:cNvPr id="15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12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13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4"/>
            </p:custDataLst>
          </p:nvPr>
        </p:nvSpPr>
        <p:spPr>
          <a:xfrm>
            <a:off x="4197350" y="2831465"/>
            <a:ext cx="1450975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>
              <a:buClrTx/>
              <a:buSzTx/>
              <a:buFontTx/>
            </a:pPr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放风筝</a:t>
            </a:r>
            <a:endParaRPr lang="zh-CN" altLang="en-US" sz="36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5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15"/>
            </p:custDataLst>
          </p:nvPr>
        </p:nvGrpSpPr>
        <p:grpSpPr>
          <a:xfrm>
            <a:off x="8759825" y="2837815"/>
            <a:ext cx="1470660" cy="662305"/>
            <a:chOff x="8073" y="8621"/>
            <a:chExt cx="4534" cy="1134"/>
          </a:xfrm>
        </p:grpSpPr>
        <p:sp>
          <p:nvSpPr>
            <p:cNvPr id="21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16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17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8"/>
            </p:custDataLst>
          </p:nvPr>
        </p:nvSpPr>
        <p:spPr>
          <a:xfrm>
            <a:off x="8759825" y="2891155"/>
            <a:ext cx="1470660" cy="608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>
              <a:buClrTx/>
              <a:buSzTx/>
              <a:buFontTx/>
            </a:pPr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晾尿布</a:t>
            </a:r>
            <a:endParaRPr lang="zh-CN" altLang="en-US" sz="36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7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19"/>
            </p:custDataLst>
          </p:nvPr>
        </p:nvGrpSpPr>
        <p:grpSpPr>
          <a:xfrm>
            <a:off x="3270250" y="3560445"/>
            <a:ext cx="1451610" cy="720090"/>
            <a:chOff x="8073" y="8621"/>
            <a:chExt cx="4534" cy="1134"/>
          </a:xfrm>
        </p:grpSpPr>
        <p:sp>
          <p:nvSpPr>
            <p:cNvPr id="13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20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21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2"/>
            </p:custDataLst>
          </p:nvPr>
        </p:nvSpPr>
        <p:spPr>
          <a:xfrm>
            <a:off x="3270250" y="3560445"/>
            <a:ext cx="145161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/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系眼镜</a:t>
            </a:r>
            <a:endParaRPr lang="zh-CN" altLang="en-US" sz="36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48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23"/>
            </p:custDataLst>
          </p:nvPr>
        </p:nvGrpSpPr>
        <p:grpSpPr>
          <a:xfrm>
            <a:off x="1892300" y="5080000"/>
            <a:ext cx="2314575" cy="720090"/>
            <a:chOff x="8073" y="8621"/>
            <a:chExt cx="4534" cy="1134"/>
          </a:xfrm>
        </p:grpSpPr>
        <p:sp>
          <p:nvSpPr>
            <p:cNvPr id="49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24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25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6"/>
            </p:custDataLst>
          </p:nvPr>
        </p:nvSpPr>
        <p:spPr>
          <a:xfrm>
            <a:off x="1892300" y="5080000"/>
            <a:ext cx="2314575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/>
            <a:r>
              <a:rPr lang="zh-CN" altLang="en-US" sz="36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善意与美好</a:t>
            </a:r>
            <a:endParaRPr lang="zh-CN" altLang="en-US" sz="36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nimBg="1"/>
      <p:bldP spid="12" grpId="0" bldLvl="0" animBg="1"/>
      <p:bldP spid="4" grpId="0" bldLvl="0" animBg="1"/>
      <p:bldP spid="23" grpId="0" bldLvl="0" animBg="1"/>
      <p:bldP spid="25" grpId="0" bldLvl="0" animBg="1"/>
      <p:bldP spid="51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我变成了一棵树</a:t>
            </a:r>
            <a:endParaRPr lang="zh-CN" altLang="en-US"/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51803" y="1502410"/>
            <a:ext cx="11288395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课文</a:t>
            </a: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从“我”的愿望出发，展开大胆想象，讲述了“我”变成一棵树之后发生的一连串奇妙的事情：小动物们住进各种形状的鸟窝，妈妈坐在鸟窝里给小动物分食物，“我”馋得直流口水。全文语言轻松活泼，字里行间充满了童趣。</a:t>
            </a:r>
            <a:endParaRPr lang="zh-CN" altLang="en-US" sz="40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14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3"/>
            </p:custDataLst>
          </p:nvPr>
        </p:nvGrpSpPr>
        <p:grpSpPr>
          <a:xfrm>
            <a:off x="5630545" y="3342005"/>
            <a:ext cx="3594100" cy="720090"/>
            <a:chOff x="8073" y="8621"/>
            <a:chExt cx="4534" cy="1134"/>
          </a:xfrm>
        </p:grpSpPr>
        <p:sp>
          <p:nvSpPr>
            <p:cNvPr id="15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4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5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6"/>
            </p:custDataLst>
          </p:nvPr>
        </p:nvSpPr>
        <p:spPr>
          <a:xfrm>
            <a:off x="5630545" y="3342005"/>
            <a:ext cx="359410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/>
            <a:r>
              <a:rPr lang="zh-CN" altLang="en-US" sz="4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各种形状的鸟窝</a:t>
            </a:r>
            <a:endParaRPr lang="zh-CN" altLang="en-US" sz="40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8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7"/>
            </p:custDataLst>
          </p:nvPr>
        </p:nvGrpSpPr>
        <p:grpSpPr>
          <a:xfrm>
            <a:off x="2591435" y="4199890"/>
            <a:ext cx="3605530" cy="720090"/>
            <a:chOff x="8073" y="8621"/>
            <a:chExt cx="4534" cy="1134"/>
          </a:xfrm>
        </p:grpSpPr>
        <p:sp>
          <p:nvSpPr>
            <p:cNvPr id="21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8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9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0"/>
            </p:custDataLst>
          </p:nvPr>
        </p:nvSpPr>
        <p:spPr>
          <a:xfrm>
            <a:off x="2591435" y="4199890"/>
            <a:ext cx="360553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/>
            <a:r>
              <a:rPr lang="zh-CN" altLang="en-US" sz="4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给小动物分食物</a:t>
            </a:r>
            <a:endParaRPr lang="zh-CN" altLang="en-US" sz="40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36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11"/>
            </p:custDataLst>
          </p:nvPr>
        </p:nvGrpSpPr>
        <p:grpSpPr>
          <a:xfrm>
            <a:off x="9225280" y="4199890"/>
            <a:ext cx="2052000" cy="720090"/>
            <a:chOff x="8073" y="8621"/>
            <a:chExt cx="4534" cy="1134"/>
          </a:xfrm>
        </p:grpSpPr>
        <p:sp>
          <p:nvSpPr>
            <p:cNvPr id="37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12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8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13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4"/>
            </p:custDataLst>
          </p:nvPr>
        </p:nvSpPr>
        <p:spPr>
          <a:xfrm>
            <a:off x="9225280" y="4199890"/>
            <a:ext cx="205200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/>
            <a:r>
              <a:rPr lang="zh-CN" altLang="en-US" sz="4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直流口水</a:t>
            </a:r>
            <a:endParaRPr lang="zh-CN" altLang="en-US" sz="40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28" name="底板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15"/>
            </p:custDataLst>
          </p:nvPr>
        </p:nvGrpSpPr>
        <p:grpSpPr>
          <a:xfrm>
            <a:off x="3587750" y="2484120"/>
            <a:ext cx="2556000" cy="720090"/>
            <a:chOff x="8073" y="8621"/>
            <a:chExt cx="4534" cy="1134"/>
          </a:xfrm>
        </p:grpSpPr>
        <p:sp>
          <p:nvSpPr>
            <p:cNvPr id="29" name="背景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16"/>
              </p:custDataLst>
            </p:nvPr>
          </p:nvSpPr>
          <p:spPr>
            <a:xfrm>
              <a:off x="8073" y="8621"/>
              <a:ext cx="4535" cy="11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横线                                                                                                                                【作者微信：wcas00】" descr="【作者微信：wcas00】"/>
            <p:cNvCxnSpPr/>
            <p:nvPr>
              <p:custDataLst>
                <p:tags r:id="rId17"/>
              </p:custDataLst>
            </p:nvPr>
          </p:nvCxnSpPr>
          <p:spPr>
            <a:xfrm>
              <a:off x="8073" y="9755"/>
              <a:ext cx="4535" cy="0"/>
            </a:xfrm>
            <a:prstGeom prst="line">
              <a:avLst/>
            </a:prstGeom>
            <a:ln w="254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8"/>
            </p:custDataLst>
          </p:nvPr>
        </p:nvSpPr>
        <p:spPr>
          <a:xfrm>
            <a:off x="3587750" y="2484120"/>
            <a:ext cx="255600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1"/>
          <a:lstStyle/>
          <a:p>
            <a:pPr algn="ctr"/>
            <a:r>
              <a:rPr lang="zh-CN" altLang="en-US" sz="40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变成一棵树</a:t>
            </a:r>
            <a:endParaRPr lang="zh-CN" altLang="en-US" sz="40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23" grpId="0" bldLvl="0" animBg="1"/>
      <p:bldP spid="39" grpId="0" bldLvl="0" animBg="1"/>
      <p:bldP spid="31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184853" y="1445082"/>
            <a:ext cx="5699903" cy="1120848"/>
          </a:xfrm>
        </p:spPr>
        <p:txBody>
          <a:bodyPr/>
          <a:lstStyle/>
          <a:p>
            <a:r>
              <a:t>我会认</a:t>
            </a:r>
          </a:p>
        </p:txBody>
      </p:sp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995223" y="2870692"/>
            <a:ext cx="6234084" cy="2083389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4400" b="1" dirty="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4400" b="1" dirty="0">
                <a:latin typeface="楷体" panose="02010609060101010101" charset="-122"/>
                <a:ea typeface="楷体" panose="02010609060101010101" charset="-122"/>
              </a:rPr>
              <a:t>接下来让我们一起来复习本单元要会认的生字。</a:t>
            </a:r>
            <a:endParaRPr lang="zh-CN" altLang="en-US" sz="44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3"/>
            </p:custDataLst>
          </p:nvPr>
        </p:nvCxnSpPr>
        <p:spPr>
          <a:xfrm>
            <a:off x="5110935" y="2754925"/>
            <a:ext cx="611842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胡萝卜先生的长胡子</a:t>
            </a:r>
            <a:endParaRPr lang="zh-CN" altLang="en-US"/>
          </a:p>
        </p:txBody>
      </p:sp>
      <p:sp>
        <p:nvSpPr>
          <p:cNvPr id="20" name="圆角矩形标注 19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"/>
            </p:custDataLst>
          </p:nvPr>
        </p:nvSpPr>
        <p:spPr>
          <a:xfrm>
            <a:off x="1767205" y="5198110"/>
            <a:ext cx="6777990" cy="1012825"/>
          </a:xfrm>
          <a:prstGeom prst="wedgeRoundRectCallout">
            <a:avLst>
              <a:gd name="adj1" fmla="val -52995"/>
              <a:gd name="adj2" fmla="val 2435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“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卜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”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是轻声，“愁”是翘舌音。</a:t>
            </a:r>
            <a:endParaRPr lang="zh-CN" altLang="en-US" sz="32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42" name="图片 41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1142" y="5132689"/>
            <a:ext cx="927832" cy="1357886"/>
          </a:xfrm>
          <a:prstGeom prst="rect">
            <a:avLst/>
          </a:prstGeom>
        </p:spPr>
      </p:pic>
      <p:graphicFrame>
        <p:nvGraphicFramePr>
          <p:cNvPr id="4" name="表格 1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5"/>
            </p:custDataLst>
          </p:nvPr>
        </p:nvGraphicFramePr>
        <p:xfrm>
          <a:off x="1394778" y="1913255"/>
          <a:ext cx="940308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770"/>
                <a:gridCol w="2350770"/>
                <a:gridCol w="2350770"/>
                <a:gridCol w="2350770"/>
              </a:tblGrid>
              <a:tr h="1219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萝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卜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愁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晾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2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6"/>
            </p:custDataLst>
          </p:nvPr>
        </p:nvGraphicFramePr>
        <p:xfrm>
          <a:off x="1394778" y="1344295"/>
          <a:ext cx="9403080" cy="65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770"/>
                <a:gridCol w="2350770"/>
                <a:gridCol w="2350770"/>
                <a:gridCol w="2350770"/>
              </a:tblGrid>
              <a:tr h="650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</a:rPr>
                        <a:t>luó</a:t>
                      </a:r>
                      <a:endParaRPr lang="en-US" altLang="zh-CN" sz="40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bo</a:t>
                      </a:r>
                      <a:endParaRPr lang="en-US" altLang="zh-CN" sz="40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chóu</a:t>
                      </a:r>
                      <a:endParaRPr lang="en-US" altLang="zh-CN" sz="40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liàng</a:t>
                      </a:r>
                      <a:endParaRPr lang="en-US" altLang="zh-CN" sz="40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7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7"/>
            </p:custDataLst>
          </p:nvPr>
        </p:nvGraphicFramePr>
        <p:xfrm>
          <a:off x="2304415" y="3836670"/>
          <a:ext cx="7583805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935"/>
                <a:gridCol w="2527935"/>
                <a:gridCol w="2527935"/>
              </a:tblGrid>
              <a:tr h="1219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尿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肩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掏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8"/>
            </p:custDataLst>
          </p:nvPr>
        </p:nvGraphicFramePr>
        <p:xfrm>
          <a:off x="2304415" y="3186430"/>
          <a:ext cx="7583805" cy="65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935"/>
                <a:gridCol w="2527935"/>
                <a:gridCol w="2527935"/>
              </a:tblGrid>
              <a:tr h="650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</a:rPr>
                        <a:t>niào </a:t>
                      </a:r>
                      <a:endParaRPr lang="zh-CN" altLang="en-US" sz="40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jiān</a:t>
                      </a:r>
                      <a:endParaRPr lang="en-US" altLang="zh-CN" sz="40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40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t</a:t>
                      </a:r>
                      <a:r>
                        <a:rPr lang="en-US" altLang="en-US" sz="40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ā</a:t>
                      </a:r>
                      <a:r>
                        <a:rPr lang="en-US" altLang="zh-CN" sz="40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o</a:t>
                      </a:r>
                      <a:endParaRPr lang="en-US" altLang="zh-CN" sz="40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我变成了一棵树</a:t>
            </a:r>
            <a:endParaRPr lang="zh-CN" altLang="en-US"/>
          </a:p>
        </p:txBody>
      </p:sp>
      <p:sp>
        <p:nvSpPr>
          <p:cNvPr id="43" name="圆角矩形标注 42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"/>
            </p:custDataLst>
          </p:nvPr>
        </p:nvSpPr>
        <p:spPr>
          <a:xfrm>
            <a:off x="1861820" y="5122545"/>
            <a:ext cx="9420225" cy="1367790"/>
          </a:xfrm>
          <a:prstGeom prst="wedgeRoundRectCallout">
            <a:avLst>
              <a:gd name="adj1" fmla="val -54838"/>
              <a:gd name="adj2" fmla="val 1852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  </a:t>
            </a:r>
            <a:r>
              <a:rPr lang="zh-CN" altLang="en-US" sz="28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“嗓、醋”是平舌音，“震、肠、馋”是翘舌音，“震、啃、馋”是前鼻音，“嗓、菱、零、肠”是后鼻音。</a:t>
            </a:r>
            <a:endParaRPr lang="zh-CN" altLang="en-US" sz="28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44" name="图片 43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1142" y="5132689"/>
            <a:ext cx="927832" cy="1357886"/>
          </a:xfrm>
          <a:prstGeom prst="rect">
            <a:avLst/>
          </a:prstGeom>
        </p:spPr>
      </p:pic>
      <p:graphicFrame>
        <p:nvGraphicFramePr>
          <p:cNvPr id="3" name="表格 1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5"/>
            </p:custDataLst>
          </p:nvPr>
        </p:nvGraphicFramePr>
        <p:xfrm>
          <a:off x="741681" y="1773218"/>
          <a:ext cx="1070991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985"/>
                <a:gridCol w="1784985"/>
                <a:gridCol w="1784985"/>
                <a:gridCol w="1784985"/>
                <a:gridCol w="1784985"/>
                <a:gridCol w="1784985"/>
              </a:tblGrid>
              <a:tr h="1097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嗓</a:t>
                      </a:r>
                      <a:endParaRPr lang="zh-CN" altLang="en-US" sz="7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痒</a:t>
                      </a:r>
                      <a:endParaRPr lang="zh-CN" altLang="en-US" sz="72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椭</a:t>
                      </a:r>
                      <a:endParaRPr lang="zh-CN" altLang="en-US" sz="72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菱</a:t>
                      </a:r>
                      <a:endParaRPr lang="zh-CN" altLang="en-US" sz="72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鳄</a:t>
                      </a:r>
                      <a:endParaRPr lang="zh-CN" altLang="en-US" sz="7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震</a:t>
                      </a:r>
                      <a:endParaRPr lang="zh-CN" altLang="en-US" sz="7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2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6"/>
            </p:custDataLst>
          </p:nvPr>
        </p:nvGraphicFramePr>
        <p:xfrm>
          <a:off x="741681" y="1204201"/>
          <a:ext cx="10709910" cy="56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985"/>
                <a:gridCol w="1784985"/>
                <a:gridCol w="1784985"/>
                <a:gridCol w="1784985"/>
                <a:gridCol w="1784985"/>
                <a:gridCol w="1784985"/>
              </a:tblGrid>
              <a:tr h="569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</a:rPr>
                        <a:t>sǎng</a:t>
                      </a:r>
                      <a:endParaRPr lang="en-US" altLang="zh-CN" sz="36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yǎng</a:t>
                      </a:r>
                      <a:endParaRPr lang="en-US" altLang="zh-CN" sz="36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tuǒ</a:t>
                      </a:r>
                      <a:endParaRPr lang="en-US" altLang="zh-CN" sz="36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líng</a:t>
                      </a:r>
                      <a:endParaRPr lang="en-US" altLang="zh-CN" sz="36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</a:rPr>
                        <a:t>è</a:t>
                      </a:r>
                      <a:endParaRPr lang="en-US" altLang="zh-CN" sz="36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chemeClr val="tx1"/>
                          </a:solidFill>
                          <a:latin typeface="汉语拼音" panose="020B0604020202020204" charset="0"/>
                          <a:ea typeface="楷体" panose="02010609060101010101" charset="-122"/>
                        </a:rPr>
                        <a:t>zhèn</a:t>
                      </a:r>
                      <a:endParaRPr lang="en-US" altLang="zh-CN" sz="3600" b="1">
                        <a:solidFill>
                          <a:schemeClr val="tx1"/>
                        </a:solidFill>
                        <a:latin typeface="汉语拼音" panose="020B0604020202020204" charset="0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7"/>
            </p:custDataLst>
          </p:nvPr>
        </p:nvGraphicFramePr>
        <p:xfrm>
          <a:off x="1596390" y="3705738"/>
          <a:ext cx="1071245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  <a:gridCol w="1800000"/>
              </a:tblGrid>
              <a:tr h="1097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零</a:t>
                      </a:r>
                      <a:endParaRPr lang="zh-CN" altLang="en-US" sz="7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肠</a:t>
                      </a:r>
                      <a:endParaRPr lang="zh-CN" altLang="en-US" sz="72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啃</a:t>
                      </a:r>
                      <a:endParaRPr lang="zh-CN" altLang="en-US" sz="72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醋</a:t>
                      </a:r>
                      <a:endParaRPr lang="zh-CN" altLang="en-US" sz="72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2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馋</a:t>
                      </a:r>
                      <a:endParaRPr lang="zh-CN" altLang="en-US" sz="7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11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8"/>
            </p:custDataLst>
          </p:nvPr>
        </p:nvGraphicFramePr>
        <p:xfrm>
          <a:off x="1596390" y="3136722"/>
          <a:ext cx="10712450" cy="56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  <a:gridCol w="1800000"/>
                <a:gridCol w="1800000"/>
                <a:gridCol w="1800000"/>
              </a:tblGrid>
              <a:tr h="569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</a:rPr>
                        <a:t>líng</a:t>
                      </a:r>
                      <a:endParaRPr lang="en-US" altLang="zh-CN" sz="36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cháng</a:t>
                      </a:r>
                      <a:endParaRPr lang="en-US" altLang="zh-CN" sz="36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kěn</a:t>
                      </a:r>
                      <a:endParaRPr lang="en-US" altLang="zh-CN" sz="36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  <a:sym typeface="+mn-ea"/>
                        </a:rPr>
                        <a:t>cù</a:t>
                      </a:r>
                      <a:endParaRPr lang="en-US" altLang="zh-CN" sz="36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600" b="1">
                          <a:solidFill>
                            <a:srgbClr val="FF0000"/>
                          </a:solidFill>
                          <a:latin typeface="汉语拼音" panose="020B0604020202020204" charset="0"/>
                          <a:ea typeface="楷体" panose="02010609060101010101" charset="-122"/>
                        </a:rPr>
                        <a:t>chán</a:t>
                      </a:r>
                      <a:endParaRPr lang="en-US" altLang="zh-CN" sz="3600" b="1">
                        <a:solidFill>
                          <a:srgbClr val="FF0000"/>
                        </a:solidFill>
                        <a:latin typeface="汉语拼音" panose="020B0604020202020204" charset="0"/>
                        <a:ea typeface="楷体" panose="02010609060101010101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练一练</a:t>
            </a:r>
            <a:endParaRPr lang="zh-CN" altLang="en-US"/>
          </a:p>
        </p:txBody>
      </p:sp>
      <p:sp>
        <p:nvSpPr>
          <p:cNvPr id="3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217170" y="1584325"/>
            <a:ext cx="11758295" cy="1555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一、选出加点字正确的读音，画</a:t>
            </a:r>
            <a:r>
              <a:rPr lang="en-US" altLang="zh-CN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“√”</a:t>
            </a: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。</a:t>
            </a:r>
            <a:endParaRPr lang="zh-CN" altLang="en-US" sz="3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等线" panose="02010600030101010101" charset="-122"/>
            </a:endParaRPr>
          </a:p>
          <a:p>
            <a:pPr>
              <a:lnSpc>
                <a:spcPct val="140000"/>
              </a:lnSpc>
            </a:pP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15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2190750" y="2968625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702310" y="2661920"/>
            <a:ext cx="11066780" cy="2287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愁苦（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ch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ó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u c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ó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u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椭圆（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tu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ǒ d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u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ǒ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嗓子（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s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ǎ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n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ɡ 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s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ǎ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n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吃醋（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ch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ù 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c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ù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啃食（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k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ě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n 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k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ě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n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ɡ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菱形（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l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í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n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 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l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í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n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ɡ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鳄鱼（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è 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èr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嘴馋（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c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á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n c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h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á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n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晾晒（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liàn</a:t>
            </a:r>
            <a:r>
              <a:rPr lang="en-US" altLang="en-US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</a:rPr>
              <a:t>ɡ </a:t>
            </a:r>
            <a:r>
              <a:rPr lang="en-US" altLang="zh-CN" sz="3400" b="1">
                <a:latin typeface="宋体" panose="02010600030101010101" pitchFamily="2" charset="-122"/>
                <a:ea typeface="宋体" panose="02010600030101010101" pitchFamily="2" charset="-122"/>
                <a:cs typeface="楷体" panose="02010609060101010101" charset="-122"/>
                <a:sym typeface="+mn-ea"/>
              </a:rPr>
              <a:t>liàn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1266825" y="3740150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866775" y="3003550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文本框 19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7"/>
            </p:custDataLst>
          </p:nvPr>
        </p:nvSpPr>
        <p:spPr>
          <a:xfrm>
            <a:off x="8317865" y="3025140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文本框 2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8"/>
            </p:custDataLst>
          </p:nvPr>
        </p:nvSpPr>
        <p:spPr>
          <a:xfrm>
            <a:off x="8260715" y="3740150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文本框 2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9"/>
            </p:custDataLst>
          </p:nvPr>
        </p:nvSpPr>
        <p:spPr>
          <a:xfrm>
            <a:off x="4592320" y="3710305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文本框 2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0"/>
            </p:custDataLst>
          </p:nvPr>
        </p:nvSpPr>
        <p:spPr>
          <a:xfrm>
            <a:off x="4620895" y="3003550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文本框 2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1"/>
            </p:custDataLst>
          </p:nvPr>
        </p:nvSpPr>
        <p:spPr>
          <a:xfrm>
            <a:off x="774700" y="4467225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" name="文本框 2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2"/>
            </p:custDataLst>
          </p:nvPr>
        </p:nvSpPr>
        <p:spPr>
          <a:xfrm>
            <a:off x="8244840" y="4476750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文本框 2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3"/>
            </p:custDataLst>
          </p:nvPr>
        </p:nvSpPr>
        <p:spPr>
          <a:xfrm>
            <a:off x="4966970" y="4437380"/>
            <a:ext cx="3251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·</a:t>
            </a:r>
            <a:endParaRPr lang="en-US" altLang="zh-CN" sz="4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4"/>
            </p:custDataLst>
          </p:nvPr>
        </p:nvSpPr>
        <p:spPr>
          <a:xfrm>
            <a:off x="5731510" y="2877820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9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5"/>
            </p:custDataLst>
          </p:nvPr>
        </p:nvSpPr>
        <p:spPr>
          <a:xfrm>
            <a:off x="9550400" y="2877820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0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6"/>
            </p:custDataLst>
          </p:nvPr>
        </p:nvSpPr>
        <p:spPr>
          <a:xfrm>
            <a:off x="2828925" y="3696970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1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7"/>
            </p:custDataLst>
          </p:nvPr>
        </p:nvSpPr>
        <p:spPr>
          <a:xfrm>
            <a:off x="5864225" y="3731895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2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8"/>
            </p:custDataLst>
          </p:nvPr>
        </p:nvSpPr>
        <p:spPr>
          <a:xfrm>
            <a:off x="10486390" y="3696970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3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9"/>
            </p:custDataLst>
          </p:nvPr>
        </p:nvSpPr>
        <p:spPr>
          <a:xfrm>
            <a:off x="1821180" y="4375150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4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0"/>
            </p:custDataLst>
          </p:nvPr>
        </p:nvSpPr>
        <p:spPr>
          <a:xfrm>
            <a:off x="6835775" y="4398645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5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1"/>
            </p:custDataLst>
          </p:nvPr>
        </p:nvSpPr>
        <p:spPr>
          <a:xfrm>
            <a:off x="9683750" y="4375150"/>
            <a:ext cx="742950" cy="551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√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练一练</a:t>
            </a:r>
            <a:endParaRPr lang="zh-CN" altLang="en-US"/>
          </a:p>
        </p:txBody>
      </p:sp>
      <p:sp>
        <p:nvSpPr>
          <p:cNvPr id="3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271145" y="2028825"/>
            <a:ext cx="11758295" cy="2445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二、下列词语中加点字跟</a:t>
            </a:r>
            <a:r>
              <a:rPr lang="en-US" altLang="zh-CN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“</a:t>
            </a: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系绳子</a:t>
            </a:r>
            <a:r>
              <a:rPr lang="en-US" altLang="zh-CN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”</a:t>
            </a: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中的“系”读音相同的一项是（   ）。</a:t>
            </a:r>
            <a:endParaRPr lang="zh-CN" altLang="en-US" sz="3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A.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关系  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 B.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系扣  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 C.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联系  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 D.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系列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4" name="文本框 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2061210" y="4163060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endParaRPr lang="zh-CN" altLang="en-US" sz="28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4443095" y="4163060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endParaRPr lang="zh-CN" altLang="en-US" sz="28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10114915" y="4163060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endParaRPr lang="zh-CN" altLang="en-US" sz="28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7727950" y="4163060"/>
            <a:ext cx="538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endParaRPr lang="zh-CN" altLang="en-US" sz="28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7"/>
            </p:custDataLst>
          </p:nvPr>
        </p:nvSpPr>
        <p:spPr>
          <a:xfrm>
            <a:off x="1894840" y="3060065"/>
            <a:ext cx="1183640" cy="49720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B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184584" y="1494671"/>
            <a:ext cx="5700030" cy="1260254"/>
          </a:xfrm>
        </p:spPr>
        <p:txBody>
          <a:bodyPr/>
          <a:lstStyle/>
          <a:p>
            <a:r>
              <a:t>我会写</a:t>
            </a:r>
          </a:p>
        </p:txBody>
      </p:sp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995223" y="2870692"/>
            <a:ext cx="6233237" cy="2083389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4400" b="1" dirty="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4400" b="1" dirty="0">
                <a:latin typeface="楷体" panose="02010609060101010101" charset="-122"/>
                <a:ea typeface="楷体" panose="02010609060101010101" charset="-122"/>
              </a:rPr>
              <a:t>接下来让我们一起来看看本单元有哪些要会写的生字和词语。</a:t>
            </a:r>
            <a:endParaRPr lang="zh-CN" altLang="en-US" sz="44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3"/>
            </p:custDataLst>
          </p:nvPr>
        </p:nvCxnSpPr>
        <p:spPr>
          <a:xfrm>
            <a:off x="5110935" y="2754925"/>
            <a:ext cx="611842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胡萝卜先生的长胡子</a:t>
            </a:r>
            <a:endParaRPr lang="zh-CN" altLang="en-US"/>
          </a:p>
        </p:txBody>
      </p:sp>
      <p:pic>
        <p:nvPicPr>
          <p:cNvPr id="3" name="图片 2                                                                                                                                【作者微信：wcas00】" descr="【作者微信：wcas00】">
            <a:hlinkClick r:id="rId2" action="ppaction://hlinkfile"/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1142" y="5272389"/>
            <a:ext cx="927832" cy="1357886"/>
          </a:xfrm>
          <a:prstGeom prst="rect">
            <a:avLst/>
          </a:prstGeom>
        </p:spPr>
      </p:pic>
      <p:sp>
        <p:nvSpPr>
          <p:cNvPr id="20" name="圆角矩形标注 19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5"/>
            </p:custDataLst>
          </p:nvPr>
        </p:nvSpPr>
        <p:spPr>
          <a:xfrm>
            <a:off x="1862455" y="5393690"/>
            <a:ext cx="5061585" cy="1031240"/>
          </a:xfrm>
          <a:prstGeom prst="wedgeRoundRectCallout">
            <a:avLst>
              <a:gd name="adj1" fmla="val -54838"/>
              <a:gd name="adj2" fmla="val 1852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“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够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”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的右部是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“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多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”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。</a:t>
            </a:r>
            <a:endParaRPr lang="zh-CN" altLang="en-US" sz="32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graphicFrame>
        <p:nvGraphicFramePr>
          <p:cNvPr id="5" name="表格 4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6"/>
            </p:custDataLst>
          </p:nvPr>
        </p:nvGraphicFramePr>
        <p:xfrm>
          <a:off x="1524000" y="1464913"/>
          <a:ext cx="11088000" cy="300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</a:tblGrid>
              <a:tr h="684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12700" cmpd="sng">
                      <a:noFill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</a:tr>
              <a:tr h="684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12700" cmpd="sng">
                      <a:noFill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7"/>
            </p:custDataLst>
          </p:nvPr>
        </p:nvGraphicFramePr>
        <p:xfrm>
          <a:off x="1524000" y="1464913"/>
          <a:ext cx="16897350" cy="151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/>
                <a:gridCol w="576000"/>
                <a:gridCol w="1368000"/>
                <a:gridCol w="576000"/>
                <a:gridCol w="1368000"/>
                <a:gridCol w="576000"/>
                <a:gridCol w="1368000"/>
                <a:gridCol w="576000"/>
                <a:gridCol w="1368000"/>
              </a:tblGrid>
              <a:tr h="136800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萝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卜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愁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浓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rgbClr val="FF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够</a:t>
                      </a:r>
                      <a:endParaRPr lang="zh-CN" altLang="en-US" sz="8000" b="1">
                        <a:solidFill>
                          <a:srgbClr val="FF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8"/>
            </p:custDataLst>
          </p:nvPr>
        </p:nvGraphicFramePr>
        <p:xfrm>
          <a:off x="2459990" y="3261963"/>
          <a:ext cx="11088000" cy="300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</a:tblGrid>
              <a:tr h="684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 anchorCtr="0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 anchorCtr="0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9"/>
            </p:custDataLst>
          </p:nvPr>
        </p:nvGraphicFramePr>
        <p:xfrm>
          <a:off x="2459990" y="3261963"/>
          <a:ext cx="16897350" cy="151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/>
                <a:gridCol w="576000"/>
                <a:gridCol w="1368000"/>
                <a:gridCol w="576000"/>
                <a:gridCol w="1368000"/>
                <a:gridCol w="576000"/>
                <a:gridCol w="1368000"/>
              </a:tblGrid>
              <a:tr h="1368000"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确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段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系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姐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我变成了一棵树</a:t>
            </a:r>
            <a:endParaRPr lang="zh-CN" altLang="en-US"/>
          </a:p>
        </p:txBody>
      </p:sp>
      <p:pic>
        <p:nvPicPr>
          <p:cNvPr id="5" name="图片 2                                                                                                                                【作者微信：wcas00】" descr="【作者微信：wcas00】">
            <a:hlinkClick r:id="rId2" action="ppaction://hlinkfile"/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61142" y="5272389"/>
            <a:ext cx="927832" cy="1357886"/>
          </a:xfrm>
          <a:prstGeom prst="rect">
            <a:avLst/>
          </a:prstGeom>
        </p:spPr>
      </p:pic>
      <p:sp>
        <p:nvSpPr>
          <p:cNvPr id="20" name="圆角矩形标注 19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5"/>
            </p:custDataLst>
          </p:nvPr>
        </p:nvSpPr>
        <p:spPr>
          <a:xfrm>
            <a:off x="1862455" y="4887595"/>
            <a:ext cx="8841740" cy="1440180"/>
          </a:xfrm>
          <a:prstGeom prst="wedgeRoundRectCallout">
            <a:avLst>
              <a:gd name="adj1" fmla="val -54838"/>
              <a:gd name="adj2" fmla="val 1852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·“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希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”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的下部是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“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布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”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。</a:t>
            </a:r>
            <a:endParaRPr lang="zh-CN" altLang="en-US" sz="32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marL="0" lvl="1"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·“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易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”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的下部是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“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勿</a:t>
            </a:r>
            <a:r>
              <a:rPr lang="en-US" altLang="zh-CN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”</a:t>
            </a:r>
            <a:r>
              <a:rPr lang="zh-CN" altLang="en-US" sz="32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，不要写多一点。</a:t>
            </a:r>
            <a:endParaRPr lang="zh-CN" altLang="en-US" sz="32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graphicFrame>
        <p:nvGraphicFramePr>
          <p:cNvPr id="4" name="表格 4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6"/>
            </p:custDataLst>
          </p:nvPr>
        </p:nvGraphicFramePr>
        <p:xfrm>
          <a:off x="1559560" y="1398238"/>
          <a:ext cx="11088000" cy="300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</a:tblGrid>
              <a:tr h="68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12700" cmpd="sng">
                      <a:noFill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12700" cmpd="sng">
                      <a:noFill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 cmpd="sng">
                      <a:solidFill>
                        <a:srgbClr val="00B0F0"/>
                      </a:solidFill>
                      <a:prstDash val="dash"/>
                    </a:lnL>
                    <a:lnR w="9525" cmpd="sng">
                      <a:solidFill>
                        <a:srgbClr val="00B0F0"/>
                      </a:solidFill>
                      <a:prstDash val="dash"/>
                    </a:lnR>
                    <a:lnT w="9525" cmpd="sng">
                      <a:solidFill>
                        <a:srgbClr val="00B0F0"/>
                      </a:solidFill>
                      <a:prstDash val="dash"/>
                    </a:lnT>
                    <a:lnB w="9525" cmpd="sng">
                      <a:solidFill>
                        <a:srgbClr val="00B0F0"/>
                      </a:solidFill>
                      <a:prstDash val="dash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5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7"/>
            </p:custDataLst>
          </p:nvPr>
        </p:nvGraphicFramePr>
        <p:xfrm>
          <a:off x="1559560" y="1398238"/>
          <a:ext cx="16897350" cy="151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/>
                <a:gridCol w="576000"/>
                <a:gridCol w="1368000"/>
                <a:gridCol w="576000"/>
                <a:gridCol w="1368000"/>
                <a:gridCol w="576000"/>
                <a:gridCol w="1368000"/>
                <a:gridCol w="576000"/>
                <a:gridCol w="1368000"/>
              </a:tblGrid>
              <a:tr h="1368000"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rgbClr val="FF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希</a:t>
                      </a:r>
                      <a:endParaRPr lang="zh-CN" altLang="en-US" sz="8000" b="1">
                        <a:solidFill>
                          <a:srgbClr val="FF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担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容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rgbClr val="FF0000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易</a:t>
                      </a:r>
                      <a:endParaRPr lang="zh-CN" altLang="en-US" sz="8000" b="1">
                        <a:solidFill>
                          <a:srgbClr val="FF0000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震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6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8"/>
            </p:custDataLst>
          </p:nvPr>
        </p:nvGraphicFramePr>
        <p:xfrm>
          <a:off x="2495550" y="3195288"/>
          <a:ext cx="11088000" cy="300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  <a:gridCol w="288000"/>
                <a:gridCol w="288000"/>
                <a:gridCol w="684000"/>
                <a:gridCol w="684000"/>
              </a:tblGrid>
              <a:tr h="68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48264" marB="48264" anchor="ctr">
                    <a:lnL>
                      <a:noFill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32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48264" marB="48264" anchor="ctr">
                    <a:lnL w="9525">
                      <a:solidFill>
                        <a:srgbClr val="00B0F0"/>
                      </a:solidFill>
                      <a:prstDash val="dash"/>
                    </a:lnL>
                    <a:lnR w="9525">
                      <a:solidFill>
                        <a:srgbClr val="00B0F0"/>
                      </a:solidFill>
                      <a:prstDash val="dash"/>
                    </a:lnR>
                    <a:lnT w="9525">
                      <a:solidFill>
                        <a:srgbClr val="00B0F0"/>
                      </a:solidFill>
                      <a:prstDash val="dash"/>
                    </a:lnT>
                    <a:lnB w="9525">
                      <a:solidFill>
                        <a:srgbClr val="00B0F0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7                                                                                                                                【作者微信：wcas00】" descr="【作者微信：wcas00】"/>
          <p:cNvGraphicFramePr/>
          <p:nvPr>
            <p:custDataLst>
              <p:tags r:id="rId9"/>
            </p:custDataLst>
          </p:nvPr>
        </p:nvGraphicFramePr>
        <p:xfrm>
          <a:off x="2495550" y="3195288"/>
          <a:ext cx="16897350" cy="151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000"/>
                <a:gridCol w="576000"/>
                <a:gridCol w="1368000"/>
                <a:gridCol w="576000"/>
                <a:gridCol w="1368000"/>
                <a:gridCol w="576000"/>
                <a:gridCol w="1368000"/>
              </a:tblGrid>
              <a:tr h="1368000"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零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  <a:sym typeface="+mn-ea"/>
                        </a:rPr>
                        <a:t>肠</a:t>
                      </a:r>
                      <a:endParaRPr lang="zh-CN" altLang="en-US" sz="8000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麻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ctr">
                        <a:buNone/>
                      </a:pPr>
                      <a:r>
                        <a:rPr lang="zh-CN" altLang="en-US" sz="8000" b="1">
                          <a:solidFill>
                            <a:schemeClr val="tx1"/>
                          </a:solidFill>
                          <a:latin typeface="楷体" panose="02010609060101010101" charset="-122"/>
                          <a:ea typeface="楷体" panose="02010609060101010101" charset="-122"/>
                        </a:rPr>
                        <a:t>烦</a:t>
                      </a:r>
                      <a:endParaRPr lang="zh-CN" altLang="en-US" sz="8000" b="1">
                        <a:solidFill>
                          <a:schemeClr val="tx1"/>
                        </a:solidFill>
                        <a:latin typeface="楷体" panose="02010609060101010101" charset="-122"/>
                        <a:ea typeface="楷体" panose="02010609060101010101" charset="-122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B0F0"/>
                      </a:solidFill>
                      <a:prstDash val="solid"/>
                    </a:lnL>
                    <a:lnR w="12700">
                      <a:solidFill>
                        <a:srgbClr val="00B0F0"/>
                      </a:solidFill>
                      <a:prstDash val="solid"/>
                    </a:lnR>
                    <a:lnT w="12700">
                      <a:solidFill>
                        <a:srgbClr val="00B0F0"/>
                      </a:solidFill>
                      <a:prstDash val="solid"/>
                    </a:lnT>
                    <a:lnB w="12700">
                      <a:solidFill>
                        <a:srgbClr val="00B0F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"/>
            </p:custDataLst>
          </p:nvPr>
        </p:nvSpPr>
        <p:spPr>
          <a:xfrm>
            <a:off x="438785" y="1463040"/>
            <a:ext cx="11315700" cy="3691255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词语表</a:t>
            </a:r>
            <a:endParaRPr lang="zh-CN" altLang="en-US"/>
          </a:p>
        </p:txBody>
      </p:sp>
      <p:sp>
        <p:nvSpPr>
          <p:cNvPr id="3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777240" y="1634490"/>
            <a:ext cx="10963910" cy="319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48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胡萝卜  胡子  发愁  浓密  面包  </a:t>
            </a:r>
            <a:endParaRPr lang="zh-CN" altLang="en-US" sz="48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48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完全  结实  确定  足够  确实  希望  形状  喜欢  担心  容易  丁零  失望  </a:t>
            </a:r>
            <a:r>
              <a:rPr lang="en-US" altLang="zh-CN" sz="48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sz="48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词语表</a:t>
            </a:r>
            <a:endParaRPr lang="zh-CN" altLang="en-US"/>
          </a:p>
        </p:txBody>
      </p:sp>
      <p:sp>
        <p:nvSpPr>
          <p:cNvPr id="4" name="圆角矩形 3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"/>
            </p:custDataLst>
          </p:nvPr>
        </p:nvSpPr>
        <p:spPr>
          <a:xfrm>
            <a:off x="438785" y="1796415"/>
            <a:ext cx="11315700" cy="3015615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790575" y="2225040"/>
            <a:ext cx="10963910" cy="2158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48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巧克力  香肠  花生  牛奶  互相  </a:t>
            </a:r>
            <a:endParaRPr lang="zh-CN" altLang="en-US" sz="48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sz="48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想念  饭菜  可能  麻烦  眼睛  秘密</a:t>
            </a:r>
            <a:r>
              <a:rPr lang="en-US" altLang="zh-CN" sz="48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en-US" altLang="zh-CN" sz="48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3735">
                <a:latin typeface="+mj-ea"/>
                <a:ea typeface="+mj-ea"/>
                <a:cs typeface="+mj-ea"/>
              </a:rPr>
              <a:t>练一练</a:t>
            </a:r>
            <a:endParaRPr lang="zh-CN" altLang="en-US" sz="3735">
              <a:latin typeface="+mj-ea"/>
              <a:ea typeface="+mj-ea"/>
              <a:cs typeface="+mj-ea"/>
            </a:endParaRPr>
          </a:p>
        </p:txBody>
      </p:sp>
      <p:sp>
        <p:nvSpPr>
          <p:cNvPr id="12" name="文本框 1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247015" y="1101090"/>
            <a:ext cx="11505565" cy="614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+mn-ea"/>
              </a:rPr>
              <a:t>一、</a:t>
            </a:r>
            <a:r>
              <a:rPr lang="zh-CN" altLang="en-US" sz="3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+mn-ea"/>
              </a:rPr>
              <a:t>读语段，完成练习。</a:t>
            </a:r>
            <a:endParaRPr lang="zh-CN" altLang="en-US" sz="3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15595" y="1715135"/>
            <a:ext cx="11437620" cy="491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我在充满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x</a:t>
            </a:r>
            <a:r>
              <a:rPr lang="en-US" altLang="en-US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ī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 wàn</a:t>
            </a:r>
            <a:r>
              <a:rPr lang="en-US" altLang="en-US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g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）的乐园中遨游，这里藏着吃不完的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líng shí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）与数不清的秘密：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xíng zhuàng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）各异的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qiǎo kè lì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）、云朵捏成的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xiāng cháng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）和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miàn bāo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），还有十分奇妙的糖果城堡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——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城堡的门上没有系锁链，门会随着微风轻轻旋转。我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què shí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xǐ huān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）这个充满惊喜的乐园。在这里漫步，任思绪飞扬，连快乐都变得格外</a:t>
            </a:r>
            <a:r>
              <a:rPr lang="en-US" altLang="zh-CN" sz="3200" b="1">
                <a:latin typeface="汉语拼音" panose="020B0604020202020204" charset="0"/>
                <a:ea typeface="宋体" panose="02010600030101010101" pitchFamily="2" charset="-122"/>
                <a:cs typeface="汉语拼音" panose="020B0604020202020204" charset="0"/>
                <a:sym typeface="+mn-ea"/>
              </a:rPr>
              <a:t>róng yì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（</a:t>
            </a:r>
            <a:r>
              <a:rPr lang="en-US" altLang="zh-CN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）。</a:t>
            </a:r>
            <a:endParaRPr lang="zh-CN" altLang="en-US" sz="32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15" name="文本框 1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4683125" y="1868805"/>
            <a:ext cx="136715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希望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1" name="文本框 1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2769870" y="2559685"/>
            <a:ext cx="115189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零食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文本框 1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9850755" y="2559685"/>
            <a:ext cx="109474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形状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3" name="文本框 1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7"/>
            </p:custDataLst>
          </p:nvPr>
        </p:nvSpPr>
        <p:spPr>
          <a:xfrm>
            <a:off x="3179445" y="3216275"/>
            <a:ext cx="1560830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巧克力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4" name="文本框 17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8"/>
            </p:custDataLst>
          </p:nvPr>
        </p:nvSpPr>
        <p:spPr>
          <a:xfrm>
            <a:off x="9926320" y="3216275"/>
            <a:ext cx="106616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香肠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5" name="文本框 18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9"/>
            </p:custDataLst>
          </p:nvPr>
        </p:nvSpPr>
        <p:spPr>
          <a:xfrm>
            <a:off x="2769870" y="3901440"/>
            <a:ext cx="117919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面包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6" name="文本框 19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0"/>
            </p:custDataLst>
          </p:nvPr>
        </p:nvSpPr>
        <p:spPr>
          <a:xfrm>
            <a:off x="9698355" y="4572635"/>
            <a:ext cx="108458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确实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7" name="文本框 2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1"/>
            </p:custDataLst>
          </p:nvPr>
        </p:nvSpPr>
        <p:spPr>
          <a:xfrm>
            <a:off x="2049780" y="5273040"/>
            <a:ext cx="125603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喜欢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8" name="文本框 2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2"/>
            </p:custDataLst>
          </p:nvPr>
        </p:nvSpPr>
        <p:spPr>
          <a:xfrm>
            <a:off x="6092190" y="5968365"/>
            <a:ext cx="1285240" cy="410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容易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练一练</a:t>
            </a:r>
            <a:endParaRPr lang="zh-CN" altLang="en-US"/>
          </a:p>
        </p:txBody>
      </p:sp>
      <p:sp>
        <p:nvSpPr>
          <p:cNvPr id="3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49580" y="1447800"/>
            <a:ext cx="11516995" cy="8235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4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二、下面有四组词语，只有一组书写完全正确，它是(　　)。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31" name="文本框 3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10917555" y="1588770"/>
            <a:ext cx="880745" cy="59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D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849630" y="2877185"/>
            <a:ext cx="10067925" cy="1874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5671185" algn="l"/>
              </a:tabLst>
            </a:pPr>
            <a:r>
              <a:rPr lang="zh-CN" altLang="en-US" sz="4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A.面包 相念 但心	B.发愁 确定 眼晴</a:t>
            </a:r>
            <a:endParaRPr lang="zh-CN" altLang="en-US" sz="4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tabLst>
                <a:tab pos="5671185" algn="l"/>
              </a:tabLst>
            </a:pPr>
            <a:r>
              <a:rPr lang="zh-CN" altLang="en-US" sz="40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C.洁实 一段 震惊	D.形状 牛奶 互相</a:t>
            </a:r>
            <a:endParaRPr lang="zh-CN" altLang="en-US" sz="40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词</a:t>
            </a:r>
            <a:r>
              <a:rPr lang="en-US" altLang="zh-CN"/>
              <a:t> </a:t>
            </a:r>
            <a:r>
              <a:t>语</a:t>
            </a:r>
          </a:p>
        </p:txBody>
      </p:sp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995223" y="2870692"/>
            <a:ext cx="6233237" cy="2083389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4400" b="1" dirty="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4400" b="1" dirty="0">
                <a:latin typeface="楷体" panose="02010609060101010101" charset="-122"/>
                <a:ea typeface="楷体" panose="02010609060101010101" charset="-122"/>
              </a:rPr>
              <a:t>复习完生字，让我们看看还有哪些需要掌握的词语吧！</a:t>
            </a:r>
            <a:endParaRPr lang="zh-CN" altLang="en-US" sz="44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3"/>
            </p:custDataLst>
          </p:nvPr>
        </p:nvCxnSpPr>
        <p:spPr>
          <a:xfrm>
            <a:off x="5110935" y="2754925"/>
            <a:ext cx="611842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好词积累</a:t>
            </a:r>
            <a:endParaRPr lang="zh-CN" altLang="en-US"/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00355" y="1794510"/>
            <a:ext cx="116116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除了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香喷喷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，你还积累了哪些</a:t>
            </a:r>
            <a:r>
              <a:rPr 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表示味道的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ABB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式词语？</a:t>
            </a:r>
            <a:endParaRPr lang="en-US" altLang="zh-CN" sz="36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776381" y="2839379"/>
            <a:ext cx="106404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臭烘烘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酸溜溜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甜丝丝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endParaRPr lang="en-US" altLang="zh-CN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辣乎乎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甜津津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好词积累</a:t>
            </a:r>
            <a:endParaRPr lang="zh-CN" altLang="en-US"/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00355" y="1794510"/>
            <a:ext cx="116116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除了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丁零丁零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，你还积累了哪些</a:t>
            </a:r>
            <a:r>
              <a:rPr 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拟声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词？</a:t>
            </a:r>
            <a:endParaRPr lang="en-US" altLang="zh-CN" sz="36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776381" y="2839379"/>
            <a:ext cx="106404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咕噜噜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轰隆隆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淅沥沥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咕咚咕咚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咔嚓咔嚓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好词积累</a:t>
            </a:r>
            <a:endParaRPr lang="zh-CN" altLang="en-US"/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00355" y="1794510"/>
            <a:ext cx="116116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除了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津津有味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，你还积累了哪些</a:t>
            </a:r>
            <a:r>
              <a:rPr lang="en-US" altLang="zh-CN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AABC</a:t>
            </a:r>
            <a:r>
              <a:rPr lang="zh-CN" altLang="en-US" sz="36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式词语？</a:t>
            </a:r>
            <a:endParaRPr lang="zh-CN" altLang="en-US" sz="36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776381" y="2839379"/>
            <a:ext cx="1064044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念念不忘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恋恋不舍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井井有条 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滔滔不绝</a:t>
            </a:r>
            <a:r>
              <a:rPr lang="en-US" altLang="zh-CN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欣欣向荣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词语解释</a:t>
            </a:r>
            <a:endParaRPr lang="zh-CN" altLang="en-US"/>
          </a:p>
        </p:txBody>
      </p:sp>
      <p:sp>
        <p:nvSpPr>
          <p:cNvPr id="8" name="文本框 7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185920" y="1400493"/>
            <a:ext cx="691705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稠密(多指枝叶、烟雾、须发等)。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1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4185920" y="2819718"/>
            <a:ext cx="691705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达到应有的或能满足需要的程度。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7" name="圆角矩形 16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4"/>
            </p:custDataLst>
          </p:nvPr>
        </p:nvSpPr>
        <p:spPr>
          <a:xfrm>
            <a:off x="737870" y="140081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发愁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8" name="圆角矩形 17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5"/>
            </p:custDataLst>
          </p:nvPr>
        </p:nvSpPr>
        <p:spPr>
          <a:xfrm>
            <a:off x="737870" y="278892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浓密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>
            <a:stCxn id="17" idx="3"/>
            <a:endCxn id="13" idx="1"/>
          </p:cNvCxnSpPr>
          <p:nvPr>
            <p:custDataLst>
              <p:tags r:id="rId6"/>
            </p:custDataLst>
          </p:nvPr>
        </p:nvCxnSpPr>
        <p:spPr>
          <a:xfrm>
            <a:off x="3103880" y="1754505"/>
            <a:ext cx="1082040" cy="416433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                                                                                                                                【作者微信：wcas00】" descr="【作者微信：wcas00】"/>
          <p:cNvCxnSpPr>
            <a:stCxn id="18" idx="3"/>
            <a:endCxn id="8" idx="1"/>
          </p:cNvCxnSpPr>
          <p:nvPr>
            <p:custDataLst>
              <p:tags r:id="rId7"/>
            </p:custDataLst>
          </p:nvPr>
        </p:nvCxnSpPr>
        <p:spPr>
          <a:xfrm flipV="1">
            <a:off x="3103880" y="1723390"/>
            <a:ext cx="1082040" cy="141922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8"/>
            </p:custDataLst>
          </p:nvPr>
        </p:nvSpPr>
        <p:spPr>
          <a:xfrm>
            <a:off x="4185920" y="4176713"/>
            <a:ext cx="691705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聪明伶俐，机智。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6" name="圆角矩形 17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9"/>
            </p:custDataLst>
          </p:nvPr>
        </p:nvSpPr>
        <p:spPr>
          <a:xfrm>
            <a:off x="737870" y="417703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足够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cxnSp>
        <p:nvCxnSpPr>
          <p:cNvPr id="7" name="直接连接符 3                                                                                                                                【作者微信：wcas00】" descr="【作者微信：wcas00】"/>
          <p:cNvCxnSpPr>
            <a:stCxn id="6" idx="3"/>
            <a:endCxn id="11" idx="1"/>
          </p:cNvCxnSpPr>
          <p:nvPr>
            <p:custDataLst>
              <p:tags r:id="rId10"/>
            </p:custDataLst>
          </p:nvPr>
        </p:nvCxnSpPr>
        <p:spPr>
          <a:xfrm flipV="1">
            <a:off x="3103880" y="3142615"/>
            <a:ext cx="1082040" cy="138811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17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1"/>
            </p:custDataLst>
          </p:nvPr>
        </p:nvSpPr>
        <p:spPr>
          <a:xfrm>
            <a:off x="737870" y="556514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机灵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3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2"/>
            </p:custDataLst>
          </p:nvPr>
        </p:nvSpPr>
        <p:spPr>
          <a:xfrm>
            <a:off x="4185920" y="5595938"/>
            <a:ext cx="691705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因为没有主意或办法而愁闷。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cxnSp>
        <p:nvCxnSpPr>
          <p:cNvPr id="14" name="直接连接符 3                                                                                                                                【作者微信：wcas00】" descr="【作者微信：wcas00】"/>
          <p:cNvCxnSpPr>
            <a:stCxn id="9" idx="3"/>
            <a:endCxn id="5" idx="1"/>
          </p:cNvCxnSpPr>
          <p:nvPr>
            <p:custDataLst>
              <p:tags r:id="rId13"/>
            </p:custDataLst>
          </p:nvPr>
        </p:nvCxnSpPr>
        <p:spPr>
          <a:xfrm flipV="1">
            <a:off x="3103880" y="4499610"/>
            <a:ext cx="1082040" cy="141922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词语辨析</a:t>
            </a:r>
            <a:endParaRPr lang="zh-CN" altLang="en-US"/>
          </a:p>
        </p:txBody>
      </p:sp>
      <p:sp>
        <p:nvSpPr>
          <p:cNvPr id="8" name="文本框 7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185920" y="1213168"/>
            <a:ext cx="6917055" cy="1198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长时间保持某种状态，不中断（多指时间、天气、情况）。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1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4185920" y="2572068"/>
            <a:ext cx="6917055" cy="1198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停下来之后，接着往下做原来的事。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17" name="圆角矩形 16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4"/>
            </p:custDataLst>
          </p:nvPr>
        </p:nvSpPr>
        <p:spPr>
          <a:xfrm>
            <a:off x="737870" y="140081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陆续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8" name="圆角矩形 17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5"/>
            </p:custDataLst>
          </p:nvPr>
        </p:nvSpPr>
        <p:spPr>
          <a:xfrm>
            <a:off x="737870" y="278892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持续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>
            <a:stCxn id="17" idx="3"/>
            <a:endCxn id="13" idx="1"/>
          </p:cNvCxnSpPr>
          <p:nvPr>
            <p:custDataLst>
              <p:tags r:id="rId6"/>
            </p:custDataLst>
          </p:nvPr>
        </p:nvCxnSpPr>
        <p:spPr>
          <a:xfrm>
            <a:off x="3103880" y="1754505"/>
            <a:ext cx="1082040" cy="413512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                                                                                                                                【作者微信：wcas00】" descr="【作者微信：wcas00】"/>
          <p:cNvCxnSpPr>
            <a:stCxn id="18" idx="3"/>
            <a:endCxn id="8" idx="1"/>
          </p:cNvCxnSpPr>
          <p:nvPr>
            <p:custDataLst>
              <p:tags r:id="rId7"/>
            </p:custDataLst>
          </p:nvPr>
        </p:nvCxnSpPr>
        <p:spPr>
          <a:xfrm flipV="1">
            <a:off x="3103880" y="1812925"/>
            <a:ext cx="1082040" cy="132969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8"/>
            </p:custDataLst>
          </p:nvPr>
        </p:nvSpPr>
        <p:spPr>
          <a:xfrm>
            <a:off x="4185920" y="3930968"/>
            <a:ext cx="6917055" cy="1198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一个接着一个，中间不停、没有间断。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sp>
        <p:nvSpPr>
          <p:cNvPr id="6" name="圆角矩形 17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9"/>
            </p:custDataLst>
          </p:nvPr>
        </p:nvSpPr>
        <p:spPr>
          <a:xfrm>
            <a:off x="737870" y="417703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继续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cxnSp>
        <p:nvCxnSpPr>
          <p:cNvPr id="7" name="直接连接符 3                                                                                                                                【作者微信：wcas00】" descr="【作者微信：wcas00】"/>
          <p:cNvCxnSpPr>
            <a:stCxn id="6" idx="3"/>
            <a:endCxn id="11" idx="1"/>
          </p:cNvCxnSpPr>
          <p:nvPr>
            <p:custDataLst>
              <p:tags r:id="rId10"/>
            </p:custDataLst>
          </p:nvPr>
        </p:nvCxnSpPr>
        <p:spPr>
          <a:xfrm flipV="1">
            <a:off x="3103880" y="3171825"/>
            <a:ext cx="1082040" cy="13589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17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11"/>
            </p:custDataLst>
          </p:nvPr>
        </p:nvSpPr>
        <p:spPr>
          <a:xfrm>
            <a:off x="737870" y="5565140"/>
            <a:ext cx="2366010" cy="706755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 b="1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连续</a:t>
            </a:r>
            <a:endParaRPr lang="zh-CN" altLang="en-US" sz="4000" b="1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sp>
        <p:nvSpPr>
          <p:cNvPr id="13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2"/>
            </p:custDataLst>
          </p:nvPr>
        </p:nvSpPr>
        <p:spPr>
          <a:xfrm>
            <a:off x="4185920" y="5289868"/>
            <a:ext cx="6917055" cy="1198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先后一个接一个，有先有后、中间有间隔，不是同时。</a:t>
            </a:r>
            <a:endParaRPr lang="zh-CN" altLang="en-US" sz="36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</p:txBody>
      </p:sp>
      <p:cxnSp>
        <p:nvCxnSpPr>
          <p:cNvPr id="14" name="直接连接符 3                                                                                                                                【作者微信：wcas00】" descr="【作者微信：wcas00】"/>
          <p:cNvCxnSpPr>
            <a:stCxn id="9" idx="3"/>
            <a:endCxn id="5" idx="1"/>
          </p:cNvCxnSpPr>
          <p:nvPr>
            <p:custDataLst>
              <p:tags r:id="rId13"/>
            </p:custDataLst>
          </p:nvPr>
        </p:nvCxnSpPr>
        <p:spPr>
          <a:xfrm flipV="1">
            <a:off x="3103880" y="4530725"/>
            <a:ext cx="1082040" cy="138811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词语辨析</a:t>
            </a:r>
            <a:endParaRPr lang="zh-CN" altLang="en-US"/>
          </a:p>
        </p:txBody>
      </p:sp>
      <p:sp>
        <p:nvSpPr>
          <p:cNvPr id="3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50274" y="2504405"/>
            <a:ext cx="114935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None/>
            </a:pPr>
            <a:r>
              <a:rPr lang="en-US" altLang="zh-CN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月光洒落，小精灵们_______现身，魔法派对开始了。派对会一直_______到天亮，第二天晚上月亮升起时，精灵们会_______狂欢。</a:t>
            </a:r>
            <a:endParaRPr lang="zh-CN" altLang="en-US" sz="4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7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49250" y="1260440"/>
            <a:ext cx="11493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20000"/>
              </a:lnSpc>
              <a:buNone/>
            </a:pPr>
            <a:r>
              <a:rPr lang="zh-CN" altLang="en-US" sz="4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  <a:sym typeface="+mn-ea"/>
              </a:rPr>
              <a:t>陆续</a:t>
            </a:r>
            <a:r>
              <a:rPr lang="en-US" altLang="zh-CN" sz="4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  <a:sym typeface="+mn-ea"/>
              </a:rPr>
              <a:t>   </a:t>
            </a:r>
            <a:r>
              <a:rPr lang="zh-CN" altLang="en-US" sz="4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  <a:sym typeface="+mn-ea"/>
              </a:rPr>
              <a:t>继续</a:t>
            </a:r>
            <a:r>
              <a:rPr lang="en-US" altLang="zh-CN" sz="4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  <a:sym typeface="+mn-ea"/>
              </a:rPr>
              <a:t>   </a:t>
            </a:r>
            <a:r>
              <a:rPr lang="zh-CN" altLang="en-US" sz="4000" b="1"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  <a:sym typeface="+mn-ea"/>
              </a:rPr>
              <a:t>持续</a:t>
            </a:r>
            <a:r>
              <a:rPr lang="en-US" altLang="zh-CN" sz="4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  <a:sym typeface="+mn-ea"/>
              </a:rPr>
              <a:t>   </a:t>
            </a:r>
            <a:r>
              <a:rPr lang="zh-CN" altLang="en-US" sz="40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  <a:cs typeface="楷体" panose="02010609060101010101" charset="-122"/>
                <a:sym typeface="+mn-ea"/>
              </a:rPr>
              <a:t>连续</a:t>
            </a:r>
            <a:endParaRPr lang="zh-CN" altLang="en-US" sz="40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8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6344700" y="2580565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陆续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9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5287425" y="3287320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持续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0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5744625" y="4022650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继续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近义词</a:t>
            </a:r>
            <a:endParaRPr lang="zh-CN" altLang="en-US"/>
          </a:p>
        </p:txBody>
      </p:sp>
      <p:sp>
        <p:nvSpPr>
          <p:cNvPr id="3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772982" y="1408419"/>
            <a:ext cx="11072186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发愁—			浓密—			必须—</a:t>
            </a:r>
            <a:endParaRPr lang="zh-CN" altLang="en-US" sz="40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发现—			结实—			机灵—</a:t>
            </a:r>
            <a:endParaRPr lang="zh-CN" altLang="en-US" sz="40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希望—			担心—			失望—</a:t>
            </a:r>
            <a:endParaRPr lang="zh-CN" altLang="en-US" sz="40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6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6095175" y="1914450"/>
            <a:ext cx="1471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稠密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8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2429290" y="1914450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犯愁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9" name="文本框 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9761030" y="1914450"/>
            <a:ext cx="1471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务必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2" name="文本框 9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2429290" y="3136026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发觉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3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7"/>
            </p:custDataLst>
          </p:nvPr>
        </p:nvSpPr>
        <p:spPr>
          <a:xfrm>
            <a:off x="6095160" y="3136026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坚固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4" name="文本框 1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8"/>
            </p:custDataLst>
          </p:nvPr>
        </p:nvSpPr>
        <p:spPr>
          <a:xfrm>
            <a:off x="9761015" y="3136026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伶俐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8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9"/>
            </p:custDataLst>
          </p:nvPr>
        </p:nvSpPr>
        <p:spPr>
          <a:xfrm>
            <a:off x="6095175" y="4357930"/>
            <a:ext cx="1471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担忧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9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0"/>
            </p:custDataLst>
          </p:nvPr>
        </p:nvSpPr>
        <p:spPr>
          <a:xfrm>
            <a:off x="2429290" y="4357930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期望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20" name="文本框 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11"/>
            </p:custDataLst>
          </p:nvPr>
        </p:nvSpPr>
        <p:spPr>
          <a:xfrm>
            <a:off x="9761030" y="4357930"/>
            <a:ext cx="14712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失落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2" grpId="0"/>
      <p:bldP spid="13" grpId="0"/>
      <p:bldP spid="14" grpId="0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反义词</a:t>
            </a:r>
            <a:endParaRPr lang="zh-CN" altLang="en-US"/>
          </a:p>
        </p:txBody>
      </p:sp>
      <p:sp>
        <p:nvSpPr>
          <p:cNvPr id="3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1610995" y="1891030"/>
            <a:ext cx="791019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浓密</a:t>
            </a:r>
            <a:r>
              <a:rPr lang="en-US" altLang="zh-CN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—			</a:t>
            </a: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匆匆忙忙</a:t>
            </a:r>
            <a:r>
              <a:rPr lang="en-US" altLang="zh-CN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—</a:t>
            </a:r>
            <a:r>
              <a:rPr lang="en-US" altLang="zh-CN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		</a:t>
            </a:r>
            <a:endParaRPr lang="en-US" altLang="zh-CN" sz="40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继续</a:t>
            </a:r>
            <a:r>
              <a:rPr lang="en-US" altLang="zh-CN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—			</a:t>
            </a:r>
            <a:r>
              <a:rPr lang="zh-CN" altLang="en-US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秘密</a:t>
            </a:r>
            <a:r>
              <a:rPr lang="en-US" altLang="zh-CN" sz="4000" b="1" kern="100" dirty="0"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—			</a:t>
            </a:r>
            <a:endParaRPr lang="en-US" altLang="zh-CN" sz="4000" b="1" kern="100" dirty="0"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5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7848600" y="2386330"/>
            <a:ext cx="288099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不慌不忙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7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3144300" y="2386255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稀疏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0" name="文本框 9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3144300" y="3607831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中止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  <p:sp>
        <p:nvSpPr>
          <p:cNvPr id="11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6810170" y="3607831"/>
            <a:ext cx="147132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000" b="1" kern="100" dirty="0">
                <a:solidFill>
                  <a:srgbClr val="FF0000"/>
                </a:solidFill>
                <a:effectLst/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汉仪正圆 55简" panose="00020600040101010101" charset="-122"/>
              </a:rPr>
              <a:t>公开</a:t>
            </a:r>
            <a:endParaRPr lang="zh-CN" altLang="en-US" sz="4000" b="1" kern="100" dirty="0">
              <a:solidFill>
                <a:srgbClr val="FF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汉仪正圆 55简" panose="0002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练一练</a:t>
            </a:r>
            <a:endParaRPr lang="zh-CN" altLang="en-US"/>
          </a:p>
        </p:txBody>
      </p:sp>
      <p:sp>
        <p:nvSpPr>
          <p:cNvPr id="12" name="文本框 1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33493" y="1545132"/>
            <a:ext cx="11325860" cy="164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一、下面是“密”在字典中的意思，我知道“秘密”中“密”的意思是（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）。</a:t>
            </a: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                                                                      </a:t>
            </a:r>
            <a:endParaRPr lang="zh-CN" altLang="en-US" sz="36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6" name="图片 5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890" y="3521710"/>
            <a:ext cx="11717020" cy="1497965"/>
          </a:xfrm>
          <a:prstGeom prst="rect">
            <a:avLst/>
          </a:prstGeom>
        </p:spPr>
      </p:pic>
      <p:sp>
        <p:nvSpPr>
          <p:cNvPr id="2" name="文本框 1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4156075" y="2511425"/>
            <a:ext cx="818515" cy="497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③</a:t>
            </a:r>
            <a:endParaRPr lang="en-US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练一练</a:t>
            </a:r>
            <a:endParaRPr lang="zh-CN" altLang="en-US"/>
          </a:p>
        </p:txBody>
      </p:sp>
      <p:sp>
        <p:nvSpPr>
          <p:cNvPr id="3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44183" y="1292225"/>
            <a:ext cx="11303635" cy="4015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二、</a:t>
            </a: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选择恰当的词语填在括号里。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小朋友们(    )走进体育馆。乒乓球单打比赛中，两个运动员高超的球技博得观众一片喝彩,掌声（   ）了一分钟。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 A.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陆续 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B.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继续 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C.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持续 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D.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连续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6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563620" y="2258695"/>
            <a:ext cx="79692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A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9576435" y="3083560"/>
            <a:ext cx="79692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C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>
                <a:sym typeface="+mn-ea"/>
              </a:rPr>
              <a:t>练一练</a:t>
            </a:r>
            <a:endParaRPr lang="zh-CN" altLang="en-US"/>
          </a:p>
        </p:txBody>
      </p:sp>
      <p:sp>
        <p:nvSpPr>
          <p:cNvPr id="5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37515" y="1319530"/>
            <a:ext cx="1178687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三、</a:t>
            </a: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“我”变成了一棵树。下面句子中画线部分不能用词语</a:t>
            </a:r>
            <a:endParaRPr lang="zh-CN" altLang="en-US" sz="3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（   ）来形容。</a:t>
            </a:r>
            <a:endParaRPr lang="zh-CN" altLang="en-US" sz="34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  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我变的树上长满了各种形状的鸟窝：</a:t>
            </a:r>
            <a:r>
              <a:rPr lang="zh-CN" altLang="en-US" sz="3400" b="1" u="sng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三角形的、正方形的,还有长方形的、圆形的、椭圆形的、菱形的……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A.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各种各样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B.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形态各异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C.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五彩缤纷  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D.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奇形怪状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20" name="文本框 19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1068705" y="2250440"/>
            <a:ext cx="899795" cy="6356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C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句</a:t>
            </a:r>
            <a:r>
              <a:rPr lang="en-US" altLang="zh-CN"/>
              <a:t> </a:t>
            </a:r>
            <a:r>
              <a:t>子</a:t>
            </a:r>
          </a:p>
        </p:txBody>
      </p:sp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995223" y="2870692"/>
            <a:ext cx="6234084" cy="2083389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4400" b="1" dirty="0"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4400" b="1" dirty="0">
                <a:latin typeface="楷体" panose="02010609060101010101" charset="-122"/>
                <a:ea typeface="楷体" panose="02010609060101010101" charset="-122"/>
              </a:rPr>
              <a:t>这个单元我们还学到一些写得很好的句子，让我们一起回顾下吧！</a:t>
            </a:r>
            <a:endParaRPr lang="zh-CN" altLang="en-US" sz="44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3"/>
            </p:custDataLst>
          </p:nvPr>
        </p:nvCxnSpPr>
        <p:spPr>
          <a:xfrm>
            <a:off x="5110935" y="2754925"/>
            <a:ext cx="611842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句子赏析</a:t>
            </a:r>
            <a:endParaRPr lang="zh-CN" altLang="en-US"/>
          </a:p>
        </p:txBody>
      </p:sp>
      <p:sp>
        <p:nvSpPr>
          <p:cNvPr id="3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50274" y="1161380"/>
            <a:ext cx="114935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于是，胡萝卜先生一步一步走的时候，这根胡子就在一点儿一点儿地变长。只要看看胡萝卜先生走了多长的路，就可以知道他的这根胡子已经长了多长了。</a:t>
            </a:r>
            <a:endParaRPr lang="zh-CN" altLang="en-US" sz="4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60045" y="4288790"/>
            <a:ext cx="11493500" cy="2101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胡萝卜先生的胡子能</a:t>
            </a:r>
            <a:r>
              <a:rPr lang="en-US" altLang="zh-CN" sz="4000" b="1" kern="100" dirty="0">
                <a:solidFill>
                  <a:srgbClr val="0000FF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并且能跟他走的路一样长，这是作者的</a:t>
            </a:r>
            <a:r>
              <a:rPr lang="en-US" altLang="zh-CN" sz="4000" b="1" kern="100" dirty="0">
                <a:solidFill>
                  <a:srgbClr val="0000FF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，显示出了</a:t>
            </a:r>
            <a:r>
              <a:rPr lang="en-US" altLang="zh-CN" sz="4000" b="1" kern="100" dirty="0">
                <a:solidFill>
                  <a:srgbClr val="0000FF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的神奇有趣。</a:t>
            </a:r>
            <a:endParaRPr lang="zh-CN" altLang="en-US" sz="4000" b="1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6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5993765" y="4226560"/>
            <a:ext cx="2275205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不断变长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5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5993925" y="4961255"/>
            <a:ext cx="125984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想象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5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9552465" y="4951730"/>
            <a:ext cx="125984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想象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5" grpId="0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句子赏析</a:t>
            </a:r>
            <a:endParaRPr lang="zh-CN" altLang="en-US"/>
          </a:p>
        </p:txBody>
      </p:sp>
      <p:sp>
        <p:nvSpPr>
          <p:cNvPr id="3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59799" y="1618580"/>
            <a:ext cx="114935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风一吹，它们就在枝头跳起了舞。</a:t>
            </a:r>
            <a:endParaRPr lang="zh-CN" altLang="en-US" sz="4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60045" y="3025140"/>
            <a:ext cx="11493500" cy="2101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“它们”指的是长在树上的各种形状的</a:t>
            </a:r>
            <a:r>
              <a:rPr lang="en-US" altLang="zh-CN" sz="4000" b="1" kern="100" dirty="0">
                <a:solidFill>
                  <a:srgbClr val="0000FF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。鸟窝在枝头跳起了舞，这是运用了</a:t>
            </a:r>
            <a:r>
              <a:rPr lang="en-US" altLang="zh-CN" sz="4000" b="1" kern="100" dirty="0">
                <a:solidFill>
                  <a:srgbClr val="0000FF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的修辞手法，反映了英英</a:t>
            </a: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________________________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</a:t>
            </a:r>
            <a:endParaRPr lang="zh-CN" altLang="en-US" sz="4000" b="1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6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10079990" y="2976880"/>
            <a:ext cx="146558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鸟窝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5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7984650" y="3730625"/>
            <a:ext cx="125984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拟人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5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2951480" y="4454525"/>
            <a:ext cx="791718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丰富的想象力和快乐的心情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5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句子赏析</a:t>
            </a:r>
            <a:endParaRPr lang="zh-CN" altLang="en-US"/>
          </a:p>
        </p:txBody>
      </p:sp>
      <p:sp>
        <p:nvSpPr>
          <p:cNvPr id="3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59799" y="1618580"/>
            <a:ext cx="114935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她不知道我变成了树！我有点儿高兴，又有些失望。</a:t>
            </a:r>
            <a:endParaRPr lang="zh-CN" altLang="en-US" sz="4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60045" y="3285490"/>
            <a:ext cx="11493500" cy="2101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这两句话写出了“我”</a:t>
            </a: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的心情：“我”高兴的是</a:t>
            </a: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________________________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；“我”失望的是</a:t>
            </a: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____________________________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。</a:t>
            </a:r>
            <a:endParaRPr lang="zh-CN" altLang="en-US" sz="4000" b="1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6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6479540" y="3209290"/>
            <a:ext cx="146558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复杂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5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1907540" y="3991610"/>
            <a:ext cx="6468745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妈妈没有发现“我”的秘密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5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865505" y="4721225"/>
            <a:ext cx="791718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妈妈竟然没有发现“我”的变化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5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句子赏析</a:t>
            </a:r>
            <a:endParaRPr lang="zh-CN" altLang="en-US"/>
          </a:p>
        </p:txBody>
      </p:sp>
      <p:sp>
        <p:nvSpPr>
          <p:cNvPr id="3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59799" y="1080100"/>
            <a:ext cx="114935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altLang="zh-CN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你怎么住进来？别担心，我会弯下腰，让鸟窝离你很近很近，你只需轻轻一跳或者轻轻一爬，就像平时上你的小床那么容易。</a:t>
            </a:r>
            <a:endParaRPr lang="zh-CN" altLang="en-US" sz="4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indent="0">
              <a:lnSpc>
                <a:spcPct val="120000"/>
              </a:lnSpc>
              <a:buNone/>
            </a:pPr>
            <a:endParaRPr lang="zh-CN" altLang="en-US" sz="4000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  <p:sp>
        <p:nvSpPr>
          <p:cNvPr id="4" name="文本框 10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60045" y="3429000"/>
            <a:ext cx="11493500" cy="2101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  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这是一个</a:t>
            </a: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句，先引发思考，再通过奇特的想象，写“我”变成的树会弯下腰，让“你”轻松地住进来，解答了这一疑问。同时还体现出“我”是一棵</a:t>
            </a:r>
            <a:r>
              <a:rPr lang="en-US" altLang="zh-CN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________</a:t>
            </a:r>
            <a:r>
              <a:rPr lang="zh-CN" altLang="en-US" sz="4000" b="1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的树。</a:t>
            </a:r>
            <a:endParaRPr lang="zh-CN" altLang="en-US" sz="4000" b="1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pPr lvl="0" algn="l">
              <a:lnSpc>
                <a:spcPct val="120000"/>
              </a:lnSpc>
              <a:buClrTx/>
              <a:buSzTx/>
              <a:buFontTx/>
            </a:pPr>
            <a:endParaRPr lang="zh-CN" altLang="en-US" sz="4000" b="1">
              <a:solidFill>
                <a:srgbClr val="0000FF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6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3393440" y="3371850"/>
            <a:ext cx="146558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设问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  <p:sp>
        <p:nvSpPr>
          <p:cNvPr id="15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1907540" y="5577840"/>
            <a:ext cx="2354580" cy="8204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indent="0" algn="l" fontAlgn="auto">
              <a:lnSpc>
                <a:spcPct val="120000"/>
              </a:lnSpc>
              <a:buClrTx/>
              <a:buSzTx/>
              <a:buFontTx/>
            </a:pPr>
            <a:r>
              <a:rPr lang="zh-CN" altLang="en-US" sz="4000" b="1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热情好客</a:t>
            </a:r>
            <a:endParaRPr lang="zh-CN" altLang="en-US" sz="4000" b="1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t>拓展</a:t>
            </a:r>
            <a:r>
              <a:t>练习</a:t>
            </a:r>
          </a:p>
        </p:txBody>
      </p:sp>
      <p:sp>
        <p:nvSpPr>
          <p:cNvPr id="7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61950" y="1510030"/>
            <a:ext cx="11506200" cy="770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一、</a:t>
            </a:r>
            <a:r>
              <a:rPr lang="zh-CN" altLang="en-US" sz="3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下面问句的句式与其他三项不同的是哪一项？（   ）</a:t>
            </a:r>
            <a:endParaRPr lang="zh-CN" altLang="en-US" sz="3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2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61950" y="2465070"/>
            <a:ext cx="11486515" cy="3229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A.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是你的牛奶打翻了吗？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B.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小馋猫，肚子饿了，对吧？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C.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你猜，我变的树上会长什么？当然不是苹果啦，梨也不对——对了，鸟窝！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D.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哎呀，她是怎么知道我的秘密的?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4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10629265" y="1636395"/>
            <a:ext cx="79692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C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t>拓展</a:t>
            </a:r>
            <a:r>
              <a:t>练习</a:t>
            </a:r>
          </a:p>
        </p:txBody>
      </p:sp>
      <p:sp>
        <p:nvSpPr>
          <p:cNvPr id="7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61950" y="1405255"/>
            <a:ext cx="11506200" cy="770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二、</a:t>
            </a:r>
            <a:r>
              <a:rPr lang="zh-CN" altLang="en-US" sz="3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下列哪一项内容不属于想象描写？</a:t>
            </a:r>
            <a:r>
              <a:rPr lang="zh-CN" altLang="en-US" sz="3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（   ）</a:t>
            </a:r>
            <a:endParaRPr lang="zh-CN" altLang="en-US" sz="3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2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61950" y="2360295"/>
            <a:ext cx="11486515" cy="3857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A.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暑假里，我和家人去海滩上捡贝壳，抓小螃蟹，有趣极了！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B.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小哪吒踏着风火轮来到21世纪，带着我进行了一场刺激的大冒险。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C.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小明发现自己能听懂动物的语言，于是他帮小动物们实现了它们的愿望。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D.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琳琳来到了外星球，和外星人做了好朋友。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4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8348980" y="1514475"/>
            <a:ext cx="79692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A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t>拓展</a:t>
            </a:r>
            <a:r>
              <a:t>练习</a:t>
            </a:r>
          </a:p>
        </p:txBody>
      </p:sp>
      <p:sp>
        <p:nvSpPr>
          <p:cNvPr id="7" name="文本框 6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61950" y="1462405"/>
            <a:ext cx="11506200" cy="770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3400" b="1"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三、</a:t>
            </a:r>
            <a:r>
              <a:rPr lang="zh-CN" altLang="en-US" sz="3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下面和例句所运用的修辞手法不同的是哪一项？</a:t>
            </a:r>
            <a:r>
              <a:rPr lang="zh-CN" altLang="en-US" sz="3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charset="-122"/>
                <a:sym typeface="等线" panose="02010600030101010101" charset="-122"/>
              </a:rPr>
              <a:t>（   ）</a:t>
            </a:r>
            <a:endParaRPr lang="zh-CN" altLang="en-US" sz="3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2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61950" y="2493645"/>
            <a:ext cx="11486515" cy="3229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例：风一吹，它们就在枝头跳起了舞。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A.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巨浪伸出双臂把我猛地托起。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B.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海棠果摇动着它那圆圆的小脸，冲着你点头微笑。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C.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美丽的彩虹就像一座七彩的桥一样高挂在雨后的天空。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D.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宁静的夜晚，只有那天上的星星在窃窃私语。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4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11035030" y="1571625"/>
            <a:ext cx="79692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C</a:t>
            </a:r>
            <a:endParaRPr lang="en-US" altLang="zh-CN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184381" y="752505"/>
            <a:ext cx="5701295" cy="1043359"/>
          </a:xfrm>
        </p:spPr>
        <p:txBody>
          <a:bodyPr/>
          <a:p>
            <a:r>
              <a:rPr lang="zh-CN" altLang="en-US" sz="6600"/>
              <a:t>梳理与交流、初试身手</a:t>
            </a:r>
            <a:endParaRPr lang="zh-CN" altLang="en-US" sz="6600"/>
          </a:p>
        </p:txBody>
      </p:sp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995223" y="2984992"/>
            <a:ext cx="6234084" cy="2083389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36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读了本单元这些充满想象力的课文，你有哪些体会</a:t>
            </a:r>
            <a:r>
              <a:rPr lang="zh-CN" altLang="en-US" sz="36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？还可以展开哪些想象呢？让我们一起回顾一下。</a:t>
            </a:r>
            <a:endParaRPr lang="zh-CN" altLang="en-US" sz="3600" b="1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cxnSp>
        <p:nvCxnSpPr>
          <p:cNvPr id="4" name="直接连接符 2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3"/>
            </p:custDataLst>
          </p:nvPr>
        </p:nvCxnSpPr>
        <p:spPr>
          <a:xfrm>
            <a:off x="5110935" y="2754925"/>
            <a:ext cx="611842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梳理与交流</a:t>
            </a:r>
            <a:endParaRPr lang="zh-CN" altLang="en-US"/>
          </a:p>
        </p:txBody>
      </p:sp>
      <p:sp>
        <p:nvSpPr>
          <p:cNvPr id="17411" name="TextBox 6                                                                                                                                【作者微信：wcas00】" descr="【作者微信：wcas00】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66433" y="935355"/>
            <a:ext cx="10859770" cy="221107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ysClr val="window" lastClr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571500" marR="0" lvl="0" indent="-5715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和同学说一说：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 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  </a:t>
            </a:r>
            <a:r>
              <a:rPr lang="zh-CN" altLang="en-US" sz="3735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sym typeface="宋体" panose="02010600030101010101" pitchFamily="2" charset="-122"/>
              </a:rPr>
              <a:t>你觉得</a:t>
            </a:r>
            <a:r>
              <a:rPr kumimoji="0" lang="zh-CN" altLang="en-US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在</a:t>
            </a:r>
            <a:r>
              <a:rPr kumimoji="0" lang="en-US" altLang="zh-CN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《</a:t>
            </a:r>
            <a:r>
              <a:rPr kumimoji="0" lang="zh-CN" altLang="en-US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胡萝卜先生的长胡子</a:t>
            </a:r>
            <a:r>
              <a:rPr kumimoji="0" lang="en-US" altLang="zh-CN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》</a:t>
            </a:r>
            <a:r>
              <a:rPr kumimoji="0" lang="zh-CN" altLang="en-US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和</a:t>
            </a:r>
            <a:r>
              <a:rPr kumimoji="0" lang="en-US" altLang="zh-CN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《</a:t>
            </a:r>
            <a:r>
              <a:rPr kumimoji="0" lang="zh-CN" altLang="en-US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我变成了一棵树</a:t>
            </a:r>
            <a:r>
              <a:rPr kumimoji="0" lang="en-US" altLang="zh-CN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》</a:t>
            </a:r>
            <a:r>
              <a:rPr kumimoji="0" lang="zh-CN" altLang="en-US" sz="3735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这两篇课文中，哪些想象最有意思呢？</a:t>
            </a:r>
            <a:endParaRPr kumimoji="0" lang="zh-CN" altLang="en-US" sz="3735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ea"/>
            </a:endParaRPr>
          </a:p>
        </p:txBody>
      </p:sp>
      <p:pic>
        <p:nvPicPr>
          <p:cNvPr id="6" name="图片 3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08725" y="3322320"/>
            <a:ext cx="5457825" cy="3070225"/>
          </a:xfrm>
          <a:prstGeom prst="roundRect">
            <a:avLst/>
          </a:prstGeom>
          <a:ln>
            <a:solidFill>
              <a:srgbClr val="9BBB59"/>
            </a:solidFill>
          </a:ln>
        </p:spPr>
      </p:pic>
      <p:pic>
        <p:nvPicPr>
          <p:cNvPr id="18" name="图片 17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450" y="3322320"/>
            <a:ext cx="5457825" cy="3070225"/>
          </a:xfrm>
          <a:prstGeom prst="roundRect">
            <a:avLst/>
          </a:prstGeom>
          <a:ln>
            <a:solidFill>
              <a:srgbClr val="9BBB59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梳理与交流</a:t>
            </a:r>
            <a:endParaRPr lang="zh-CN" altLang="en-US"/>
          </a:p>
        </p:txBody>
      </p:sp>
      <p:sp>
        <p:nvSpPr>
          <p:cNvPr id="3" name="圆角矩形 1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"/>
            </p:custDataLst>
          </p:nvPr>
        </p:nvSpPr>
        <p:spPr>
          <a:xfrm>
            <a:off x="388620" y="876300"/>
            <a:ext cx="10778490" cy="2460625"/>
          </a:xfrm>
          <a:prstGeom prst="roundRect">
            <a:avLst/>
          </a:prstGeom>
          <a:solidFill>
            <a:srgbClr val="F79646">
              <a:alpha val="2000"/>
            </a:srgbClr>
          </a:solidFill>
          <a:ln w="9525" cap="flat" cmpd="sng" algn="ctr">
            <a:solidFill>
              <a:srgbClr val="F79646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txBody>
          <a:bodyPr anchor="t" anchorCtr="0"/>
          <a:lstStyle/>
          <a:p>
            <a:pPr indent="705485">
              <a:lnSpc>
                <a:spcPct val="140000"/>
              </a:lnSpc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  <a:sym typeface="宋体" panose="02010600030101010101" pitchFamily="2" charset="-122"/>
              </a:rPr>
              <a:t>胡萝卜先生的胡子沾了果酱后竟然会变长，派上了许多用场，这样的想象新奇又有趣。顺着课文的思路想象，我觉得胡萝卜先生的胡子还能当袋鼠的跳绳，还能 ……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ea"/>
              <a:sym typeface="宋体" panose="02010600030101010101" pitchFamily="2" charset="-122"/>
            </a:endParaRPr>
          </a:p>
        </p:txBody>
      </p:sp>
      <p:pic>
        <p:nvPicPr>
          <p:cNvPr id="36" name="图片 35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2715"/>
          <a:stretch>
            <a:fillRect/>
          </a:stretch>
        </p:blipFill>
        <p:spPr>
          <a:xfrm>
            <a:off x="10633040" y="1454150"/>
            <a:ext cx="1289473" cy="1882987"/>
          </a:xfrm>
          <a:prstGeom prst="rect">
            <a:avLst/>
          </a:prstGeom>
        </p:spPr>
      </p:pic>
      <p:grpSp>
        <p:nvGrpSpPr>
          <p:cNvPr id="20" name="组合 19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5"/>
            </p:custDataLst>
          </p:nvPr>
        </p:nvGrpSpPr>
        <p:grpSpPr>
          <a:xfrm>
            <a:off x="321945" y="2924810"/>
            <a:ext cx="11917680" cy="4036695"/>
            <a:chOff x="393" y="1849"/>
            <a:chExt cx="18768" cy="6357"/>
          </a:xfrm>
        </p:grpSpPr>
        <p:pic>
          <p:nvPicPr>
            <p:cNvPr id="12" name="图片 33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45" b="4038"/>
            <a:stretch>
              <a:fillRect/>
            </a:stretch>
          </p:blipFill>
          <p:spPr>
            <a:xfrm>
              <a:off x="393" y="1849"/>
              <a:ext cx="18769" cy="5440"/>
            </a:xfrm>
            <a:prstGeom prst="rect">
              <a:avLst/>
            </a:prstGeom>
          </p:spPr>
        </p:pic>
        <p:sp>
          <p:nvSpPr>
            <p:cNvPr id="13" name="弧形 4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8"/>
              </p:custDataLst>
            </p:nvPr>
          </p:nvSpPr>
          <p:spPr>
            <a:xfrm rot="18722996" flipH="1">
              <a:off x="5694" y="5751"/>
              <a:ext cx="1210" cy="1512"/>
            </a:xfrm>
            <a:prstGeom prst="arc">
              <a:avLst/>
            </a:prstGeom>
            <a:noFill/>
            <a:ln w="254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14" name="文本框 16                                                                                                                                【作者微信：wcas00】" descr="【作者微信：wcas00】"/>
            <p:cNvSpPr txBox="1"/>
            <p:nvPr>
              <p:custDataLst>
                <p:tags r:id="rId9"/>
              </p:custDataLst>
            </p:nvPr>
          </p:nvSpPr>
          <p:spPr>
            <a:xfrm>
              <a:off x="4705" y="4906"/>
              <a:ext cx="2873" cy="1168"/>
            </a:xfrm>
            <a:prstGeom prst="roundRect">
              <a:avLst/>
            </a:prstGeom>
            <a:solidFill>
              <a:srgbClr val="F79646">
                <a:lumMod val="20000"/>
                <a:lumOff val="80000"/>
              </a:srgbClr>
            </a:solidFill>
            <a:ln w="25400">
              <a:solidFill>
                <a:srgbClr val="F7964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735" b="1" dirty="0" smtClean="0">
                  <a:latin typeface="楷体" panose="02010609060101010101" charset="-122"/>
                  <a:ea typeface="楷体" panose="02010609060101010101" charset="-122"/>
                </a:rPr>
                <a:t>风筝线</a:t>
              </a:r>
              <a:endParaRPr lang="zh-CN" altLang="en-US" sz="3735" b="1" dirty="0" smtClean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5" name="弧形 18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10"/>
              </p:custDataLst>
            </p:nvPr>
          </p:nvSpPr>
          <p:spPr>
            <a:xfrm flipH="1">
              <a:off x="9867" y="6200"/>
              <a:ext cx="1210" cy="2006"/>
            </a:xfrm>
            <a:prstGeom prst="arc">
              <a:avLst/>
            </a:prstGeom>
            <a:noFill/>
            <a:ln w="254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16" name="文本框 22                                                                                                                                【作者微信：wcas00】" descr="【作者微信：wcas00】"/>
            <p:cNvSpPr txBox="1"/>
            <p:nvPr>
              <p:custDataLst>
                <p:tags r:id="rId11"/>
              </p:custDataLst>
            </p:nvPr>
          </p:nvSpPr>
          <p:spPr>
            <a:xfrm>
              <a:off x="9262" y="5057"/>
              <a:ext cx="2873" cy="1168"/>
            </a:xfrm>
            <a:prstGeom prst="roundRect">
              <a:avLst/>
            </a:prstGeom>
            <a:solidFill>
              <a:srgbClr val="F79646">
                <a:lumMod val="20000"/>
                <a:lumOff val="80000"/>
              </a:srgbClr>
            </a:solidFill>
            <a:ln w="25400">
              <a:solidFill>
                <a:srgbClr val="F7964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735" b="1" dirty="0" smtClean="0">
                  <a:latin typeface="楷体" panose="02010609060101010101" charset="-122"/>
                  <a:ea typeface="楷体" panose="02010609060101010101" charset="-122"/>
                </a:rPr>
                <a:t>晾衣绳</a:t>
              </a:r>
              <a:endParaRPr lang="zh-CN" altLang="en-US" sz="3735" b="1" dirty="0" smtClean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7" name="弧形 24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12"/>
              </p:custDataLst>
            </p:nvPr>
          </p:nvSpPr>
          <p:spPr>
            <a:xfrm rot="19674723" flipH="1">
              <a:off x="14659" y="5617"/>
              <a:ext cx="1210" cy="1512"/>
            </a:xfrm>
            <a:prstGeom prst="arc">
              <a:avLst/>
            </a:prstGeom>
            <a:noFill/>
            <a:ln w="25400" cap="flat" cmpd="sng" algn="ctr">
              <a:solidFill>
                <a:srgbClr val="F79646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zh-CN" altLang="en-US" sz="100">
                <a:solidFill>
                  <a:sysClr val="windowText" lastClr="000000"/>
                </a:solidFill>
                <a:latin typeface="Calibri" panose="020F0502020204030204" charset="0"/>
                <a:ea typeface="宋体" panose="02010600030101010101" pitchFamily="2" charset="-122"/>
              </a:endParaRPr>
            </a:p>
          </p:txBody>
        </p:sp>
        <p:sp>
          <p:nvSpPr>
            <p:cNvPr id="4" name="文本框 28                                                                                                                                【作者微信：wcas00】" descr="【作者微信：wcas00】"/>
            <p:cNvSpPr txBox="1"/>
            <p:nvPr>
              <p:custDataLst>
                <p:tags r:id="rId13"/>
              </p:custDataLst>
            </p:nvPr>
          </p:nvSpPr>
          <p:spPr>
            <a:xfrm>
              <a:off x="13799" y="4634"/>
              <a:ext cx="2873" cy="1168"/>
            </a:xfrm>
            <a:prstGeom prst="roundRect">
              <a:avLst/>
            </a:prstGeom>
            <a:solidFill>
              <a:srgbClr val="F79646">
                <a:lumMod val="20000"/>
                <a:lumOff val="80000"/>
              </a:srgbClr>
            </a:solidFill>
            <a:ln w="25400">
              <a:solidFill>
                <a:srgbClr val="F7964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735" b="1" dirty="0" smtClean="0">
                  <a:latin typeface="楷体" panose="02010609060101010101" charset="-122"/>
                  <a:ea typeface="楷体" panose="02010609060101010101" charset="-122"/>
                </a:rPr>
                <a:t>眼镜绳</a:t>
              </a:r>
              <a:endParaRPr lang="zh-CN" altLang="en-US" sz="3735" b="1" dirty="0" smtClean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pic>
          <p:nvPicPr>
            <p:cNvPr id="19" name="图片 34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280" r="33122"/>
            <a:stretch>
              <a:fillRect/>
            </a:stretch>
          </p:blipFill>
          <p:spPr>
            <a:xfrm>
              <a:off x="414" y="2141"/>
              <a:ext cx="3731" cy="5713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75" y="0"/>
            <a:ext cx="12185650" cy="6858000"/>
          </a:xfrm>
          <a:prstGeom prst="rect">
            <a:avLst/>
          </a:prstGeom>
        </p:spPr>
      </p:pic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梳理与交流</a:t>
            </a:r>
            <a:endParaRPr lang="zh-CN" altLang="en-US"/>
          </a:p>
        </p:txBody>
      </p:sp>
      <p:sp>
        <p:nvSpPr>
          <p:cNvPr id="4" name="圆角矩形 1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4"/>
            </p:custDataLst>
          </p:nvPr>
        </p:nvSpPr>
        <p:spPr>
          <a:xfrm>
            <a:off x="2279404" y="2564553"/>
            <a:ext cx="8780780" cy="2216573"/>
          </a:xfrm>
          <a:prstGeom prst="roundRect">
            <a:avLst/>
          </a:prstGeom>
          <a:solidFill>
            <a:sysClr val="window" lastClr="FFFFFF"/>
          </a:solidFill>
          <a:ln w="9525" cap="flat" cmpd="sng" algn="ctr">
            <a:solidFill>
              <a:srgbClr val="F79646"/>
            </a:solidFill>
            <a:prstDash val="soli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   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“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我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”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ea"/>
              </a:rPr>
              <a:t>变成了一棵树，长满了各种形状的鸟窝，小动物们和妈妈住在鸟窝里。大胆想象，可以让我们拥有奇异的经历。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ea"/>
            </a:endParaRPr>
          </a:p>
        </p:txBody>
      </p:sp>
      <p:pic>
        <p:nvPicPr>
          <p:cNvPr id="35" name="图片 34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457" y="2853267"/>
            <a:ext cx="17145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初试身手</a:t>
            </a:r>
            <a:r>
              <a:rPr lang="en-US" altLang="zh-CN"/>
              <a:t>·</a:t>
            </a:r>
            <a:r>
              <a:rPr lang="zh-CN" altLang="en-US"/>
              <a:t>发挥想象思维</a:t>
            </a:r>
            <a:endParaRPr lang="zh-CN" altLang="en-US"/>
          </a:p>
        </p:txBody>
      </p:sp>
      <p:pic>
        <p:nvPicPr>
          <p:cNvPr id="13314" name="图片 2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7715" y="986790"/>
            <a:ext cx="1522095" cy="190119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" name="组合 9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4"/>
            </p:custDataLst>
          </p:nvPr>
        </p:nvGrpSpPr>
        <p:grpSpPr>
          <a:xfrm>
            <a:off x="3792220" y="699135"/>
            <a:ext cx="6362065" cy="2381885"/>
            <a:chOff x="5466931" y="1432899"/>
            <a:chExt cx="3340941" cy="2184142"/>
          </a:xfrm>
        </p:grpSpPr>
        <p:sp>
          <p:nvSpPr>
            <p:cNvPr id="8" name="云形标注 7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5"/>
              </p:custDataLst>
            </p:nvPr>
          </p:nvSpPr>
          <p:spPr>
            <a:xfrm>
              <a:off x="5466931" y="1432899"/>
              <a:ext cx="3340941" cy="2184142"/>
            </a:xfrm>
            <a:prstGeom prst="cloudCallout">
              <a:avLst>
                <a:gd name="adj1" fmla="val -36924"/>
                <a:gd name="adj2" fmla="val 75966"/>
              </a:avLst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4BACC6"/>
              </a:solidFill>
              <a:prstDash val="soli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735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rPr>
                <a:t> </a:t>
              </a:r>
              <a:endParaRPr kumimoji="0" lang="zh-CN" altLang="en-US" sz="3735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endParaRPr>
            </a:p>
          </p:txBody>
        </p:sp>
        <p:sp>
          <p:nvSpPr>
            <p:cNvPr id="13321" name="矩形 8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6"/>
              </p:custDataLst>
            </p:nvPr>
          </p:nvSpPr>
          <p:spPr>
            <a:xfrm>
              <a:off x="5769380" y="1722876"/>
              <a:ext cx="2970466" cy="1505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05000"/>
                </a:lnSpc>
              </a:pPr>
              <a:r>
                <a:rPr lang="zh-CN" altLang="en-US" sz="3200" b="1" dirty="0">
                  <a:solidFill>
                    <a:srgbClr val="0000F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  这椭圆的手指印，加上眼睛、鼻子等等</a:t>
              </a:r>
              <a:r>
                <a:rPr lang="en-US" altLang="zh-CN" sz="3200" b="1" dirty="0">
                  <a:solidFill>
                    <a:srgbClr val="0000F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……</a:t>
              </a:r>
              <a:r>
                <a:rPr lang="zh-CN" altLang="en-US" sz="3200" b="1" dirty="0">
                  <a:solidFill>
                    <a:srgbClr val="0000F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就能变成各种可爱的小动物</a:t>
              </a:r>
              <a:r>
                <a:rPr lang="zh-CN" altLang="en-US" sz="3200" b="1" dirty="0">
                  <a:solidFill>
                    <a:srgbClr val="0000FF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</a:rPr>
                <a:t>啦！</a:t>
              </a:r>
              <a:endParaRPr lang="zh-CN" altLang="en-US" sz="3200" b="1" dirty="0">
                <a:solidFill>
                  <a:srgbClr val="0000FF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endParaRPr>
            </a:p>
          </p:txBody>
        </p:sp>
      </p:grpSp>
      <p:pic>
        <p:nvPicPr>
          <p:cNvPr id="3" name="图片 1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31950" y="3710940"/>
            <a:ext cx="1952625" cy="2486025"/>
          </a:xfrm>
          <a:prstGeom prst="rect">
            <a:avLst/>
          </a:prstGeom>
        </p:spPr>
      </p:pic>
      <p:pic>
        <p:nvPicPr>
          <p:cNvPr id="4" name="图片 2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495800" y="4154170"/>
            <a:ext cx="3200400" cy="1981200"/>
          </a:xfrm>
          <a:prstGeom prst="rect">
            <a:avLst/>
          </a:prstGeom>
        </p:spPr>
      </p:pic>
      <p:pic>
        <p:nvPicPr>
          <p:cNvPr id="5" name="图片 3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56270" y="3577590"/>
            <a:ext cx="2657475" cy="2619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初试身手</a:t>
            </a:r>
            <a:r>
              <a:rPr lang="en-US" altLang="zh-CN"/>
              <a:t>·</a:t>
            </a:r>
            <a:r>
              <a:rPr lang="zh-CN" altLang="en-US"/>
              <a:t>发挥想象思维</a:t>
            </a:r>
            <a:endParaRPr lang="zh-CN" altLang="en-US"/>
          </a:p>
        </p:txBody>
      </p:sp>
      <p:pic>
        <p:nvPicPr>
          <p:cNvPr id="16386" name="图片 2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935" t="3786" r="17271" b="3786"/>
          <a:stretch>
            <a:fillRect/>
          </a:stretch>
        </p:blipFill>
        <p:spPr>
          <a:xfrm>
            <a:off x="911225" y="1002030"/>
            <a:ext cx="2206625" cy="21310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7" name="图片 3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6536" t="6706" r="13335" b="7570"/>
          <a:stretch>
            <a:fillRect/>
          </a:stretch>
        </p:blipFill>
        <p:spPr>
          <a:xfrm>
            <a:off x="4368165" y="3716655"/>
            <a:ext cx="2487930" cy="21551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389" name="图片 5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69405" y="1236980"/>
            <a:ext cx="2450465" cy="18389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6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 bwMode="auto">
          <a:xfrm>
            <a:off x="3357727" y="981283"/>
            <a:ext cx="3072343" cy="230425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2                                                                                                                                【作者微信：wcas00】" descr="【作者微信：wcas00】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1"/>
          <a:srcRect r="57038"/>
          <a:stretch>
            <a:fillRect/>
          </a:stretch>
        </p:blipFill>
        <p:spPr bwMode="auto">
          <a:xfrm>
            <a:off x="2280285" y="3717290"/>
            <a:ext cx="1440444" cy="22860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6392" name="图片 7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r="51024"/>
          <a:stretch>
            <a:fillRect/>
          </a:stretch>
        </p:blipFill>
        <p:spPr>
          <a:xfrm>
            <a:off x="7177405" y="3429000"/>
            <a:ext cx="2096770" cy="25552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" name="图片 1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840" t="13689" r="13339"/>
          <a:stretch>
            <a:fillRect/>
          </a:stretch>
        </p:blipFill>
        <p:spPr>
          <a:xfrm>
            <a:off x="9335770" y="1124585"/>
            <a:ext cx="2426335" cy="20364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2                                                                                                                                【作者微信：wcas00】" descr="【作者微信：wcas00】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11"/>
          <a:srcRect l="53701"/>
          <a:stretch>
            <a:fillRect/>
          </a:stretch>
        </p:blipFill>
        <p:spPr bwMode="auto">
          <a:xfrm>
            <a:off x="552714" y="3716655"/>
            <a:ext cx="1552311" cy="228600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1" name="图片 7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3"/>
          <a:srcRect l="49338"/>
          <a:stretch>
            <a:fillRect/>
          </a:stretch>
        </p:blipFill>
        <p:spPr>
          <a:xfrm>
            <a:off x="9544050" y="3357245"/>
            <a:ext cx="2307590" cy="2717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t>练一练</a:t>
            </a:r>
          </a:p>
        </p:txBody>
      </p:sp>
      <p:sp>
        <p:nvSpPr>
          <p:cNvPr id="5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327025" y="1978660"/>
            <a:ext cx="11486515" cy="1450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手指印姑娘会七十二变，她会变成小猪、小兔子、小青蛙</a:t>
            </a:r>
            <a:r>
              <a:rPr lang="en-US" altLang="zh-CN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……</a:t>
            </a:r>
            <a:r>
              <a:rPr lang="zh-CN" altLang="en-US" sz="3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她还会变成什么呢？会做什么或想些什么呢？写一写。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2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474345" y="4861560"/>
            <a:ext cx="11247120" cy="1346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    </a:t>
            </a:r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她会变成小鸟，在枝头叽叽喳喳，唱着</a:t>
            </a:r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“</a:t>
            </a:r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风雨过后天空会更蓝</a:t>
            </a:r>
            <a:r>
              <a:rPr lang="en-US" altLang="zh-CN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”</a:t>
            </a:r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。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cxnSp>
        <p:nvCxnSpPr>
          <p:cNvPr id="8" name="直接连接符 7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4"/>
            </p:custDataLst>
          </p:nvPr>
        </p:nvCxnSpPr>
        <p:spPr>
          <a:xfrm>
            <a:off x="449580" y="5488940"/>
            <a:ext cx="11241405" cy="0"/>
          </a:xfrm>
          <a:prstGeom prst="line">
            <a:avLst/>
          </a:prstGeom>
          <a:ln w="19050">
            <a:solidFill>
              <a:sysClr val="windowText" lastClr="000000"/>
            </a:solidFill>
          </a:ln>
        </p:spPr>
        <p:style>
          <a:lnRef idx="2">
            <a:srgbClr val="4472C4"/>
          </a:lnRef>
          <a:fillRef idx="0">
            <a:srgbClr val="FFFFFF"/>
          </a:fillRef>
          <a:effectRef idx="0">
            <a:srgbClr val="FFFFFF"/>
          </a:effectRef>
          <a:fontRef idx="minor">
            <a:sysClr val="windowText" lastClr="000000"/>
          </a:fontRef>
        </p:style>
      </p:cxnSp>
      <p:pic>
        <p:nvPicPr>
          <p:cNvPr id="9" name="图片 2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5685" y="3348355"/>
            <a:ext cx="9794875" cy="1657350"/>
          </a:xfrm>
          <a:prstGeom prst="rect">
            <a:avLst/>
          </a:prstGeom>
        </p:spPr>
      </p:pic>
      <p:cxnSp>
        <p:nvCxnSpPr>
          <p:cNvPr id="10" name="直接连接符 3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7"/>
            </p:custDataLst>
          </p:nvPr>
        </p:nvCxnSpPr>
        <p:spPr>
          <a:xfrm>
            <a:off x="449580" y="6096635"/>
            <a:ext cx="11241405" cy="0"/>
          </a:xfrm>
          <a:prstGeom prst="line">
            <a:avLst/>
          </a:prstGeom>
          <a:ln w="19050">
            <a:solidFill>
              <a:sysClr val="windowText" lastClr="000000"/>
            </a:solidFill>
          </a:ln>
        </p:spPr>
        <p:style>
          <a:lnRef idx="2">
            <a:srgbClr val="4472C4"/>
          </a:lnRef>
          <a:fillRef idx="0">
            <a:srgbClr val="FFFFFF"/>
          </a:fillRef>
          <a:effectRef idx="0">
            <a:srgbClr val="FFFFFF"/>
          </a:effectRef>
          <a:fontRef idx="minor">
            <a:sysClr val="windowText" lastClr="000000"/>
          </a:fontRef>
        </p:style>
      </p:cxnSp>
      <p:sp>
        <p:nvSpPr>
          <p:cNvPr id="4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8"/>
            </p:custDataLst>
          </p:nvPr>
        </p:nvSpPr>
        <p:spPr>
          <a:xfrm>
            <a:off x="841375" y="1210310"/>
            <a:ext cx="109982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根据要求完成练习。</a:t>
            </a:r>
            <a:endParaRPr lang="zh-CN" altLang="en-US" sz="32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初试身手</a:t>
            </a:r>
            <a:r>
              <a:rPr lang="en-US" altLang="zh-CN"/>
              <a:t>·</a:t>
            </a:r>
            <a:r>
              <a:rPr lang="zh-CN" altLang="en-US"/>
              <a:t>接龙编故事</a:t>
            </a:r>
            <a:endParaRPr lang="zh-CN" altLang="en-US"/>
          </a:p>
        </p:txBody>
      </p:sp>
      <p:sp>
        <p:nvSpPr>
          <p:cNvPr id="18434" name="矩形 3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"/>
            </p:custDataLst>
          </p:nvPr>
        </p:nvSpPr>
        <p:spPr>
          <a:xfrm>
            <a:off x="646184" y="1824567"/>
            <a:ext cx="11211983" cy="1691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lvl="0" indent="-457200">
              <a:lnSpc>
                <a:spcPct val="130000"/>
              </a:lnSpc>
              <a:buBlip>
                <a:blip r:embed="rId3"/>
              </a:buBlip>
            </a:pPr>
            <a:r>
              <a:rPr lang="zh-CN" altLang="en-US" sz="4000" b="1" dirty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夏天到了，虫子王国一片沸腾。瞌睡虫们纷纷飞出洞口，去寻找自己的朋友</a:t>
            </a:r>
            <a:r>
              <a:rPr lang="en-US" altLang="zh-CN" sz="4000" b="1" dirty="0">
                <a:solidFill>
                  <a:prstClr val="black"/>
                </a:solidFill>
                <a:latin typeface="楷体" panose="02010609060101010101" charset="-122"/>
                <a:ea typeface="楷体" panose="02010609060101010101" charset="-122"/>
              </a:rPr>
              <a:t>……</a:t>
            </a:r>
            <a:endParaRPr lang="en-US" altLang="zh-CN" sz="4000" b="1" dirty="0">
              <a:solidFill>
                <a:prstClr val="black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12" name="图片 1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487770" y="4511887"/>
            <a:ext cx="1830917" cy="190923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" name="组合 9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6"/>
            </p:custDataLst>
          </p:nvPr>
        </p:nvGrpSpPr>
        <p:grpSpPr>
          <a:xfrm>
            <a:off x="4727893" y="3809048"/>
            <a:ext cx="6454776" cy="2515870"/>
            <a:chOff x="4130365" y="542774"/>
            <a:chExt cx="4103965" cy="3174310"/>
          </a:xfrm>
        </p:grpSpPr>
        <p:sp>
          <p:nvSpPr>
            <p:cNvPr id="15" name="云形标注 6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7"/>
              </p:custDataLst>
            </p:nvPr>
          </p:nvSpPr>
          <p:spPr>
            <a:xfrm>
              <a:off x="4130365" y="542774"/>
              <a:ext cx="4103965" cy="3174310"/>
            </a:xfrm>
            <a:prstGeom prst="cloudCallout">
              <a:avLst>
                <a:gd name="adj1" fmla="val -65322"/>
                <a:gd name="adj2" fmla="val 22829"/>
              </a:avLst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25400" cap="flat" cmpd="sng" algn="ctr">
              <a:solidFill>
                <a:srgbClr val="4BACC6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735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rPr>
                <a:t> </a:t>
              </a:r>
              <a:endParaRPr kumimoji="0" lang="zh-CN" altLang="en-US" sz="3735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endParaRPr>
            </a:p>
          </p:txBody>
        </p:sp>
        <p:sp>
          <p:nvSpPr>
            <p:cNvPr id="18439" name="矩形 8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8"/>
              </p:custDataLst>
            </p:nvPr>
          </p:nvSpPr>
          <p:spPr>
            <a:xfrm>
              <a:off x="4445682" y="931351"/>
              <a:ext cx="3658645" cy="2163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10000"/>
                </a:lnSpc>
              </a:pPr>
              <a:r>
                <a:rPr lang="zh-CN" altLang="en-US" sz="3200" b="1" dirty="0">
                  <a:solidFill>
                    <a:srgbClr val="0000FF"/>
                  </a:solidFill>
                  <a:latin typeface="楷体" panose="02010609060101010101" charset="-122"/>
                  <a:ea typeface="楷体" panose="02010609060101010101" charset="-122"/>
                </a:rPr>
                <a:t>  它们在寻找朋友的过程中会飞过哪些地方？会遇到谁？会发生什么神奇的事呢？</a:t>
              </a:r>
              <a:endParaRPr lang="zh-CN" altLang="en-US" sz="32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16" name="TextBox 6                                                                                                                                【作者微信：wcas00】" descr="【作者微信：wcas00】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39784" y="1114213"/>
            <a:ext cx="8064500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 瞌睡虫有什么特点呢？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初试身手</a:t>
            </a:r>
            <a:r>
              <a:rPr lang="en-US" altLang="zh-CN"/>
              <a:t>·</a:t>
            </a:r>
            <a:r>
              <a:rPr lang="zh-CN" altLang="en-US"/>
              <a:t>故事范例</a:t>
            </a:r>
            <a:endParaRPr lang="zh-CN" altLang="en-US"/>
          </a:p>
        </p:txBody>
      </p:sp>
      <p:sp>
        <p:nvSpPr>
          <p:cNvPr id="4" name="文本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69900" y="757555"/>
            <a:ext cx="11252835" cy="5234940"/>
          </a:xfrm>
          <a:prstGeom prst="rect">
            <a:avLst/>
          </a:prstGeom>
          <a:noFill/>
        </p:spPr>
        <p:txBody>
          <a:bodyPr anchor="t"/>
          <a:lstStyle/>
          <a:p>
            <a:pPr algn="ctr">
              <a:lnSpc>
                <a:spcPct val="110000"/>
              </a:lnSpc>
              <a:spcAft>
                <a:spcPts val="600"/>
              </a:spcAft>
              <a:buFont typeface="Wingdings" panose="05000000000000000000"/>
              <a:buNone/>
            </a:pP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瞌睡虫找朋友</a:t>
            </a:r>
            <a:endParaRPr lang="zh-CN" altLang="en-US" sz="3200" b="1" i="0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fontAlgn="auto">
              <a:lnSpc>
                <a:spcPct val="110000"/>
              </a:lnSpc>
              <a:spcAft>
                <a:spcPts val="600"/>
              </a:spcAft>
              <a:buFont typeface="Wingdings" panose="05000000000000000000"/>
              <a:buNone/>
            </a:pPr>
            <a:r>
              <a:rPr lang="en-US" altLang="zh-CN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夏天到了，虫子王国一片沸腾。瞌睡虫们纷纷飞出洞口，去寻找自己的朋友。</a:t>
            </a:r>
            <a:endParaRPr lang="zh-CN" altLang="en-US" sz="3200" b="1" i="0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fontAlgn="auto">
              <a:lnSpc>
                <a:spcPct val="110000"/>
              </a:lnSpc>
              <a:spcAft>
                <a:spcPts val="600"/>
              </a:spcAft>
              <a:buFont typeface="Wingdings" panose="05000000000000000000"/>
              <a:buNone/>
            </a:pPr>
            <a:r>
              <a:rPr lang="en-US" altLang="zh-CN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一只最小的瞌睡虫，用力扇动着翅膀向树林飞去。它一边飞，一边四处张望。忽然，瞌睡虫发现一只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小</a:t>
            </a: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蚂蚁正在一处水洼旁边喝水，于是它飞了过去，轻轻地落在了</a:t>
            </a: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水边。</a:t>
            </a:r>
            <a:endParaRPr lang="zh-CN" altLang="en-US" sz="3200" b="1" i="0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fontAlgn="auto">
              <a:lnSpc>
                <a:spcPct val="110000"/>
              </a:lnSpc>
              <a:spcAft>
                <a:spcPts val="600"/>
              </a:spcAft>
              <a:buFont typeface="Wingdings" panose="05000000000000000000"/>
              <a:buNone/>
            </a:pP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瞌睡虫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刚想跟小蚂蚁打招呼，可是不知怎的，上下眼皮直打架，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还没等说话，头一歪就睡着了。</a:t>
            </a:r>
            <a:endParaRPr lang="zh-CN" altLang="en-US" sz="3200" b="1" i="0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algn="l" fontAlgn="auto">
              <a:lnSpc>
                <a:spcPct val="110000"/>
              </a:lnSpc>
              <a:spcAft>
                <a:spcPts val="600"/>
              </a:spcAft>
              <a:buFont typeface="Wingdings" panose="05000000000000000000"/>
              <a:buNone/>
            </a:pPr>
            <a:r>
              <a:rPr lang="en-US" altLang="zh-CN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等瞌睡虫</a:t>
            </a: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醒来，太阳已经快落山了，小蚂蚁也不在了。小瞌睡虫没办法，只好飞回家去，明天再出来找朋友</a:t>
            </a:r>
            <a:r>
              <a:rPr lang="zh-CN" altLang="en-US" sz="3200" b="1" i="0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了。</a:t>
            </a:r>
            <a:endParaRPr lang="zh-CN" altLang="en-US" sz="3200" b="1" i="0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初试身手</a:t>
            </a:r>
            <a:r>
              <a:rPr lang="en-US" altLang="zh-CN"/>
              <a:t>·</a:t>
            </a:r>
            <a:r>
              <a:rPr lang="zh-CN" altLang="en-US"/>
              <a:t>接龙编故事</a:t>
            </a:r>
            <a:endParaRPr lang="zh-CN" altLang="en-US"/>
          </a:p>
        </p:txBody>
      </p:sp>
      <p:sp>
        <p:nvSpPr>
          <p:cNvPr id="10" name="TextBox 6                                                                                                                                【作者微信：wcas00】" descr="【作者微信：wcas00】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8679" y="1087755"/>
            <a:ext cx="8062384" cy="58356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“颠倒村”是什么样的？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pic>
        <p:nvPicPr>
          <p:cNvPr id="3" name="图片 2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/>
          <a:srcRect r="15981"/>
          <a:stretch>
            <a:fillRect/>
          </a:stretch>
        </p:blipFill>
        <p:spPr>
          <a:xfrm>
            <a:off x="7967980" y="3531235"/>
            <a:ext cx="3524250" cy="31457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460" name="矩形 3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5"/>
            </p:custDataLst>
          </p:nvPr>
        </p:nvSpPr>
        <p:spPr>
          <a:xfrm>
            <a:off x="525780" y="1813560"/>
            <a:ext cx="11141075" cy="2195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14000"/>
              </a:lnSpc>
              <a:buBlip>
                <a:blip r:embed="rId6"/>
              </a:buBlip>
            </a:pPr>
            <a:r>
              <a:rPr lang="zh-CN" altLang="en-US" sz="4000" b="1" dirty="0">
                <a:latin typeface="楷体" panose="02010609060101010101" charset="-122"/>
                <a:ea typeface="楷体" panose="02010609060101010101" charset="-122"/>
              </a:rPr>
              <a:t>一阵大风过后，小牧童被吹到了颠倒村。他睁开眼睛，只见树枝和树叶长进土里，树根却张牙舞爪地伸向天空</a:t>
            </a:r>
            <a:r>
              <a:rPr lang="en-US" altLang="zh-CN" sz="4000" b="1" dirty="0">
                <a:latin typeface="楷体" panose="02010609060101010101" charset="-122"/>
                <a:ea typeface="楷体" panose="02010609060101010101" charset="-122"/>
              </a:rPr>
              <a:t>……</a:t>
            </a:r>
            <a:endParaRPr lang="en-US" altLang="zh-CN" sz="40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6" name="组合 9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7"/>
            </p:custDataLst>
          </p:nvPr>
        </p:nvGrpSpPr>
        <p:grpSpPr>
          <a:xfrm>
            <a:off x="983614" y="4158933"/>
            <a:ext cx="5963921" cy="2230120"/>
            <a:chOff x="4683461" y="957702"/>
            <a:chExt cx="3681887" cy="2813150"/>
          </a:xfrm>
        </p:grpSpPr>
        <p:sp>
          <p:nvSpPr>
            <p:cNvPr id="7" name="云形标注 6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8"/>
              </p:custDataLst>
            </p:nvPr>
          </p:nvSpPr>
          <p:spPr>
            <a:xfrm>
              <a:off x="4683461" y="957702"/>
              <a:ext cx="3681887" cy="2813150"/>
            </a:xfrm>
            <a:prstGeom prst="cloudCallout">
              <a:avLst>
                <a:gd name="adj1" fmla="val 63245"/>
                <a:gd name="adj2" fmla="val 36261"/>
              </a:avLst>
            </a:prstGeom>
            <a:gradFill rotWithShape="1">
              <a:gsLst>
                <a:gs pos="0">
                  <a:srgbClr val="4BACC6">
                    <a:tint val="50000"/>
                    <a:satMod val="300000"/>
                  </a:srgbClr>
                </a:gs>
                <a:gs pos="35000">
                  <a:srgbClr val="4BACC6">
                    <a:tint val="37000"/>
                    <a:satMod val="300000"/>
                  </a:srgbClr>
                </a:gs>
                <a:gs pos="100000">
                  <a:srgbClr val="4BACC6">
                    <a:tint val="15000"/>
                    <a:satMod val="350000"/>
                  </a:srgbClr>
                </a:gs>
              </a:gsLst>
              <a:lin ang="16200000" scaled="1"/>
            </a:gradFill>
            <a:ln w="25400" cap="flat" cmpd="sng" algn="ctr">
              <a:solidFill>
                <a:srgbClr val="4BACC6"/>
              </a:solidFill>
              <a:prstDash val="solid"/>
            </a:ln>
            <a:effectLst/>
          </p:spPr>
          <p:txBody>
            <a:bodyPr anchor="ctr"/>
            <a:lstStyle>
              <a:lvl1pPr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ysClr val="windowText" lastClr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</a:rPr>
                <a:t> </a:t>
              </a: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</a:endParaRPr>
            </a:p>
          </p:txBody>
        </p:sp>
        <p:sp>
          <p:nvSpPr>
            <p:cNvPr id="19466" name="矩形 8                                                                                                                                【作者微信：wcas00】" descr="【作者微信：wcas00】"/>
            <p:cNvSpPr/>
            <p:nvPr>
              <p:custDataLst>
                <p:tags r:id="rId9"/>
              </p:custDataLst>
            </p:nvPr>
          </p:nvSpPr>
          <p:spPr>
            <a:xfrm>
              <a:off x="5062940" y="1277305"/>
              <a:ext cx="2934297" cy="21627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10000"/>
                </a:lnSpc>
              </a:pPr>
              <a:r>
                <a:rPr lang="zh-CN" altLang="en-US" sz="3200" b="1" dirty="0">
                  <a:solidFill>
                    <a:srgbClr val="0000FF"/>
                  </a:solidFill>
                  <a:latin typeface="楷体" panose="02010609060101010101" charset="-122"/>
                  <a:ea typeface="楷体" panose="02010609060101010101" charset="-122"/>
                </a:rPr>
                <a:t>  树是颠倒的，那房子呢？动物呢？人呢？小牧童会有哪些奇遇呢？</a:t>
              </a:r>
              <a:endParaRPr lang="zh-CN" altLang="en-US" sz="32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cxnSp>
        <p:nvCxnSpPr>
          <p:cNvPr id="9" name="直接连接符 8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10"/>
            </p:custDataLst>
          </p:nvPr>
        </p:nvCxnSpPr>
        <p:spPr>
          <a:xfrm>
            <a:off x="4080052" y="3225800"/>
            <a:ext cx="7272655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  <p:cxnSp>
        <p:nvCxnSpPr>
          <p:cNvPr id="11" name="直接连接符 10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11"/>
            </p:custDataLst>
          </p:nvPr>
        </p:nvCxnSpPr>
        <p:spPr>
          <a:xfrm>
            <a:off x="1127514" y="4112048"/>
            <a:ext cx="5006975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初试身手</a:t>
            </a:r>
            <a:r>
              <a:rPr lang="en-US" altLang="zh-CN"/>
              <a:t>·</a:t>
            </a:r>
            <a:r>
              <a:rPr lang="zh-CN" altLang="en-US"/>
              <a:t>故事范例</a:t>
            </a:r>
            <a:endParaRPr lang="zh-CN" altLang="en-US"/>
          </a:p>
        </p:txBody>
      </p:sp>
      <p:sp>
        <p:nvSpPr>
          <p:cNvPr id="3" name="文本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520700" y="809625"/>
            <a:ext cx="11475085" cy="5439410"/>
          </a:xfrm>
          <a:prstGeom prst="rect">
            <a:avLst/>
          </a:prstGeom>
          <a:noFill/>
        </p:spPr>
        <p:txBody>
          <a:bodyPr anchor="t">
            <a:noAutofit/>
          </a:bodyPr>
          <a:lstStyle/>
          <a:p>
            <a:pPr lvl="0" algn="ctr">
              <a:lnSpc>
                <a:spcPct val="120000"/>
              </a:lnSpc>
              <a:spcAft>
                <a:spcPts val="1200"/>
              </a:spcAft>
              <a:buClrTx/>
              <a:buSzTx/>
              <a:buFont typeface="Wingdings" panose="05000000000000000000"/>
            </a:pP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颠倒村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奇遇记</a:t>
            </a:r>
            <a:endParaRPr lang="zh-CN" altLang="en-US" sz="3200" b="1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宋体" panose="02010600030101010101" pitchFamily="2" charset="-122"/>
            </a:endParaRPr>
          </a:p>
          <a:p>
            <a:pPr lvl="0" algn="l">
              <a:lnSpc>
                <a:spcPct val="120000"/>
              </a:lnSpc>
              <a:spcAft>
                <a:spcPts val="1200"/>
              </a:spcAft>
              <a:buClrTx/>
              <a:buSzTx/>
              <a:buFont typeface="Wingdings" panose="05000000000000000000"/>
            </a:pP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一阵大风过后，小牧童被吹到了颠倒村。他睁开眼睛，只见树枝和树叶长进土里，树根却张牙舞爪地伸向天空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。小牧童抓耳挠腮，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百思不得其解。</a:t>
            </a:r>
            <a:endParaRPr lang="zh-CN" altLang="en-US" sz="3200" b="1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宋体" panose="02010600030101010101" pitchFamily="2" charset="-122"/>
            </a:endParaRPr>
          </a:p>
          <a:p>
            <a:pPr lvl="0" algn="l">
              <a:lnSpc>
                <a:spcPct val="120000"/>
              </a:lnSpc>
              <a:spcAft>
                <a:spcPts val="1200"/>
              </a:spcAft>
              <a:buClrTx/>
              <a:buSzTx/>
              <a:buFont typeface="Wingdings" panose="05000000000000000000"/>
            </a:pP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走进村子，他看见村子里住着许多居民，居民们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无论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男女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老幼，都是倒着走的。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小牧童感到更奇怪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了。</a:t>
            </a:r>
            <a:endParaRPr lang="zh-CN" altLang="en-US" sz="3200" b="1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宋体" panose="02010600030101010101" pitchFamily="2" charset="-122"/>
            </a:endParaRPr>
          </a:p>
          <a:p>
            <a:pPr lvl="0" algn="l">
              <a:lnSpc>
                <a:spcPct val="120000"/>
              </a:lnSpc>
              <a:spcAft>
                <a:spcPts val="1200"/>
              </a:spcAft>
              <a:buClrTx/>
              <a:buSzTx/>
              <a:buFont typeface="Wingdings" panose="05000000000000000000"/>
            </a:pP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 </a:t>
            </a: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小牧童实在忍不住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，他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冲上前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拦住了一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位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往后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倒着走的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小女孩，问道：</a:t>
            </a: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“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你好，请问你们为什么要倒着走啊？</a:t>
            </a: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”</a:t>
            </a:r>
            <a:endParaRPr lang="en-US" altLang="zh-CN" sz="3200" b="1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初试身手</a:t>
            </a:r>
            <a:r>
              <a:rPr lang="en-US" altLang="zh-CN"/>
              <a:t>·</a:t>
            </a:r>
            <a:r>
              <a:rPr lang="zh-CN" altLang="en-US"/>
              <a:t>故事范例</a:t>
            </a:r>
            <a:endParaRPr lang="zh-CN" altLang="en-US"/>
          </a:p>
        </p:txBody>
      </p:sp>
      <p:sp>
        <p:nvSpPr>
          <p:cNvPr id="3" name="文本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644525" y="1012508"/>
            <a:ext cx="10903585" cy="4963795"/>
          </a:xfrm>
          <a:prstGeom prst="rect">
            <a:avLst/>
          </a:prstGeom>
          <a:noFill/>
        </p:spPr>
        <p:txBody>
          <a:bodyPr anchor="t">
            <a:noAutofit/>
          </a:bodyPr>
          <a:lstStyle/>
          <a:p>
            <a:pPr lvl="0" algn="l">
              <a:lnSpc>
                <a:spcPct val="120000"/>
              </a:lnSpc>
              <a:spcAft>
                <a:spcPts val="1200"/>
              </a:spcAft>
              <a:buClrTx/>
              <a:buSzTx/>
              <a:buFont typeface="Wingdings" panose="05000000000000000000"/>
            </a:pP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</a:t>
            </a: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小女孩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愣住了，似乎对他的这个问题感到奇怪，不过，她还是非常有礼貌地说：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“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是也字写、话说连就，的路走么这是就来从们我。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”</a:t>
            </a:r>
            <a:endParaRPr lang="zh-CN" altLang="en-US" sz="3200" b="1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宋体" panose="02010600030101010101" pitchFamily="2" charset="-122"/>
            </a:endParaRPr>
          </a:p>
          <a:p>
            <a:pPr lvl="0" algn="l">
              <a:lnSpc>
                <a:spcPct val="120000"/>
              </a:lnSpc>
              <a:spcAft>
                <a:spcPts val="1200"/>
              </a:spcAft>
              <a:buClrTx/>
              <a:buSzTx/>
              <a:buFont typeface="Wingdings" panose="05000000000000000000"/>
            </a:pP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一番话把小牧童听得云里雾里，过了好一会儿，他才恍然大悟，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小女孩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说的话原来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也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是倒着的，他不禁感叹道：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“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这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真是名副其实的颠倒村啊！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”</a:t>
            </a:r>
            <a:endParaRPr lang="zh-CN" altLang="en-US" sz="3200" b="1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宋体" panose="02010600030101010101" pitchFamily="2" charset="-122"/>
            </a:endParaRPr>
          </a:p>
          <a:p>
            <a:pPr lvl="0" algn="l">
              <a:lnSpc>
                <a:spcPct val="120000"/>
              </a:lnSpc>
              <a:spcAft>
                <a:spcPts val="1200"/>
              </a:spcAft>
              <a:buClrTx/>
              <a:buSzTx/>
              <a:buFont typeface="Wingdings" panose="05000000000000000000"/>
            </a:pPr>
            <a:r>
              <a:rPr lang="en-US" altLang="zh-CN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又是一阵大风吹来，小牧童再睁眼发现自己又回到了</a:t>
            </a:r>
            <a:r>
              <a:rPr lang="zh-CN" altLang="en-US" sz="3200" b="1" dirty="0">
                <a:solidFill>
                  <a:sysClr val="windowText" lastClr="000000">
                    <a:alpha val="100000"/>
                  </a:sys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宋体" panose="02010600030101010101" pitchFamily="2" charset="-122"/>
              </a:rPr>
              <a:t>田间，而远处的老黄牛正悠闲地吃着青草。</a:t>
            </a:r>
            <a:endParaRPr lang="zh-CN" altLang="en-US" sz="3200" b="1" dirty="0">
              <a:solidFill>
                <a:sysClr val="windowText" lastClr="000000">
                  <a:alpha val="100000"/>
                </a:sys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习作</a:t>
            </a:r>
          </a:p>
        </p:txBody>
      </p:sp>
      <p:sp>
        <p:nvSpPr>
          <p:cNvPr id="5" name="TextBox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995223" y="2870692"/>
            <a:ext cx="6234084" cy="2083389"/>
          </a:xfrm>
          <a:prstGeom prst="rect">
            <a:avLst/>
          </a:prstGeom>
          <a:noFill/>
          <a:ln w="9525">
            <a:noFill/>
          </a:ln>
        </p:spPr>
        <p:txBody>
          <a:bodyPr wrap="square" lIns="68567" tIns="34283" rIns="68567" bIns="34283" anchor="t">
            <a:noAutofit/>
          </a:bodyPr>
          <a:lstStyle/>
          <a:p>
            <a:pPr indent="0" fontAlgn="auto">
              <a:lnSpc>
                <a:spcPct val="125000"/>
              </a:lnSpc>
            </a:pPr>
            <a:r>
              <a:rPr lang="en-US" altLang="zh-CN" sz="44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    </a:t>
            </a:r>
            <a:r>
              <a:rPr lang="zh-CN" altLang="en-US" sz="4400" b="1" dirty="0">
                <a:latin typeface="楷体" panose="02010609060101010101" charset="-122"/>
                <a:ea typeface="楷体" panose="02010609060101010101" charset="-122"/>
                <a:sym typeface="+mn-ea"/>
              </a:rPr>
              <a:t>在想象的世界里，一切都那么奇妙。你会写出怎样的习作呢？</a:t>
            </a:r>
            <a:endParaRPr lang="zh-CN" altLang="en-US" sz="4400" b="1" dirty="0">
              <a:latin typeface="楷体" panose="02010609060101010101" charset="-122"/>
              <a:ea typeface="楷体" panose="02010609060101010101" charset="-122"/>
              <a:sym typeface="+mn-ea"/>
            </a:endParaRPr>
          </a:p>
        </p:txBody>
      </p:sp>
      <p:cxnSp>
        <p:nvCxnSpPr>
          <p:cNvPr id="3" name="直接连接符 2                                                                                                                                【作者微信：wcas00】" descr="【作者微信：wcas00】"/>
          <p:cNvCxnSpPr/>
          <p:nvPr>
            <p:custDataLst>
              <p:tags r:id="rId3"/>
            </p:custDataLst>
          </p:nvPr>
        </p:nvCxnSpPr>
        <p:spPr>
          <a:xfrm>
            <a:off x="5110935" y="2754925"/>
            <a:ext cx="6118421" cy="0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" name="组合 21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1"/>
            </p:custDataLst>
          </p:nvPr>
        </p:nvGrpSpPr>
        <p:grpSpPr>
          <a:xfrm>
            <a:off x="0" y="3503295"/>
            <a:ext cx="12192635" cy="2792724"/>
            <a:chOff x="0" y="6421"/>
            <a:chExt cx="19201" cy="4398"/>
          </a:xfrm>
        </p:grpSpPr>
        <p:pic>
          <p:nvPicPr>
            <p:cNvPr id="4" name="图片 9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lum bright="-12000" contrast="24000"/>
            </a:blip>
            <a:stretch>
              <a:fillRect/>
            </a:stretch>
          </p:blipFill>
          <p:spPr>
            <a:xfrm flipH="1">
              <a:off x="0" y="6421"/>
              <a:ext cx="19201" cy="2386"/>
            </a:xfrm>
            <a:prstGeom prst="rect">
              <a:avLst/>
            </a:prstGeom>
          </p:spPr>
        </p:pic>
        <p:pic>
          <p:nvPicPr>
            <p:cNvPr id="11" name="图片 10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-12000" contrast="24000"/>
            </a:blip>
            <a:srcRect l="11670" t="66191" r="51033" b="4413"/>
            <a:stretch>
              <a:fillRect/>
            </a:stretch>
          </p:blipFill>
          <p:spPr>
            <a:xfrm rot="540000">
              <a:off x="1427" y="7118"/>
              <a:ext cx="4854" cy="3175"/>
            </a:xfrm>
            <a:prstGeom prst="rect">
              <a:avLst/>
            </a:prstGeom>
          </p:spPr>
        </p:pic>
        <p:pic>
          <p:nvPicPr>
            <p:cNvPr id="12" name="图片 11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-12000" contrast="24000"/>
            </a:blip>
            <a:srcRect l="60161" t="69777" r="2542" b="827"/>
            <a:stretch>
              <a:fillRect/>
            </a:stretch>
          </p:blipFill>
          <p:spPr>
            <a:xfrm rot="21240000">
              <a:off x="11795" y="7644"/>
              <a:ext cx="4854" cy="3175"/>
            </a:xfrm>
            <a:prstGeom prst="rect">
              <a:avLst/>
            </a:prstGeom>
          </p:spPr>
        </p:pic>
      </p:grpSp>
      <p:grpSp>
        <p:nvGrpSpPr>
          <p:cNvPr id="21" name="组合 20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7"/>
            </p:custDataLst>
          </p:nvPr>
        </p:nvGrpSpPr>
        <p:grpSpPr>
          <a:xfrm>
            <a:off x="0" y="1775460"/>
            <a:ext cx="12192635" cy="3141142"/>
            <a:chOff x="0" y="3700"/>
            <a:chExt cx="19201" cy="4947"/>
          </a:xfrm>
        </p:grpSpPr>
        <p:pic>
          <p:nvPicPr>
            <p:cNvPr id="8" name="图片 7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3">
              <a:lum bright="-12000" contrast="24000"/>
            </a:blip>
            <a:stretch>
              <a:fillRect/>
            </a:stretch>
          </p:blipFill>
          <p:spPr>
            <a:xfrm>
              <a:off x="0" y="3700"/>
              <a:ext cx="19201" cy="2386"/>
            </a:xfrm>
            <a:prstGeom prst="rect">
              <a:avLst/>
            </a:prstGeom>
          </p:spPr>
        </p:pic>
        <p:pic>
          <p:nvPicPr>
            <p:cNvPr id="6" name="图片 5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-12000" contrast="24000"/>
            </a:blip>
            <a:srcRect l="1494" t="36227" r="73142" b="37006"/>
            <a:stretch>
              <a:fillRect/>
            </a:stretch>
          </p:blipFill>
          <p:spPr>
            <a:xfrm rot="1260000">
              <a:off x="597" y="4307"/>
              <a:ext cx="3301" cy="2891"/>
            </a:xfrm>
            <a:prstGeom prst="rect">
              <a:avLst/>
            </a:prstGeom>
          </p:spPr>
        </p:pic>
        <p:pic>
          <p:nvPicPr>
            <p:cNvPr id="7" name="图片 6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-12000" contrast="24000"/>
            </a:blip>
            <a:srcRect l="30986" t="36080" r="34320" b="31362"/>
            <a:stretch>
              <a:fillRect/>
            </a:stretch>
          </p:blipFill>
          <p:spPr>
            <a:xfrm rot="21120000">
              <a:off x="6370" y="5130"/>
              <a:ext cx="4515" cy="3517"/>
            </a:xfrm>
            <a:prstGeom prst="rect">
              <a:avLst/>
            </a:prstGeom>
          </p:spPr>
        </p:pic>
        <p:grpSp>
          <p:nvGrpSpPr>
            <p:cNvPr id="19" name="组合 18"/>
            <p:cNvGrpSpPr/>
            <p:nvPr/>
          </p:nvGrpSpPr>
          <p:grpSpPr>
            <a:xfrm>
              <a:off x="14417" y="4220"/>
              <a:ext cx="4515" cy="4183"/>
              <a:chOff x="14417" y="4220"/>
              <a:chExt cx="4515" cy="4183"/>
            </a:xfrm>
          </p:grpSpPr>
          <p:sp>
            <p:nvSpPr>
              <p:cNvPr id="17" name="椭圆 16                                                                                                                                【作者微信：wcas00】" descr="【作者微信：wcas00】"/>
              <p:cNvSpPr/>
              <p:nvPr>
                <p:custDataLst>
                  <p:tags r:id="rId11"/>
                </p:custDataLst>
              </p:nvPr>
            </p:nvSpPr>
            <p:spPr>
              <a:xfrm>
                <a:off x="16291" y="5967"/>
                <a:ext cx="2249" cy="1856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5" name="图片 8                                                                                                                                【作者微信：wcas00】" descr="【作者微信：wcas00】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lum bright="-12000" contrast="24000"/>
              </a:blip>
              <a:srcRect l="66047" t="29804" r="-741" b="31474"/>
              <a:stretch>
                <a:fillRect/>
              </a:stretch>
            </p:blipFill>
            <p:spPr>
              <a:xfrm rot="21120000">
                <a:off x="14417" y="4220"/>
                <a:ext cx="4515" cy="4183"/>
              </a:xfrm>
              <a:prstGeom prst="rect">
                <a:avLst/>
              </a:prstGeom>
            </p:spPr>
          </p:pic>
        </p:grpSp>
      </p:grpSp>
      <p:grpSp>
        <p:nvGrpSpPr>
          <p:cNvPr id="20" name="组合 19                                                                                                                                【作者微信：wcas00】" descr="【作者微信：wcas00】"/>
          <p:cNvGrpSpPr/>
          <p:nvPr>
            <p:custDataLst>
              <p:tags r:id="rId13"/>
            </p:custDataLst>
          </p:nvPr>
        </p:nvGrpSpPr>
        <p:grpSpPr>
          <a:xfrm>
            <a:off x="0" y="160020"/>
            <a:ext cx="12192635" cy="3075305"/>
            <a:chOff x="0" y="1043"/>
            <a:chExt cx="19201" cy="4843"/>
          </a:xfrm>
        </p:grpSpPr>
        <p:pic>
          <p:nvPicPr>
            <p:cNvPr id="13" name="图片 2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">
              <a:lum bright="-12000" contrast="24000"/>
            </a:blip>
            <a:stretch>
              <a:fillRect/>
            </a:stretch>
          </p:blipFill>
          <p:spPr>
            <a:xfrm flipH="1">
              <a:off x="0" y="1043"/>
              <a:ext cx="19201" cy="2386"/>
            </a:xfrm>
            <a:prstGeom prst="rect">
              <a:avLst/>
            </a:prstGeom>
          </p:spPr>
        </p:pic>
        <p:pic>
          <p:nvPicPr>
            <p:cNvPr id="14" name="图片 3                                                                                                                                【作者微信：wcas00】" descr="【作者微信：wcas00】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-12000" contrast="24000"/>
            </a:blip>
            <a:srcRect l="13071" r="57300" b="65352"/>
            <a:stretch>
              <a:fillRect/>
            </a:stretch>
          </p:blipFill>
          <p:spPr>
            <a:xfrm rot="420000">
              <a:off x="2898" y="1539"/>
              <a:ext cx="3856" cy="3742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/>
          </p:nvGrpSpPr>
          <p:grpSpPr>
            <a:xfrm>
              <a:off x="10473" y="2144"/>
              <a:ext cx="4522" cy="3742"/>
              <a:chOff x="10473" y="2144"/>
              <a:chExt cx="4522" cy="3742"/>
            </a:xfrm>
          </p:grpSpPr>
          <p:sp>
            <p:nvSpPr>
              <p:cNvPr id="16" name="椭圆 13                                                                                                                                【作者微信：wcas00】" descr="【作者微信：wcas00】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211" y="4379"/>
                <a:ext cx="3000" cy="1259"/>
              </a:xfrm>
              <a:prstGeom prst="ellipse">
                <a:avLst/>
              </a:prstGeom>
              <a:solidFill>
                <a:sysClr val="window" lastClr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p>
                <a:pPr algn="ctr"/>
                <a:endParaRPr lang="zh-CN" altLang="en-US">
                  <a:solidFill>
                    <a:sysClr val="window" lastClr="FFFFFF"/>
                  </a:solidFill>
                  <a:latin typeface="Calibri" panose="020F0502020204030204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18" name="图片 4                                                                                                                                【作者微信：wcas00】" descr="【作者微信：wcas00】"/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lum bright="-12000" contrast="24000"/>
              </a:blip>
              <a:srcRect l="54838" t="-3886" r="10415" b="69238"/>
              <a:stretch>
                <a:fillRect/>
              </a:stretch>
            </p:blipFill>
            <p:spPr>
              <a:xfrm rot="420000">
                <a:off x="10473" y="2144"/>
                <a:ext cx="4522" cy="3742"/>
              </a:xfrm>
              <a:prstGeom prst="rect">
                <a:avLst/>
              </a:prstGeom>
            </p:spPr>
          </p:pic>
        </p:grpSp>
      </p:grpSp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/>
        <p:txBody>
          <a:bodyPr/>
          <a:p>
            <a:r>
              <a:rPr lang="zh-CN" altLang="en-US"/>
              <a:t>习作：围绕题目展开想象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习作：围绕题目展开想象</a:t>
            </a:r>
            <a:endParaRPr lang="zh-CN" altLang="en-US"/>
          </a:p>
        </p:txBody>
      </p:sp>
      <p:sp>
        <p:nvSpPr>
          <p:cNvPr id="2" name="圆角矩形 14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2"/>
            </p:custDataLst>
          </p:nvPr>
        </p:nvSpPr>
        <p:spPr>
          <a:xfrm>
            <a:off x="340360" y="5144135"/>
            <a:ext cx="11561445" cy="1361440"/>
          </a:xfrm>
          <a:prstGeom prst="roundRect">
            <a:avLst/>
          </a:prstGeom>
          <a:solidFill>
            <a:srgbClr val="F79646">
              <a:alpha val="5000"/>
            </a:srgbClr>
          </a:solidFill>
          <a:ln w="12700" cap="flat" cmpd="sng" algn="ctr">
            <a:solidFill>
              <a:srgbClr val="F79646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9" name="圆角矩形 14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3"/>
            </p:custDataLst>
          </p:nvPr>
        </p:nvSpPr>
        <p:spPr>
          <a:xfrm>
            <a:off x="3491230" y="2844800"/>
            <a:ext cx="8279765" cy="1966595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8064A2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0" name="圆角矩形 14                                                                                                                                【作者微信：wcas00】" descr="【作者微信：wcas00】"/>
          <p:cNvSpPr/>
          <p:nvPr>
            <p:custDataLst>
              <p:tags r:id="rId4"/>
            </p:custDataLst>
          </p:nvPr>
        </p:nvSpPr>
        <p:spPr>
          <a:xfrm>
            <a:off x="3502660" y="974090"/>
            <a:ext cx="8279765" cy="1525905"/>
          </a:xfrm>
          <a:prstGeom prst="roundRect">
            <a:avLst/>
          </a:prstGeom>
          <a:solidFill>
            <a:sysClr val="window" lastClr="FFFFFF"/>
          </a:solidFill>
          <a:ln w="12700" cap="flat" cmpd="sng" algn="ctr">
            <a:solidFill>
              <a:srgbClr val="8064A2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3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3716655" y="1049020"/>
            <a:ext cx="7922895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BBB59">
                        <a:tint val="50000"/>
                        <a:satMod val="300000"/>
                      </a:srgbClr>
                    </a:gs>
                    <a:gs pos="35000">
                      <a:srgbClr val="9BBB59">
                        <a:tint val="37000"/>
                        <a:satMod val="300000"/>
                      </a:srgbClr>
                    </a:gs>
                    <a:gs pos="100000">
                      <a:srgbClr val="9BBB59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txBody>
          <a:bodyPr wrap="square" rtlCol="0" anchor="t">
            <a:spAutoFit/>
          </a:bodyPr>
          <a:p>
            <a:pPr indent="539750" algn="just">
              <a:lnSpc>
                <a:spcPct val="125000"/>
              </a:lnSpc>
            </a:pPr>
            <a:r>
              <a:rPr lang="zh-CN" altLang="zh-CN" sz="3200" b="1" dirty="0">
                <a:solidFill>
                  <a:sysClr val="windowText" lastClr="000000"/>
                </a:solidFill>
                <a:effectLst/>
                <a:latin typeface="楷体" panose="02010609060101010101" charset="-122"/>
                <a:ea typeface="楷体" panose="02010609060101010101" charset="-122"/>
                <a:cs typeface="黑体" panose="02010609060101010101" pitchFamily="49" charset="-122"/>
                <a:sym typeface="宋体" panose="02010600030101010101" pitchFamily="2" charset="-122"/>
              </a:rPr>
              <a:t>《水果们的音乐会》听起来很有意思，它们的音乐会</a:t>
            </a:r>
            <a:r>
              <a:rPr lang="zh-CN" altLang="en-US" sz="3200" b="1" dirty="0">
                <a:solidFill>
                  <a:sysClr val="windowText" lastClr="000000"/>
                </a:solidFill>
                <a:effectLst/>
                <a:latin typeface="楷体" panose="02010609060101010101" charset="-122"/>
                <a:ea typeface="楷体" panose="02010609060101010101" charset="-122"/>
                <a:cs typeface="黑体" panose="02010609060101010101" pitchFamily="49" charset="-122"/>
                <a:sym typeface="宋体" panose="02010600030101010101" pitchFamily="2" charset="-122"/>
              </a:rPr>
              <a:t>上</a:t>
            </a:r>
            <a:r>
              <a:rPr lang="zh-CN" altLang="zh-CN" sz="3200" b="1" dirty="0">
                <a:solidFill>
                  <a:sysClr val="windowText" lastClr="000000"/>
                </a:solidFill>
                <a:effectLst/>
                <a:latin typeface="楷体" panose="02010609060101010101" charset="-122"/>
                <a:ea typeface="楷体" panose="02010609060101010101" charset="-122"/>
                <a:cs typeface="黑体" panose="02010609060101010101" pitchFamily="49" charset="-122"/>
                <a:sym typeface="宋体" panose="02010600030101010101" pitchFamily="2" charset="-122"/>
              </a:rPr>
              <a:t>有哪些歌手呢？</a:t>
            </a:r>
            <a:endParaRPr lang="zh-CN" altLang="zh-CN" sz="3200" b="1" dirty="0">
              <a:solidFill>
                <a:sysClr val="windowText" lastClr="000000"/>
              </a:solidFill>
              <a:effectLst/>
              <a:latin typeface="楷体" panose="02010609060101010101" charset="-122"/>
              <a:ea typeface="楷体" panose="02010609060101010101" charset="-122"/>
              <a:cs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4" name="文本框 1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3716655" y="2844800"/>
            <a:ext cx="7893050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4F81BD">
                        <a:tint val="50000"/>
                        <a:satMod val="300000"/>
                      </a:srgbClr>
                    </a:gs>
                    <a:gs pos="35000">
                      <a:srgbClr val="4F81BD">
                        <a:tint val="37000"/>
                        <a:satMod val="300000"/>
                      </a:srgbClr>
                    </a:gs>
                    <a:gs pos="100000">
                      <a:srgbClr val="4F81BD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txBody>
          <a:bodyPr wrap="square" rtlCol="0" anchor="t">
            <a:spAutoFit/>
          </a:bodyPr>
          <a:p>
            <a:pPr indent="539750" algn="just">
              <a:lnSpc>
                <a:spcPct val="125000"/>
              </a:lnSpc>
            </a:pPr>
            <a:r>
              <a:rPr lang="en-US" altLang="zh-CN" sz="3200" b="1" dirty="0">
                <a:solidFill>
                  <a:sysClr val="windowText" lastClr="000000"/>
                </a:solidFill>
                <a:effectLst/>
                <a:latin typeface="楷体" panose="02010609060101010101" charset="-122"/>
                <a:ea typeface="楷体" panose="02010609060101010101" charset="-122"/>
                <a:cs typeface="黑体" panose="02010609060101010101" pitchFamily="49" charset="-122"/>
                <a:sym typeface="+mn-ea"/>
              </a:rPr>
              <a:t>《</a:t>
            </a:r>
            <a:r>
              <a:rPr lang="zh-CN" altLang="en-US" sz="3200" b="1" dirty="0">
                <a:solidFill>
                  <a:sysClr val="windowText" lastClr="000000"/>
                </a:solidFill>
                <a:effectLst/>
                <a:latin typeface="楷体" panose="02010609060101010101" charset="-122"/>
                <a:ea typeface="楷体" panose="02010609060101010101" charset="-122"/>
                <a:cs typeface="黑体" panose="02010609060101010101" pitchFamily="49" charset="-122"/>
                <a:sym typeface="宋体" panose="02010600030101010101" pitchFamily="2" charset="-122"/>
              </a:rPr>
              <a:t>躲在草丛里的星星</a:t>
            </a:r>
            <a:r>
              <a:rPr lang="en-US" altLang="zh-CN" sz="3200" b="1" dirty="0">
                <a:solidFill>
                  <a:sysClr val="windowText" lastClr="000000"/>
                </a:solidFill>
                <a:effectLst/>
                <a:latin typeface="楷体" panose="02010609060101010101" charset="-122"/>
                <a:ea typeface="楷体" panose="02010609060101010101" charset="-122"/>
                <a:cs typeface="黑体" panose="02010609060101010101" pitchFamily="49" charset="-122"/>
                <a:sym typeface="+mn-ea"/>
              </a:rPr>
              <a:t>》</a:t>
            </a:r>
            <a:r>
              <a:rPr lang="zh-CN" altLang="en-US" sz="3200" b="1" dirty="0">
                <a:solidFill>
                  <a:sysClr val="windowText" lastClr="000000"/>
                </a:solidFill>
                <a:effectLst/>
                <a:latin typeface="楷体" panose="02010609060101010101" charset="-122"/>
                <a:ea typeface="楷体" panose="02010609060101010101" charset="-122"/>
                <a:cs typeface="黑体" panose="02010609060101010101" pitchFamily="49" charset="-122"/>
                <a:sym typeface="宋体" panose="02010600030101010101" pitchFamily="2" charset="-122"/>
              </a:rPr>
              <a:t>这个题目很吸引我，天上的星星为什么会躲在草丛里呢？它会怎么躲？</a:t>
            </a:r>
            <a:endParaRPr lang="zh-CN" altLang="en-US" sz="3200" b="1" dirty="0">
              <a:solidFill>
                <a:sysClr val="windowText" lastClr="000000"/>
              </a:solidFill>
              <a:effectLst/>
              <a:latin typeface="楷体" panose="02010609060101010101" charset="-122"/>
              <a:ea typeface="楷体" panose="02010609060101010101" charset="-122"/>
              <a:cs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5" name="文本框 1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7"/>
            </p:custDataLst>
          </p:nvPr>
        </p:nvSpPr>
        <p:spPr>
          <a:xfrm>
            <a:off x="471805" y="5172710"/>
            <a:ext cx="11188065" cy="131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>
                  <a:gsLst>
                    <a:gs pos="96000">
                      <a:srgbClr val="A5EBFF"/>
                    </a:gs>
                    <a:gs pos="0">
                      <a:srgbClr val="9BBB59">
                        <a:lumMod val="25000"/>
                        <a:lumOff val="75000"/>
                      </a:srgbClr>
                    </a:gs>
                    <a:gs pos="100000">
                      <a:srgbClr val="9BBB59">
                        <a:lumMod val="85000"/>
                      </a:srgbClr>
                    </a:gs>
                  </a:gsLst>
                  <a:lin ang="5400000" scaled="1"/>
                </a:gradFill>
              </a14:hiddenFill>
            </a:ext>
          </a:extLst>
        </p:spPr>
        <p:txBody>
          <a:bodyPr wrap="square" rtlCol="0" anchor="t">
            <a:noAutofit/>
          </a:bodyPr>
          <a:p>
            <a:pPr algn="just">
              <a:lnSpc>
                <a:spcPct val="125000"/>
              </a:lnSpc>
            </a:pPr>
            <a:r>
              <a:rPr lang="en-US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 </a:t>
            </a:r>
            <a:r>
              <a:rPr lang="zh-CN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水果会</a:t>
            </a:r>
            <a:r>
              <a:rPr lang="zh-CN" altLang="zh-CN" sz="2800" b="1" dirty="0">
                <a:solidFill>
                  <a:srgbClr val="0000FF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唱歌</a:t>
            </a:r>
            <a:r>
              <a:rPr lang="zh-CN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，</a:t>
            </a:r>
            <a:r>
              <a:rPr lang="zh-CN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星星会</a:t>
            </a:r>
            <a:r>
              <a:rPr lang="zh-CN" altLang="zh-CN" sz="2800" b="1" dirty="0">
                <a:solidFill>
                  <a:srgbClr val="0000FF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躲藏</a:t>
            </a:r>
            <a:r>
              <a:rPr lang="en-US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……</a:t>
            </a:r>
            <a:r>
              <a:rPr lang="zh-CN" altLang="en-US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普通的水果和星星一下就</a:t>
            </a:r>
            <a:r>
              <a:rPr lang="zh-CN" altLang="en-US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变得奇妙了起来。</a:t>
            </a:r>
            <a:r>
              <a:rPr lang="zh-CN" altLang="zh-CN" sz="2800" b="1" dirty="0">
                <a:solidFill>
                  <a:srgbClr val="FF0000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抓住</a:t>
            </a:r>
            <a:r>
              <a:rPr lang="zh-CN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题目中的</a:t>
            </a:r>
            <a:r>
              <a:rPr lang="zh-CN" altLang="zh-CN" sz="2800" b="1" dirty="0">
                <a:solidFill>
                  <a:srgbClr val="FF0000"/>
                </a:solidFill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关键词</a:t>
            </a:r>
            <a:r>
              <a:rPr lang="zh-CN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来思考，</a:t>
            </a:r>
            <a:r>
              <a:rPr lang="zh-CN" altLang="zh-CN" sz="2800" b="1" dirty="0">
                <a:effectLst/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宋体" panose="02010600030101010101" pitchFamily="2" charset="-122"/>
              </a:rPr>
              <a:t>可以引发我们无穷的遐想。</a:t>
            </a:r>
            <a:endParaRPr lang="zh-CN" altLang="zh-CN" sz="2800" b="1" dirty="0">
              <a:effectLst/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宋体" panose="02010600030101010101" pitchFamily="2" charset="-122"/>
            </a:endParaRPr>
          </a:p>
        </p:txBody>
      </p:sp>
      <p:pic>
        <p:nvPicPr>
          <p:cNvPr id="26" name="图片 4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-12000" contrast="24000"/>
          </a:blip>
          <a:srcRect l="54838" t="8732" r="10415" b="69238"/>
          <a:stretch>
            <a:fillRect/>
          </a:stretch>
        </p:blipFill>
        <p:spPr>
          <a:xfrm rot="480000">
            <a:off x="497840" y="1092691"/>
            <a:ext cx="2871470" cy="1510809"/>
          </a:xfrm>
          <a:prstGeom prst="rect">
            <a:avLst/>
          </a:prstGeom>
        </p:spPr>
      </p:pic>
      <p:pic>
        <p:nvPicPr>
          <p:cNvPr id="27" name="图片 3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-12000" contrast="24000"/>
          </a:blip>
          <a:srcRect l="30986" t="44911" r="34320" b="31362"/>
          <a:stretch>
            <a:fillRect/>
          </a:stretch>
        </p:blipFill>
        <p:spPr>
          <a:xfrm rot="21120000">
            <a:off x="439420" y="3108280"/>
            <a:ext cx="2867025" cy="1627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  <p:bldP spid="24" grpId="0" bldLvl="0" animBg="1"/>
      <p:bldP spid="25" grpId="0" bldLvl="0" animBg="1"/>
      <p:bldP spid="10" grpId="0" bldLvl="0" animBg="1"/>
      <p:bldP spid="9" grpId="0" bldLvl="0" animBg="1"/>
      <p:bldP spid="2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技巧点拨</a:t>
            </a:r>
            <a:endParaRPr lang="zh-CN" altLang="en-US"/>
          </a:p>
        </p:txBody>
      </p:sp>
      <p:sp>
        <p:nvSpPr>
          <p:cNvPr id="6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1775460" y="1333500"/>
            <a:ext cx="8204835" cy="29959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514350" indent="-514350" algn="just">
              <a:lnSpc>
                <a:spcPct val="120000"/>
              </a:lnSpc>
              <a:spcAft>
                <a:spcPts val="1200"/>
              </a:spcAft>
              <a:buFont typeface="Calibri" panose="020F0502020204030204" charset="0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突破常规思维</a:t>
            </a:r>
            <a:r>
              <a:rPr lang="zh-CN" altLang="en-US" sz="3200" b="1" dirty="0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</a:rPr>
              <a:t>，从不同视角去思考，创造新奇独特的观点。</a:t>
            </a:r>
            <a:endParaRPr lang="zh-CN" altLang="en-US" sz="3200" b="1" dirty="0">
              <a:solidFill>
                <a:sysClr val="windowText" lastClr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514350" indent="-514350" algn="just">
              <a:lnSpc>
                <a:spcPct val="120000"/>
              </a:lnSpc>
              <a:spcAft>
                <a:spcPts val="1200"/>
              </a:spcAft>
              <a:buFont typeface="Calibri" panose="020F0502020204030204" charset="0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结合生活实际</a:t>
            </a:r>
            <a:r>
              <a:rPr lang="zh-CN" altLang="en-US" sz="3200" b="1" dirty="0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</a:rPr>
              <a:t>，让想象有现实依据，更具合理性。</a:t>
            </a:r>
            <a:endParaRPr lang="zh-CN" altLang="en-US" sz="3200" b="1" dirty="0">
              <a:solidFill>
                <a:sysClr val="windowText" lastClr="00000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marL="514350" indent="-514350" algn="just">
              <a:lnSpc>
                <a:spcPct val="120000"/>
              </a:lnSpc>
              <a:spcAft>
                <a:spcPts val="1200"/>
              </a:spcAft>
              <a:buFont typeface="Calibri" panose="020F0502020204030204" charset="0"/>
              <a:buAutoNum type="arabicPeriod"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丰富细节描写</a:t>
            </a:r>
            <a:r>
              <a:rPr lang="zh-CN" altLang="en-US" sz="3200" b="1" dirty="0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</a:rPr>
              <a:t>，将想象内容具体地展现出来，增强感染力。</a:t>
            </a:r>
            <a:endParaRPr lang="zh-CN" altLang="en-US" sz="3200" b="1" dirty="0">
              <a:solidFill>
                <a:sysClr val="windowText" lastClr="0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9940" name="图片 6                                                                                                                                【作者微信：wcas00】" descr="【作者微信：wcas00】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620395" y="4876800"/>
            <a:ext cx="1021080" cy="14947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t>练一练</a:t>
            </a:r>
          </a:p>
        </p:txBody>
      </p:sp>
      <p:sp>
        <p:nvSpPr>
          <p:cNvPr id="5" name="文本框 4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596900" y="1407160"/>
            <a:ext cx="109982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等线" panose="02010600030101010101" charset="-122"/>
              </a:rPr>
              <a:t>根据要求完成练习。</a:t>
            </a:r>
            <a:endParaRPr lang="zh-CN" altLang="en-US" sz="3200" b="1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等线" panose="02010600030101010101" charset="-122"/>
            </a:endParaRPr>
          </a:p>
        </p:txBody>
      </p:sp>
      <p:sp>
        <p:nvSpPr>
          <p:cNvPr id="2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314960" y="2286000"/>
            <a:ext cx="11644630" cy="3489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（</a:t>
            </a: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1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）根据事物的特点发挥想象。</a:t>
            </a:r>
            <a:endParaRPr lang="zh-CN" altLang="en-US" sz="3400" b="1">
              <a:solidFill>
                <a:sysClr val="windowText" lastClr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铅笔躲进菜园里，想在青叶间，长成长长的豆角，或伪装成嫩嫩的丝瓜。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小皮球躲进菜园里，想在青叶间，长成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，或伪装成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。</a:t>
            </a:r>
            <a:endParaRPr lang="zh-CN" altLang="en-US" sz="3400" b="1" kern="100" dirty="0">
              <a:solidFill>
                <a:sysClr val="windowText" lastClr="00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10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8787765" y="4411345"/>
            <a:ext cx="305181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圆圆的包菜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2310130" y="5034915"/>
            <a:ext cx="305181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金黄的南瓜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t>练一练</a:t>
            </a:r>
          </a:p>
        </p:txBody>
      </p:sp>
      <p:sp>
        <p:nvSpPr>
          <p:cNvPr id="4" name="文本框 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450850" y="1648460"/>
            <a:ext cx="11530965" cy="41694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（</a:t>
            </a: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2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）结合场景特点想象。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胡萝卜先生继续往前走，当他走过鸟太太家的树底下，鸟太太正在找绳子晾小鸟的尿布。鸟太太剪了一段胡子，系在两根树枝的中间当晾衣绳。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胡萝卜先生继续往前走，当他走过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，学生们正在找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。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，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。</a:t>
            </a:r>
            <a:endParaRPr lang="zh-CN" altLang="en-US" sz="3400" b="1" kern="100" dirty="0">
              <a:solidFill>
                <a:sysClr val="windowText" lastClr="00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6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8021955" y="4410710"/>
            <a:ext cx="305181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学校的操场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2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2258695" y="5081905"/>
            <a:ext cx="119062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跳绳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8" name="文本框 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5"/>
            </p:custDataLst>
          </p:nvPr>
        </p:nvSpPr>
        <p:spPr>
          <a:xfrm>
            <a:off x="3822700" y="5114925"/>
            <a:ext cx="467614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学生们剪了一段胡子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6"/>
            </p:custDataLst>
          </p:nvPr>
        </p:nvSpPr>
        <p:spPr>
          <a:xfrm>
            <a:off x="8279130" y="5117465"/>
            <a:ext cx="2933065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甩起来当跳绳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                                                                                                                                【作者微信：wcas00】" descr="【作者微信：wcas00】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t>练一练</a:t>
            </a:r>
          </a:p>
        </p:txBody>
      </p:sp>
      <p:sp>
        <p:nvSpPr>
          <p:cNvPr id="4" name="文本框 3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2"/>
            </p:custDataLst>
          </p:nvPr>
        </p:nvSpPr>
        <p:spPr>
          <a:xfrm>
            <a:off x="217170" y="1899920"/>
            <a:ext cx="11772265" cy="2809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（</a:t>
            </a: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3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）把自己想象成别的事物。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如果我是一支铅笔，我想跑到小河边变成孩子手中的钓竿和鱼儿做游戏。</a:t>
            </a:r>
            <a:endParaRPr lang="zh-CN" altLang="en-US" sz="3400" b="1"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  <a:p>
            <a:pPr algn="l">
              <a:lnSpc>
                <a:spcPct val="130000"/>
              </a:lnSpc>
            </a:pPr>
            <a:r>
              <a:rPr lang="en-US" altLang="zh-CN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如果我是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，我想</a:t>
            </a:r>
            <a:r>
              <a:rPr lang="zh-CN" altLang="en-US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 </a:t>
            </a:r>
            <a:r>
              <a:rPr lang="en-US" altLang="zh-CN" sz="3400" b="1" u="sng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                        </a:t>
            </a:r>
            <a:r>
              <a:rPr lang="zh-CN" altLang="en-US" sz="3400" b="1">
                <a:solidFill>
                  <a:sysClr val="windowText" lastClr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等线" panose="02010600030101010101" charset="-122"/>
              </a:rPr>
              <a:t>。</a:t>
            </a:r>
            <a:endParaRPr lang="zh-CN" altLang="en-US" sz="3400" b="1" kern="100" dirty="0">
              <a:solidFill>
                <a:sysClr val="windowText" lastClr="000000"/>
              </a:solidFill>
              <a:effectLst/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等线" panose="02010600030101010101" charset="-122"/>
            </a:endParaRPr>
          </a:p>
        </p:txBody>
      </p:sp>
      <p:sp>
        <p:nvSpPr>
          <p:cNvPr id="6" name="文本框 1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3"/>
            </p:custDataLst>
          </p:nvPr>
        </p:nvSpPr>
        <p:spPr>
          <a:xfrm>
            <a:off x="2875915" y="4003675"/>
            <a:ext cx="305181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一条鱼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5                                                                                                                                【作者微信：wcas00】" descr="【作者微信：wcas00】"/>
          <p:cNvSpPr txBox="1"/>
          <p:nvPr>
            <p:custDataLst>
              <p:tags r:id="rId4"/>
            </p:custDataLst>
          </p:nvPr>
        </p:nvSpPr>
        <p:spPr>
          <a:xfrm>
            <a:off x="5927725" y="4003675"/>
            <a:ext cx="524383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400" b="1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在大海里自由自在地游玩</a:t>
            </a:r>
            <a:endParaRPr lang="zh-CN" altLang="en-US" sz="3400" b="1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7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4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4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4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4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4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4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4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4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4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4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4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4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4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4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4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4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4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4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4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4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4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4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4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4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4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4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4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4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4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4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4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4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4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4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4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4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4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4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4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4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4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4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4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4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&#10;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i"/>
  <p:tag name="KSO_WM_UNIT_INDEX" val="100"/>
  <p:tag name="KSO_WM_BEAUTIFY_FLAG" val="#wm#"/>
  <p:tag name="KSO_WM_TAG_VERSION" val="3.0"/>
  <p:tag name="KSO_WM_UNIT_ID" val="_11*i*10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TYPE" val="i"/>
  <p:tag name="KSO_WM_UNIT_INDEX" val="77"/>
  <p:tag name="KSO_WM_BEAUTIFY_FLAG" val="#wm#"/>
  <p:tag name="KSO_WM_TAG_VERSION" val="3.0"/>
  <p:tag name="KSO_WM_UNIT_ID" val="_11*i*7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  <p:tag name="KSO_WM_UNIT_ID" val="_11*i*8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  <p:tag name="KSO_WM_UNIT_ID" val="_11*i*7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4.xml><?xml version="1.0" encoding="utf-8"?>
<p:tagLst xmlns:p="http://schemas.openxmlformats.org/presentationml/2006/main">
  <p:tag name="KSO_WM_UNIT_TYPE" val="i"/>
  <p:tag name="KSO_WM_UNIT_INDEX" val="95"/>
  <p:tag name="KSO_WM_BEAUTIFY_FLAG" val="#wm#"/>
  <p:tag name="KSO_WM_TAG_VERSION" val="3.0"/>
  <p:tag name="KSO_WM_UNIT_ID" val="_11*i*9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  <p:tag name="KSO_WM_UNIT_ID" val="_11*i*9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i"/>
  <p:tag name="KSO_WM_UNIT_INDEX" val="97"/>
  <p:tag name="KSO_WM_BEAUTIFY_FLAG" val="#wm#"/>
  <p:tag name="KSO_WM_TAG_VERSION" val="3.0"/>
  <p:tag name="KSO_WM_UNIT_ID" val="_11*i*9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TYPE" val="i"/>
  <p:tag name="KSO_WM_UNIT_INDEX" val="83"/>
  <p:tag name="KSO_WM_BEAUTIFY_FLAG" val="#wm#"/>
  <p:tag name="KSO_WM_TAG_VERSION" val="3.0"/>
  <p:tag name="KSO_WM_UNIT_ID" val="_11*i*8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  <p:tag name="KSO_WM_UNIT_ID" val="_11*i*8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TYPE" val="i"/>
  <p:tag name="KSO_WM_UNIT_INDEX" val="87"/>
  <p:tag name="KSO_WM_BEAUTIFY_FLAG" val="#wm#"/>
  <p:tag name="KSO_WM_TAG_VERSION" val="3.0"/>
  <p:tag name="KSO_WM_UNIT_ID" val="_11*i*8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i"/>
  <p:tag name="KSO_WM_UNIT_INDEX" val="85"/>
  <p:tag name="KSO_WM_BEAUTIFY_FLAG" val="#wm#"/>
  <p:tag name="KSO_WM_TAG_VERSION" val="3.0"/>
  <p:tag name="KSO_WM_UNIT_ID" val="_11*i*8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  <p:tag name="KSO_WM_UNIT_ID" val="_11*i*9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  <p:tag name="KSO_WM_UNIT_ID" val="_11*i*8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  <p:tag name="KSO_WM_UNIT_ID" val="_11*i*8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i"/>
  <p:tag name="KSO_WM_UNIT_INDEX" val="91"/>
  <p:tag name="KSO_WM_BEAUTIFY_FLAG" val="#wm#"/>
  <p:tag name="KSO_WM_TAG_VERSION" val="3.0"/>
  <p:tag name="KSO_WM_UNIT_ID" val="_11*i*9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  <p:tag name="KSO_WM_UNIT_ID" val="_11*i*9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TYPE" val="i"/>
  <p:tag name="KSO_WM_UNIT_INDEX" val="89"/>
  <p:tag name="KSO_WM_BEAUTIFY_FLAG" val="#wm#"/>
  <p:tag name="KSO_WM_TAG_VERSION" val="3.0"/>
  <p:tag name="KSO_WM_UNIT_ID" val="_11*i*8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TYPE" val="i"/>
  <p:tag name="KSO_WM_UNIT_INDEX" val="75"/>
  <p:tag name="KSO_WM_BEAUTIFY_FLAG" val="#wm#"/>
  <p:tag name="KSO_WM_TAG_VERSION" val="3.0"/>
  <p:tag name="KSO_WM_UNIT_ID" val="_11*i*7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9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11*i*5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ID" val="_11*i*6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67"/>
  <p:tag name="KSO_WM_BEAUTIFY_FLAG" val="#wm#"/>
  <p:tag name="KSO_WM_TAG_VERSION" val="3.0"/>
  <p:tag name="KSO_WM_UNIT_ID" val="_11*i*6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  <p:tag name="KSO_WM_UNIT_ID" val="_11*i*6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11*i*5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  <p:tag name="KSO_WM_UNIT_ID" val="_11*i*6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11*i*5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  <p:tag name="KSO_WM_UNIT_ID" val="_11*i*6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  <p:tag name="KSO_WM_UNIT_ID" val="_11*i*7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3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  <p:tag name="KSO_WM_UNIT_ID" val="_11*i*6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  <p:tag name="KSO_WM_UNIT_ID" val="_11*i*6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  <p:tag name="KSO_WM_UNIT_ID" val="_11*i*6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ID" val="_11*i*6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11*i*5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106"/>
  <p:tag name="KSO_WM_BEAUTIFY_FLAG" val="#wm#"/>
  <p:tag name="KSO_WM_TAG_VERSION" val="3.0"/>
  <p:tag name="KSO_WM_UNIT_ID" val="_11*i*10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108"/>
  <p:tag name="KSO_WM_BEAUTIFY_FLAG" val="#wm#"/>
  <p:tag name="KSO_WM_TAG_VERSION" val="3.0"/>
  <p:tag name="KSO_WM_UNIT_ID" val="_11*i*10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112"/>
  <p:tag name="KSO_WM_BEAUTIFY_FLAG" val="#wm#"/>
  <p:tag name="KSO_WM_TAG_VERSION" val="3.0"/>
  <p:tag name="KSO_WM_UNIT_ID" val="_11*i*1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103"/>
  <p:tag name="KSO_WM_BEAUTIFY_FLAG" val="#wm#"/>
  <p:tag name="KSO_WM_TAG_VERSION" val="3.0"/>
  <p:tag name="KSO_WM_UNIT_ID" val="_11*i*10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104"/>
  <p:tag name="KSO_WM_BEAUTIFY_FLAG" val="#wm#"/>
  <p:tag name="KSO_WM_TAG_VERSION" val="3.0"/>
  <p:tag name="KSO_WM_UNIT_ID" val="_11*i*10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110"/>
  <p:tag name="KSO_WM_BEAUTIFY_FLAG" val="#wm#"/>
  <p:tag name="KSO_WM_TAG_VERSION" val="3.0"/>
  <p:tag name="KSO_WM_UNIT_ID" val="_11*i*1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102"/>
  <p:tag name="KSO_WM_BEAUTIFY_FLAG" val="#wm#"/>
  <p:tag name="KSO_WM_TAG_VERSION" val="3.0"/>
  <p:tag name="KSO_WM_UNIT_ID" val="_11*i*10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i"/>
  <p:tag name="KSO_WM_UNIT_INDEX" val="101"/>
  <p:tag name="KSO_WM_BEAUTIFY_FLAG" val="#wm#"/>
  <p:tag name="KSO_WM_TAG_VERSION" val="3.0"/>
  <p:tag name="KSO_WM_UNIT_ID" val="_11*i*10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105"/>
  <p:tag name="KSO_WM_BEAUTIFY_FLAG" val="#wm#"/>
  <p:tag name="KSO_WM_TAG_VERSION" val="3.0"/>
  <p:tag name="KSO_WM_UNIT_ID" val="_11*i*10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107"/>
  <p:tag name="KSO_WM_BEAUTIFY_FLAG" val="#wm#"/>
  <p:tag name="KSO_WM_TAG_VERSION" val="3.0"/>
  <p:tag name="KSO_WM_UNIT_ID" val="_11*i*10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109"/>
  <p:tag name="KSO_WM_BEAUTIFY_FLAG" val="#wm#"/>
  <p:tag name="KSO_WM_TAG_VERSION" val="3.0"/>
  <p:tag name="KSO_WM_UNIT_ID" val="_11*i*10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i"/>
  <p:tag name="KSO_WM_UNIT_INDEX" val="111"/>
  <p:tag name="KSO_WM_BEAUTIFY_FLAG" val="#wm#"/>
  <p:tag name="KSO_WM_TAG_VERSION" val="3.0"/>
  <p:tag name="KSO_WM_UNIT_ID" val="_11*i*1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1.xml><?xml version="1.0" encoding="utf-8"?>
<p:tagLst xmlns:p="http://schemas.openxmlformats.org/presentationml/2006/main">
  <p:tag name="KSO_WM_UNIT_TYPE" val="i"/>
  <p:tag name="KSO_WM_UNIT_INDEX" val="113"/>
  <p:tag name="KSO_WM_BEAUTIFY_FLAG" val="#wm#"/>
  <p:tag name="KSO_WM_TAG_VERSION" val="3.0"/>
  <p:tag name="KSO_WM_UNIT_ID" val="_11*i*1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9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8.xml><?xml version="1.0" encoding="utf-8"?>
<p:tagLst xmlns:p="http://schemas.openxmlformats.org/presentationml/2006/main">
  <p:tag name="KSO_WM_UNIT_TYPE" val="i"/>
  <p:tag name="KSO_WM_UNIT_INDEX" val="114"/>
  <p:tag name="KSO_WM_BEAUTIFY_FLAG" val="#wm#"/>
  <p:tag name="KSO_WM_TAG_VERSION" val="3.0"/>
  <p:tag name="KSO_WM_UNIT_ID" val="_11*i*1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9.xml><?xml version="1.0" encoding="utf-8"?>
<p:tagLst xmlns:p="http://schemas.openxmlformats.org/presentationml/2006/main">
  <p:tag name="KSO_WM_UNIT_TYPE" val="i"/>
  <p:tag name="KSO_WM_UNIT_INDEX" val="115"/>
  <p:tag name="KSO_WM_BEAUTIFY_FLAG" val="#wm#"/>
  <p:tag name="KSO_WM_TAG_VERSION" val="3.0"/>
  <p:tag name="KSO_WM_UNIT_ID" val="_11*i*1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0.xml><?xml version="1.0" encoding="utf-8"?>
<p:tagLst xmlns:p="http://schemas.openxmlformats.org/presentationml/2006/main">
  <p:tag name="KSO_WM_UNIT_TYPE" val="i"/>
  <p:tag name="KSO_WM_UNIT_INDEX" val="116"/>
  <p:tag name="KSO_WM_BEAUTIFY_FLAG" val="#wm#"/>
  <p:tag name="KSO_WM_TAG_VERSION" val="3.0"/>
  <p:tag name="KSO_WM_UNIT_ID" val="_11*i*1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TYPE" val="i"/>
  <p:tag name="KSO_WM_UNIT_INDEX" val="117"/>
  <p:tag name="KSO_WM_BEAUTIFY_FLAG" val="#wm#"/>
  <p:tag name="KSO_WM_TAG_VERSION" val="3.0"/>
  <p:tag name="KSO_WM_UNIT_ID" val="_11*i*1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  <p:tag name="KSO_WM_UNIT_ID" val="_11*i*7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79"/>
  <p:tag name="KSO_WM_BEAUTIFY_FLAG" val="#wm#"/>
  <p:tag name="KSO_WM_TAG_VERSION" val="3.0"/>
  <p:tag name="KSO_WM_UNIT_ID" val="_11*i*7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  <p:tag name="KSO_WM_UNIT_ID" val="_11*i*8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5.xml><?xml version="1.0" encoding="utf-8"?>
<p:tagLst xmlns:p="http://schemas.openxmlformats.org/presentationml/2006/main">
  <p:tag name="KSO_WM_UNIT_TYPE" val="i"/>
  <p:tag name="KSO_WM_UNIT_INDEX" val="81"/>
  <p:tag name="KSO_WM_BEAUTIFY_FLAG" val="#wm#"/>
  <p:tag name="KSO_WM_TAG_VERSION" val="3.0"/>
  <p:tag name="KSO_WM_UNIT_ID" val="_11*i*8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  <p:tag name="KSO_WM_UNIT_ID" val="_11*i*9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  <p:tag name="KSO_WM_UNIT_ID" val="_11*i*9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i"/>
  <p:tag name="KSO_WM_UNIT_INDEX" val="99"/>
  <p:tag name="KSO_WM_BEAUTIFY_FLAG" val="#wm#"/>
  <p:tag name="KSO_WM_TAG_VERSION" val="3.0"/>
  <p:tag name="KSO_WM_UNIT_ID" val="_11*i*9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9.xml><?xml version="1.0" encoding="utf-8"?>
<p:tagLst xmlns:p="http://schemas.openxmlformats.org/presentationml/2006/main">
  <p:tag name="KSO_WM_UNIT_TYPE" val="i"/>
  <p:tag name="KSO_WM_UNIT_INDEX" val="93"/>
  <p:tag name="KSO_WM_BEAUTIFY_FLAG" val="#wm#"/>
  <p:tag name="KSO_WM_TAG_VERSION" val="3.0"/>
  <p:tag name="KSO_WM_UNIT_ID" val="_11*i*9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1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8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11*i*5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2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  <p:tag name="KSO_WM_UNIT_ID" val="_11*i*7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3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  <p:tag name="KSO_WM_UNIT_ID" val="_11*i*7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  <p:tag name="KSO_WM_UNIT_ID" val="_11*i*7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5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  <p:tag name="KSO_WM_UNIT_ID" val="_11*i*7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ID" val="_11*i*6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3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3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3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3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0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3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3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3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3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3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3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3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3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3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3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0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3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3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3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3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3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3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3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3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8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3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3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3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3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3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3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3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5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3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3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7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3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8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3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3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3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1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3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2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3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3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27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3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3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3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3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3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4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3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3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6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3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3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3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9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3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0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3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3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2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3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3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3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3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3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3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3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3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3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3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2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3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3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4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3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3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3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3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3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3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3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3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3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3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3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3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3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6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3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3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0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0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0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0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0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0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0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0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0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922"/>
</p:tagLst>
</file>

<file path=ppt/tags/tag34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922"/>
</p:tagLst>
</file>

<file path=ppt/tags/tag343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922"/>
  <p:tag name="KSO_WM_TEMPLATE_CATEGORY" val="custom"/>
  <p:tag name="KSO_WM_TEMPLATE_MASTER_TYPE" val="0"/>
</p:tagLst>
</file>

<file path=ppt/tags/tag344.xml><?xml version="1.0" encoding="utf-8"?>
<p:tagLst xmlns:p="http://schemas.openxmlformats.org/presentationml/2006/main">
  <p:tag name="COPYRIGHT" val="【作者微信：wcas00】"/>
</p:tagLst>
</file>

<file path=ppt/tags/tag345.xml><?xml version="1.0" encoding="utf-8"?>
<p:tagLst xmlns:p="http://schemas.openxmlformats.org/presentationml/2006/main">
  <p:tag name="COPYRIGHT" val="【作者微信：wcas00】"/>
</p:tagLst>
</file>

<file path=ppt/tags/tag346.xml><?xml version="1.0" encoding="utf-8"?>
<p:tagLst xmlns:p="http://schemas.openxmlformats.org/presentationml/2006/main">
  <p:tag name="COPYRIGHT" val="【作者微信：wcas00】"/>
</p:tagLst>
</file>

<file path=ppt/tags/tag347.xml><?xml version="1.0" encoding="utf-8"?>
<p:tagLst xmlns:p="http://schemas.openxmlformats.org/presentationml/2006/main">
  <p:tag name="COPYRIGHT" val="【作者微信：wcas00】"/>
</p:tagLst>
</file>

<file path=ppt/tags/tag348.xml><?xml version="1.0" encoding="utf-8"?>
<p:tagLst xmlns:p="http://schemas.openxmlformats.org/presentationml/2006/main">
  <p:tag name="COPYRIGHT" val="【作者微信：wcas00】"/>
</p:tagLst>
</file>

<file path=ppt/tags/tag349.xml><?xml version="1.0" encoding="utf-8"?>
<p:tagLst xmlns:p="http://schemas.openxmlformats.org/presentationml/2006/main">
  <p:tag name="COPYRIGHT" val="【作者微信：wcas00】"/>
</p:tagLst>
</file>

<file path=ppt/tags/tag350.xml><?xml version="1.0" encoding="utf-8"?>
<p:tagLst xmlns:p="http://schemas.openxmlformats.org/presentationml/2006/main">
  <p:tag name="COPYRIGHT" val="【作者微信：wcas00】"/>
</p:tagLst>
</file>

<file path=ppt/tags/tag351.xml><?xml version="1.0" encoding="utf-8"?>
<p:tagLst xmlns:p="http://schemas.openxmlformats.org/presentationml/2006/main">
  <p:tag name="COPYRIGHT" val="【作者微信：wcas00】"/>
</p:tagLst>
</file>

<file path=ppt/tags/tag352.xml><?xml version="1.0" encoding="utf-8"?>
<p:tagLst xmlns:p="http://schemas.openxmlformats.org/presentationml/2006/main">
  <p:tag name="COPYRIGHT" val="【作者微信：wcas00】"/>
</p:tagLst>
</file>

<file path=ppt/tags/tag353.xml><?xml version="1.0" encoding="utf-8"?>
<p:tagLst xmlns:p="http://schemas.openxmlformats.org/presentationml/2006/main">
  <p:tag name="COPYRIGHT" val="【作者微信：wcas00】"/>
</p:tagLst>
</file>

<file path=ppt/tags/tag354.xml><?xml version="1.0" encoding="utf-8"?>
<p:tagLst xmlns:p="http://schemas.openxmlformats.org/presentationml/2006/main">
  <p:tag name="COPYRIGHT" val="【作者微信：wcas00】"/>
</p:tagLst>
</file>

<file path=ppt/tags/tag355.xml><?xml version="1.0" encoding="utf-8"?>
<p:tagLst xmlns:p="http://schemas.openxmlformats.org/presentationml/2006/main">
  <p:tag name="COPYRIGHT" val="【作者微信：wcas00】"/>
</p:tagLst>
</file>

<file path=ppt/tags/tag356.xml><?xml version="1.0" encoding="utf-8"?>
<p:tagLst xmlns:p="http://schemas.openxmlformats.org/presentationml/2006/main">
  <p:tag name="COPYRIGHT" val="【作者微信：wcas00】"/>
</p:tagLst>
</file>

<file path=ppt/tags/tag357.xml><?xml version="1.0" encoding="utf-8"?>
<p:tagLst xmlns:p="http://schemas.openxmlformats.org/presentationml/2006/main">
  <p:tag name="COPYRIGHT" val="【作者微信：wcas00】"/>
</p:tagLst>
</file>

<file path=ppt/tags/tag358.xml><?xml version="1.0" encoding="utf-8"?>
<p:tagLst xmlns:p="http://schemas.openxmlformats.org/presentationml/2006/main">
  <p:tag name="COPYRIGHT" val="【作者微信：wcas00】"/>
</p:tagLst>
</file>

<file path=ppt/tags/tag359.xml><?xml version="1.0" encoding="utf-8"?>
<p:tagLst xmlns:p="http://schemas.openxmlformats.org/presentationml/2006/main">
  <p:tag name="COPYRIGHT" val="【作者微信：wcas00】"/>
</p:tagLst>
</file>

<file path=ppt/tags/tag360.xml><?xml version="1.0" encoding="utf-8"?>
<p:tagLst xmlns:p="http://schemas.openxmlformats.org/presentationml/2006/main">
  <p:tag name="COPYRIGHT" val="【作者微信：wcas00】"/>
</p:tagLst>
</file>

<file path=ppt/tags/tag361.xml><?xml version="1.0" encoding="utf-8"?>
<p:tagLst xmlns:p="http://schemas.openxmlformats.org/presentationml/2006/main">
  <p:tag name="COPYRIGHT" val="【作者微信：wcas00】"/>
</p:tagLst>
</file>

<file path=ppt/tags/tag362.xml><?xml version="1.0" encoding="utf-8"?>
<p:tagLst xmlns:p="http://schemas.openxmlformats.org/presentationml/2006/main">
  <p:tag name="COPYRIGHT" val="【作者微信：wcas00】"/>
</p:tagLst>
</file>

<file path=ppt/tags/tag363.xml><?xml version="1.0" encoding="utf-8"?>
<p:tagLst xmlns:p="http://schemas.openxmlformats.org/presentationml/2006/main">
  <p:tag name="COPYRIGHT" val="【作者微信：wcas00】"/>
</p:tagLst>
</file>

<file path=ppt/tags/tag364.xml><?xml version="1.0" encoding="utf-8"?>
<p:tagLst xmlns:p="http://schemas.openxmlformats.org/presentationml/2006/main">
  <p:tag name="COPYRIGHT" val="【作者微信：wcas00】"/>
</p:tagLst>
</file>

<file path=ppt/tags/tag365.xml><?xml version="1.0" encoding="utf-8"?>
<p:tagLst xmlns:p="http://schemas.openxmlformats.org/presentationml/2006/main">
  <p:tag name="COPYRIGHT" val="【作者微信：wcas00】"/>
</p:tagLst>
</file>

<file path=ppt/tags/tag366.xml><?xml version="1.0" encoding="utf-8"?>
<p:tagLst xmlns:p="http://schemas.openxmlformats.org/presentationml/2006/main">
  <p:tag name="COPYRIGHT" val="【作者微信：wcas00】"/>
</p:tagLst>
</file>

<file path=ppt/tags/tag367.xml><?xml version="1.0" encoding="utf-8"?>
<p:tagLst xmlns:p="http://schemas.openxmlformats.org/presentationml/2006/main">
  <p:tag name="COPYRIGHT" val="【作者微信：wcas00】"/>
</p:tagLst>
</file>

<file path=ppt/tags/tag368.xml><?xml version="1.0" encoding="utf-8"?>
<p:tagLst xmlns:p="http://schemas.openxmlformats.org/presentationml/2006/main">
  <p:tag name="COPYRIGHT" val="【作者微信：wcas00】"/>
</p:tagLst>
</file>

<file path=ppt/tags/tag369.xml><?xml version="1.0" encoding="utf-8"?>
<p:tagLst xmlns:p="http://schemas.openxmlformats.org/presentationml/2006/main">
  <p:tag name="COPYRIGHT" val="【作者微信：wcas00】"/>
</p:tagLst>
</file>

<file path=ppt/tags/tag370.xml><?xml version="1.0" encoding="utf-8"?>
<p:tagLst xmlns:p="http://schemas.openxmlformats.org/presentationml/2006/main">
  <p:tag name="COPYRIGHT" val="【作者微信：wcas00】"/>
</p:tagLst>
</file>

<file path=ppt/tags/tag371.xml><?xml version="1.0" encoding="utf-8"?>
<p:tagLst xmlns:p="http://schemas.openxmlformats.org/presentationml/2006/main">
  <p:tag name="COPYRIGHT" val="【作者微信：wcas00】"/>
</p:tagLst>
</file>

<file path=ppt/tags/tag372.xml><?xml version="1.0" encoding="utf-8"?>
<p:tagLst xmlns:p="http://schemas.openxmlformats.org/presentationml/2006/main">
  <p:tag name="COPYRIGHT" val="【作者微信：wcas00】"/>
</p:tagLst>
</file>

<file path=ppt/tags/tag373.xml><?xml version="1.0" encoding="utf-8"?>
<p:tagLst xmlns:p="http://schemas.openxmlformats.org/presentationml/2006/main">
  <p:tag name="COPYRIGHT" val="【作者微信：wcas00】"/>
</p:tagLst>
</file>

<file path=ppt/tags/tag374.xml><?xml version="1.0" encoding="utf-8"?>
<p:tagLst xmlns:p="http://schemas.openxmlformats.org/presentationml/2006/main">
  <p:tag name="COPYRIGHT" val="【作者微信：wcas00】"/>
</p:tagLst>
</file>

<file path=ppt/tags/tag375.xml><?xml version="1.0" encoding="utf-8"?>
<p:tagLst xmlns:p="http://schemas.openxmlformats.org/presentationml/2006/main">
  <p:tag name="COPYRIGHT" val="【作者微信：wcas00】"/>
</p:tagLst>
</file>

<file path=ppt/tags/tag376.xml><?xml version="1.0" encoding="utf-8"?>
<p:tagLst xmlns:p="http://schemas.openxmlformats.org/presentationml/2006/main">
  <p:tag name="COPYRIGHT" val="【作者微信：wcas00】"/>
</p:tagLst>
</file>

<file path=ppt/tags/tag377.xml><?xml version="1.0" encoding="utf-8"?>
<p:tagLst xmlns:p="http://schemas.openxmlformats.org/presentationml/2006/main">
  <p:tag name="COPYRIGHT" val="【作者微信：wcas00】"/>
</p:tagLst>
</file>

<file path=ppt/tags/tag378.xml><?xml version="1.0" encoding="utf-8"?>
<p:tagLst xmlns:p="http://schemas.openxmlformats.org/presentationml/2006/main">
  <p:tag name="COPYRIGHT" val="【作者微信：wcas00】"/>
</p:tagLst>
</file>

<file path=ppt/tags/tag379.xml><?xml version="1.0" encoding="utf-8"?>
<p:tagLst xmlns:p="http://schemas.openxmlformats.org/presentationml/2006/main">
  <p:tag name="COPYRIGHT" val="【作者微信：wcas00】"/>
</p:tagLst>
</file>

<file path=ppt/tags/tag380.xml><?xml version="1.0" encoding="utf-8"?>
<p:tagLst xmlns:p="http://schemas.openxmlformats.org/presentationml/2006/main">
  <p:tag name="COPYRIGHT" val="【作者微信：wcas00】"/>
</p:tagLst>
</file>

<file path=ppt/tags/tag381.xml><?xml version="1.0" encoding="utf-8"?>
<p:tagLst xmlns:p="http://schemas.openxmlformats.org/presentationml/2006/main">
  <p:tag name="COPYRIGHT" val="【作者微信：wcas00】"/>
</p:tagLst>
</file>

<file path=ppt/tags/tag382.xml><?xml version="1.0" encoding="utf-8"?>
<p:tagLst xmlns:p="http://schemas.openxmlformats.org/presentationml/2006/main">
  <p:tag name="COPYRIGHT" val="【作者微信：wcas00】"/>
</p:tagLst>
</file>

<file path=ppt/tags/tag383.xml><?xml version="1.0" encoding="utf-8"?>
<p:tagLst xmlns:p="http://schemas.openxmlformats.org/presentationml/2006/main">
  <p:tag name="COPYRIGHT" val="【作者微信：wcas00】"/>
</p:tagLst>
</file>

<file path=ppt/tags/tag384.xml><?xml version="1.0" encoding="utf-8"?>
<p:tagLst xmlns:p="http://schemas.openxmlformats.org/presentationml/2006/main">
  <p:tag name="COPYRIGHT" val="【作者微信：wcas00】"/>
</p:tagLst>
</file>

<file path=ppt/tags/tag385.xml><?xml version="1.0" encoding="utf-8"?>
<p:tagLst xmlns:p="http://schemas.openxmlformats.org/presentationml/2006/main">
  <p:tag name="COPYRIGHT" val="【作者微信：wcas00】"/>
</p:tagLst>
</file>

<file path=ppt/tags/tag386.xml><?xml version="1.0" encoding="utf-8"?>
<p:tagLst xmlns:p="http://schemas.openxmlformats.org/presentationml/2006/main">
  <p:tag name="COPYRIGHT" val="【作者微信：wcas00】"/>
</p:tagLst>
</file>

<file path=ppt/tags/tag387.xml><?xml version="1.0" encoding="utf-8"?>
<p:tagLst xmlns:p="http://schemas.openxmlformats.org/presentationml/2006/main">
  <p:tag name="COPYRIGHT" val="【作者微信：wcas00】"/>
</p:tagLst>
</file>

<file path=ppt/tags/tag388.xml><?xml version="1.0" encoding="utf-8"?>
<p:tagLst xmlns:p="http://schemas.openxmlformats.org/presentationml/2006/main">
  <p:tag name="COPYRIGHT" val="【作者微信：wcas00】"/>
</p:tagLst>
</file>

<file path=ppt/tags/tag389.xml><?xml version="1.0" encoding="utf-8"?>
<p:tagLst xmlns:p="http://schemas.openxmlformats.org/presentationml/2006/main">
  <p:tag name="COPYRIGHT" val="【作者微信：wcas00】"/>
</p:tagLst>
</file>

<file path=ppt/tags/tag390.xml><?xml version="1.0" encoding="utf-8"?>
<p:tagLst xmlns:p="http://schemas.openxmlformats.org/presentationml/2006/main">
  <p:tag name="COPYRIGHT" val="【作者微信：wcas00】"/>
</p:tagLst>
</file>

<file path=ppt/tags/tag391.xml><?xml version="1.0" encoding="utf-8"?>
<p:tagLst xmlns:p="http://schemas.openxmlformats.org/presentationml/2006/main">
  <p:tag name="COPYRIGHT" val="【作者微信：wcas00】"/>
</p:tagLst>
</file>

<file path=ppt/tags/tag392.xml><?xml version="1.0" encoding="utf-8"?>
<p:tagLst xmlns:p="http://schemas.openxmlformats.org/presentationml/2006/main">
  <p:tag name="COPYRIGHT" val="【作者微信：wcas00】"/>
</p:tagLst>
</file>

<file path=ppt/tags/tag393.xml><?xml version="1.0" encoding="utf-8"?>
<p:tagLst xmlns:p="http://schemas.openxmlformats.org/presentationml/2006/main">
  <p:tag name="COPYRIGHT" val="【作者微信：wcas00】"/>
</p:tagLst>
</file>

<file path=ppt/tags/tag394.xml><?xml version="1.0" encoding="utf-8"?>
<p:tagLst xmlns:p="http://schemas.openxmlformats.org/presentationml/2006/main">
  <p:tag name="COPYRIGHT" val="【作者微信：wcas00】"/>
</p:tagLst>
</file>

<file path=ppt/tags/tag395.xml><?xml version="1.0" encoding="utf-8"?>
<p:tagLst xmlns:p="http://schemas.openxmlformats.org/presentationml/2006/main">
  <p:tag name="COPYRIGHT" val="【作者微信：wcas00】"/>
</p:tagLst>
</file>

<file path=ppt/tags/tag396.xml><?xml version="1.0" encoding="utf-8"?>
<p:tagLst xmlns:p="http://schemas.openxmlformats.org/presentationml/2006/main">
  <p:tag name="COPYRIGHT" val="【作者微信：wcas00】"/>
</p:tagLst>
</file>

<file path=ppt/tags/tag397.xml><?xml version="1.0" encoding="utf-8"?>
<p:tagLst xmlns:p="http://schemas.openxmlformats.org/presentationml/2006/main">
  <p:tag name="COPYRIGHT" val="【作者微信：wcas00】"/>
</p:tagLst>
</file>

<file path=ppt/tags/tag398.xml><?xml version="1.0" encoding="utf-8"?>
<p:tagLst xmlns:p="http://schemas.openxmlformats.org/presentationml/2006/main">
  <p:tag name="COPYRIGHT" val="【作者微信：wcas00】"/>
</p:tagLst>
</file>

<file path=ppt/tags/tag399.xml><?xml version="1.0" encoding="utf-8"?>
<p:tagLst xmlns:p="http://schemas.openxmlformats.org/presentationml/2006/main">
  <p:tag name="COPYRIGHT" val="【作者微信：wcas00】"/>
</p:tagLst>
</file>

<file path=ppt/tags/tag400.xml><?xml version="1.0" encoding="utf-8"?>
<p:tagLst xmlns:p="http://schemas.openxmlformats.org/presentationml/2006/main">
  <p:tag name="COPYRIGHT" val="【作者微信：wcas00】"/>
</p:tagLst>
</file>

<file path=ppt/tags/tag401.xml><?xml version="1.0" encoding="utf-8"?>
<p:tagLst xmlns:p="http://schemas.openxmlformats.org/presentationml/2006/main">
  <p:tag name="COPYRIGHT" val="【作者微信：wcas00】"/>
</p:tagLst>
</file>

<file path=ppt/tags/tag402.xml><?xml version="1.0" encoding="utf-8"?>
<p:tagLst xmlns:p="http://schemas.openxmlformats.org/presentationml/2006/main">
  <p:tag name="COPYRIGHT" val="【作者微信：wcas00】"/>
</p:tagLst>
</file>

<file path=ppt/tags/tag403.xml><?xml version="1.0" encoding="utf-8"?>
<p:tagLst xmlns:p="http://schemas.openxmlformats.org/presentationml/2006/main">
  <p:tag name="COPYRIGHT" val="【作者微信：wcas00】"/>
</p:tagLst>
</file>

<file path=ppt/tags/tag404.xml><?xml version="1.0" encoding="utf-8"?>
<p:tagLst xmlns:p="http://schemas.openxmlformats.org/presentationml/2006/main">
  <p:tag name="COPYRIGHT" val="【作者微信：wcas00】"/>
</p:tagLst>
</file>

<file path=ppt/tags/tag405.xml><?xml version="1.0" encoding="utf-8"?>
<p:tagLst xmlns:p="http://schemas.openxmlformats.org/presentationml/2006/main">
  <p:tag name="COPYRIGHT" val="【作者微信：wcas00】"/>
</p:tagLst>
</file>

<file path=ppt/tags/tag406.xml><?xml version="1.0" encoding="utf-8"?>
<p:tagLst xmlns:p="http://schemas.openxmlformats.org/presentationml/2006/main">
  <p:tag name="COPYRIGHT" val="【作者微信：wcas00】"/>
</p:tagLst>
</file>

<file path=ppt/tags/tag407.xml><?xml version="1.0" encoding="utf-8"?>
<p:tagLst xmlns:p="http://schemas.openxmlformats.org/presentationml/2006/main">
  <p:tag name="COPYRIGHT" val="【作者微信：wcas00】"/>
</p:tagLst>
</file>

<file path=ppt/tags/tag408.xml><?xml version="1.0" encoding="utf-8"?>
<p:tagLst xmlns:p="http://schemas.openxmlformats.org/presentationml/2006/main">
  <p:tag name="COPYRIGHT" val="【作者微信：wcas00】"/>
</p:tagLst>
</file>

<file path=ppt/tags/tag409.xml><?xml version="1.0" encoding="utf-8"?>
<p:tagLst xmlns:p="http://schemas.openxmlformats.org/presentationml/2006/main">
  <p:tag name="COPYRIGHT" val="【作者微信：wcas00】"/>
</p:tagLst>
</file>

<file path=ppt/tags/tag410.xml><?xml version="1.0" encoding="utf-8"?>
<p:tagLst xmlns:p="http://schemas.openxmlformats.org/presentationml/2006/main">
  <p:tag name="COPYRIGHT" val="【作者微信：wcas00】"/>
</p:tagLst>
</file>

<file path=ppt/tags/tag411.xml><?xml version="1.0" encoding="utf-8"?>
<p:tagLst xmlns:p="http://schemas.openxmlformats.org/presentationml/2006/main">
  <p:tag name="COPYRIGHT" val="【作者微信：wcas00】"/>
</p:tagLst>
</file>

<file path=ppt/tags/tag412.xml><?xml version="1.0" encoding="utf-8"?>
<p:tagLst xmlns:p="http://schemas.openxmlformats.org/presentationml/2006/main">
  <p:tag name="COPYRIGHT" val="【作者微信：wcas00】"/>
</p:tagLst>
</file>

<file path=ppt/tags/tag413.xml><?xml version="1.0" encoding="utf-8"?>
<p:tagLst xmlns:p="http://schemas.openxmlformats.org/presentationml/2006/main">
  <p:tag name="COPYRIGHT" val="【作者微信：wcas00】"/>
</p:tagLst>
</file>

<file path=ppt/tags/tag414.xml><?xml version="1.0" encoding="utf-8"?>
<p:tagLst xmlns:p="http://schemas.openxmlformats.org/presentationml/2006/main">
  <p:tag name="COPYRIGHT" val="【作者微信：wcas00】"/>
</p:tagLst>
</file>

<file path=ppt/tags/tag415.xml><?xml version="1.0" encoding="utf-8"?>
<p:tagLst xmlns:p="http://schemas.openxmlformats.org/presentationml/2006/main">
  <p:tag name="COPYRIGHT" val="【作者微信：wcas00】"/>
</p:tagLst>
</file>

<file path=ppt/tags/tag416.xml><?xml version="1.0" encoding="utf-8"?>
<p:tagLst xmlns:p="http://schemas.openxmlformats.org/presentationml/2006/main">
  <p:tag name="COPYRIGHT" val="【作者微信：wcas00】"/>
</p:tagLst>
</file>

<file path=ppt/tags/tag417.xml><?xml version="1.0" encoding="utf-8"?>
<p:tagLst xmlns:p="http://schemas.openxmlformats.org/presentationml/2006/main">
  <p:tag name="COPYRIGHT" val="【作者微信：wcas00】"/>
</p:tagLst>
</file>

<file path=ppt/tags/tag418.xml><?xml version="1.0" encoding="utf-8"?>
<p:tagLst xmlns:p="http://schemas.openxmlformats.org/presentationml/2006/main">
  <p:tag name="COPYRIGHT" val="【作者微信：wcas00】"/>
</p:tagLst>
</file>

<file path=ppt/tags/tag419.xml><?xml version="1.0" encoding="utf-8"?>
<p:tagLst xmlns:p="http://schemas.openxmlformats.org/presentationml/2006/main">
  <p:tag name="COPYRIGHT" val="【作者微信：wcas00】"/>
</p:tagLst>
</file>

<file path=ppt/tags/tag420.xml><?xml version="1.0" encoding="utf-8"?>
<p:tagLst xmlns:p="http://schemas.openxmlformats.org/presentationml/2006/main">
  <p:tag name="COPYRIGHT" val="【作者微信：wcas00】"/>
</p:tagLst>
</file>

<file path=ppt/tags/tag421.xml><?xml version="1.0" encoding="utf-8"?>
<p:tagLst xmlns:p="http://schemas.openxmlformats.org/presentationml/2006/main">
  <p:tag name="COPYRIGHT" val="【作者微信：wcas00】"/>
</p:tagLst>
</file>

<file path=ppt/tags/tag422.xml><?xml version="1.0" encoding="utf-8"?>
<p:tagLst xmlns:p="http://schemas.openxmlformats.org/presentationml/2006/main">
  <p:tag name="COPYRIGHT" val="【作者微信：wcas00】"/>
</p:tagLst>
</file>

<file path=ppt/tags/tag423.xml><?xml version="1.0" encoding="utf-8"?>
<p:tagLst xmlns:p="http://schemas.openxmlformats.org/presentationml/2006/main">
  <p:tag name="COPYRIGHT" val="【作者微信：wcas00】"/>
</p:tagLst>
</file>

<file path=ppt/tags/tag424.xml><?xml version="1.0" encoding="utf-8"?>
<p:tagLst xmlns:p="http://schemas.openxmlformats.org/presentationml/2006/main">
  <p:tag name="COPYRIGHT" val="【作者微信：wcas00】"/>
</p:tagLst>
</file>

<file path=ppt/tags/tag425.xml><?xml version="1.0" encoding="utf-8"?>
<p:tagLst xmlns:p="http://schemas.openxmlformats.org/presentationml/2006/main">
  <p:tag name="COPYRIGHT" val="【作者微信：wcas00】"/>
</p:tagLst>
</file>

<file path=ppt/tags/tag426.xml><?xml version="1.0" encoding="utf-8"?>
<p:tagLst xmlns:p="http://schemas.openxmlformats.org/presentationml/2006/main">
  <p:tag name="COPYRIGHT" val="【作者微信：wcas00】"/>
</p:tagLst>
</file>

<file path=ppt/tags/tag427.xml><?xml version="1.0" encoding="utf-8"?>
<p:tagLst xmlns:p="http://schemas.openxmlformats.org/presentationml/2006/main">
  <p:tag name="COPYRIGHT" val="【作者微信：wcas00】"/>
</p:tagLst>
</file>

<file path=ppt/tags/tag428.xml><?xml version="1.0" encoding="utf-8"?>
<p:tagLst xmlns:p="http://schemas.openxmlformats.org/presentationml/2006/main">
  <p:tag name="COPYRIGHT" val="【作者微信：wcas00】"/>
</p:tagLst>
</file>

<file path=ppt/tags/tag429.xml><?xml version="1.0" encoding="utf-8"?>
<p:tagLst xmlns:p="http://schemas.openxmlformats.org/presentationml/2006/main">
  <p:tag name="COPYRIGHT" val="【作者微信：wcas00】"/>
</p:tagLst>
</file>

<file path=ppt/tags/tag430.xml><?xml version="1.0" encoding="utf-8"?>
<p:tagLst xmlns:p="http://schemas.openxmlformats.org/presentationml/2006/main">
  <p:tag name="COPYRIGHT" val="【作者微信：wcas00】"/>
</p:tagLst>
</file>

<file path=ppt/tags/tag431.xml><?xml version="1.0" encoding="utf-8"?>
<p:tagLst xmlns:p="http://schemas.openxmlformats.org/presentationml/2006/main">
  <p:tag name="COPYRIGHT" val="【作者微信：wcas00】"/>
</p:tagLst>
</file>

<file path=ppt/tags/tag432.xml><?xml version="1.0" encoding="utf-8"?>
<p:tagLst xmlns:p="http://schemas.openxmlformats.org/presentationml/2006/main">
  <p:tag name="COPYRIGHT" val="【作者微信：wcas00】"/>
</p:tagLst>
</file>

<file path=ppt/tags/tag433.xml><?xml version="1.0" encoding="utf-8"?>
<p:tagLst xmlns:p="http://schemas.openxmlformats.org/presentationml/2006/main">
  <p:tag name="COPYRIGHT" val="【作者微信：wcas00】"/>
</p:tagLst>
</file>

<file path=ppt/tags/tag434.xml><?xml version="1.0" encoding="utf-8"?>
<p:tagLst xmlns:p="http://schemas.openxmlformats.org/presentationml/2006/main">
  <p:tag name="COPYRIGHT" val="【作者微信：wcas00】"/>
</p:tagLst>
</file>

<file path=ppt/tags/tag435.xml><?xml version="1.0" encoding="utf-8"?>
<p:tagLst xmlns:p="http://schemas.openxmlformats.org/presentationml/2006/main">
  <p:tag name="COPYRIGHT" val="【作者微信：wcas00】"/>
</p:tagLst>
</file>

<file path=ppt/tags/tag436.xml><?xml version="1.0" encoding="utf-8"?>
<p:tagLst xmlns:p="http://schemas.openxmlformats.org/presentationml/2006/main">
  <p:tag name="COPYRIGHT" val="【作者微信：wcas00】"/>
</p:tagLst>
</file>

<file path=ppt/tags/tag437.xml><?xml version="1.0" encoding="utf-8"?>
<p:tagLst xmlns:p="http://schemas.openxmlformats.org/presentationml/2006/main">
  <p:tag name="COPYRIGHT" val="【作者微信：wcas00】"/>
</p:tagLst>
</file>

<file path=ppt/tags/tag438.xml><?xml version="1.0" encoding="utf-8"?>
<p:tagLst xmlns:p="http://schemas.openxmlformats.org/presentationml/2006/main">
  <p:tag name="COPYRIGHT" val="【作者微信：wcas00】"/>
</p:tagLst>
</file>

<file path=ppt/tags/tag439.xml><?xml version="1.0" encoding="utf-8"?>
<p:tagLst xmlns:p="http://schemas.openxmlformats.org/presentationml/2006/main">
  <p:tag name="COPYRIGHT" val="【作者微信：wcas00】"/>
</p:tagLst>
</file>

<file path=ppt/tags/tag440.xml><?xml version="1.0" encoding="utf-8"?>
<p:tagLst xmlns:p="http://schemas.openxmlformats.org/presentationml/2006/main">
  <p:tag name="COPYRIGHT" val="【作者微信：wcas00】"/>
</p:tagLst>
</file>

<file path=ppt/tags/tag441.xml><?xml version="1.0" encoding="utf-8"?>
<p:tagLst xmlns:p="http://schemas.openxmlformats.org/presentationml/2006/main">
  <p:tag name="COPYRIGHT" val="【作者微信：wcas00】"/>
</p:tagLst>
</file>

<file path=ppt/tags/tag442.xml><?xml version="1.0" encoding="utf-8"?>
<p:tagLst xmlns:p="http://schemas.openxmlformats.org/presentationml/2006/main">
  <p:tag name="COPYRIGHT" val="【作者微信：wcas00】"/>
</p:tagLst>
</file>

<file path=ppt/tags/tag443.xml><?xml version="1.0" encoding="utf-8"?>
<p:tagLst xmlns:p="http://schemas.openxmlformats.org/presentationml/2006/main">
  <p:tag name="COPYRIGHT" val="【作者微信：wcas00】"/>
</p:tagLst>
</file>

<file path=ppt/tags/tag444.xml><?xml version="1.0" encoding="utf-8"?>
<p:tagLst xmlns:p="http://schemas.openxmlformats.org/presentationml/2006/main">
  <p:tag name="COPYRIGHT" val="【作者微信：wcas00】"/>
</p:tagLst>
</file>

<file path=ppt/tags/tag445.xml><?xml version="1.0" encoding="utf-8"?>
<p:tagLst xmlns:p="http://schemas.openxmlformats.org/presentationml/2006/main">
  <p:tag name="COPYRIGHT" val="【作者微信：wcas00】"/>
</p:tagLst>
</file>

<file path=ppt/tags/tag446.xml><?xml version="1.0" encoding="utf-8"?>
<p:tagLst xmlns:p="http://schemas.openxmlformats.org/presentationml/2006/main">
  <p:tag name="COPYRIGHT" val="【作者微信：wcas00】"/>
</p:tagLst>
</file>

<file path=ppt/tags/tag447.xml><?xml version="1.0" encoding="utf-8"?>
<p:tagLst xmlns:p="http://schemas.openxmlformats.org/presentationml/2006/main">
  <p:tag name="COPYRIGHT" val="【作者微信：wcas00】"/>
</p:tagLst>
</file>

<file path=ppt/tags/tag448.xml><?xml version="1.0" encoding="utf-8"?>
<p:tagLst xmlns:p="http://schemas.openxmlformats.org/presentationml/2006/main">
  <p:tag name="COPYRIGHT" val="【作者微信：wcas00】"/>
</p:tagLst>
</file>

<file path=ppt/tags/tag449.xml><?xml version="1.0" encoding="utf-8"?>
<p:tagLst xmlns:p="http://schemas.openxmlformats.org/presentationml/2006/main">
  <p:tag name="COPYRIGHT" val="【作者微信：wcas00】"/>
</p:tagLst>
</file>

<file path=ppt/tags/tag450.xml><?xml version="1.0" encoding="utf-8"?>
<p:tagLst xmlns:p="http://schemas.openxmlformats.org/presentationml/2006/main">
  <p:tag name="COPYRIGHT" val="【作者微信：wcas00】"/>
</p:tagLst>
</file>

<file path=ppt/tags/tag451.xml><?xml version="1.0" encoding="utf-8"?>
<p:tagLst xmlns:p="http://schemas.openxmlformats.org/presentationml/2006/main">
  <p:tag name="COPYRIGHT" val="【作者微信：wcas00】"/>
</p:tagLst>
</file>

<file path=ppt/tags/tag452.xml><?xml version="1.0" encoding="utf-8"?>
<p:tagLst xmlns:p="http://schemas.openxmlformats.org/presentationml/2006/main">
  <p:tag name="COPYRIGHT" val="【作者微信：wcas00】"/>
</p:tagLst>
</file>

<file path=ppt/tags/tag453.xml><?xml version="1.0" encoding="utf-8"?>
<p:tagLst xmlns:p="http://schemas.openxmlformats.org/presentationml/2006/main">
  <p:tag name="COPYRIGHT" val="【作者微信：wcas00】"/>
</p:tagLst>
</file>

<file path=ppt/tags/tag454.xml><?xml version="1.0" encoding="utf-8"?>
<p:tagLst xmlns:p="http://schemas.openxmlformats.org/presentationml/2006/main">
  <p:tag name="COPYRIGHT" val="【作者微信：wcas00】"/>
</p:tagLst>
</file>

<file path=ppt/tags/tag455.xml><?xml version="1.0" encoding="utf-8"?>
<p:tagLst xmlns:p="http://schemas.openxmlformats.org/presentationml/2006/main">
  <p:tag name="COPYRIGHT" val="【作者微信：wcas00】"/>
</p:tagLst>
</file>

<file path=ppt/tags/tag456.xml><?xml version="1.0" encoding="utf-8"?>
<p:tagLst xmlns:p="http://schemas.openxmlformats.org/presentationml/2006/main">
  <p:tag name="COPYRIGHT" val="【作者微信：wcas00】"/>
</p:tagLst>
</file>

<file path=ppt/tags/tag457.xml><?xml version="1.0" encoding="utf-8"?>
<p:tagLst xmlns:p="http://schemas.openxmlformats.org/presentationml/2006/main">
  <p:tag name="COPYRIGHT" val="【作者微信：wcas00】"/>
</p:tagLst>
</file>

<file path=ppt/tags/tag458.xml><?xml version="1.0" encoding="utf-8"?>
<p:tagLst xmlns:p="http://schemas.openxmlformats.org/presentationml/2006/main">
  <p:tag name="COPYRIGHT" val="【作者微信：wcas00】"/>
</p:tagLst>
</file>

<file path=ppt/tags/tag459.xml><?xml version="1.0" encoding="utf-8"?>
<p:tagLst xmlns:p="http://schemas.openxmlformats.org/presentationml/2006/main">
  <p:tag name="COPYRIGHT" val="【作者微信：wcas00】"/>
</p:tagLst>
</file>

<file path=ppt/tags/tag460.xml><?xml version="1.0" encoding="utf-8"?>
<p:tagLst xmlns:p="http://schemas.openxmlformats.org/presentationml/2006/main">
  <p:tag name="COPYRIGHT" val="【作者微信：wcas00】"/>
</p:tagLst>
</file>

<file path=ppt/tags/tag461.xml><?xml version="1.0" encoding="utf-8"?>
<p:tagLst xmlns:p="http://schemas.openxmlformats.org/presentationml/2006/main">
  <p:tag name="COPYRIGHT" val="【作者微信：wcas00】"/>
</p:tagLst>
</file>

<file path=ppt/tags/tag462.xml><?xml version="1.0" encoding="utf-8"?>
<p:tagLst xmlns:p="http://schemas.openxmlformats.org/presentationml/2006/main">
  <p:tag name="COPYRIGHT" val="【作者微信：wcas00】"/>
</p:tagLst>
</file>

<file path=ppt/tags/tag463.xml><?xml version="1.0" encoding="utf-8"?>
<p:tagLst xmlns:p="http://schemas.openxmlformats.org/presentationml/2006/main">
  <p:tag name="COPYRIGHT" val="【作者微信：wcas00】"/>
</p:tagLst>
</file>

<file path=ppt/tags/tag464.xml><?xml version="1.0" encoding="utf-8"?>
<p:tagLst xmlns:p="http://schemas.openxmlformats.org/presentationml/2006/main">
  <p:tag name="COPYRIGHT" val="【作者微信：wcas00】"/>
</p:tagLst>
</file>

<file path=ppt/tags/tag465.xml><?xml version="1.0" encoding="utf-8"?>
<p:tagLst xmlns:p="http://schemas.openxmlformats.org/presentationml/2006/main">
  <p:tag name="COPYRIGHT" val="【作者微信：wcas00】"/>
</p:tagLst>
</file>

<file path=ppt/tags/tag466.xml><?xml version="1.0" encoding="utf-8"?>
<p:tagLst xmlns:p="http://schemas.openxmlformats.org/presentationml/2006/main">
  <p:tag name="COPYRIGHT" val="【作者微信：wcas00】"/>
</p:tagLst>
</file>

<file path=ppt/tags/tag467.xml><?xml version="1.0" encoding="utf-8"?>
<p:tagLst xmlns:p="http://schemas.openxmlformats.org/presentationml/2006/main">
  <p:tag name="COPYRIGHT" val="【作者微信：wcas00】"/>
</p:tagLst>
</file>

<file path=ppt/tags/tag468.xml><?xml version="1.0" encoding="utf-8"?>
<p:tagLst xmlns:p="http://schemas.openxmlformats.org/presentationml/2006/main">
  <p:tag name="COPYRIGHT" val="【作者微信：wcas00】"/>
</p:tagLst>
</file>

<file path=ppt/tags/tag469.xml><?xml version="1.0" encoding="utf-8"?>
<p:tagLst xmlns:p="http://schemas.openxmlformats.org/presentationml/2006/main">
  <p:tag name="COPYRIGHT" val="【作者微信：wcas00】"/>
</p:tagLst>
</file>

<file path=ppt/tags/tag470.xml><?xml version="1.0" encoding="utf-8"?>
<p:tagLst xmlns:p="http://schemas.openxmlformats.org/presentationml/2006/main">
  <p:tag name="COPYRIGHT" val="【作者微信：wcas00】"/>
</p:tagLst>
</file>

<file path=ppt/tags/tag471.xml><?xml version="1.0" encoding="utf-8"?>
<p:tagLst xmlns:p="http://schemas.openxmlformats.org/presentationml/2006/main">
  <p:tag name="COPYRIGHT" val="【作者微信：wcas00】"/>
</p:tagLst>
</file>

<file path=ppt/tags/tag472.xml><?xml version="1.0" encoding="utf-8"?>
<p:tagLst xmlns:p="http://schemas.openxmlformats.org/presentationml/2006/main">
  <p:tag name="COPYRIGHT" val="【作者微信：wcas00】"/>
</p:tagLst>
</file>

<file path=ppt/tags/tag473.xml><?xml version="1.0" encoding="utf-8"?>
<p:tagLst xmlns:p="http://schemas.openxmlformats.org/presentationml/2006/main">
  <p:tag name="COPYRIGHT" val="【作者微信：wcas00】"/>
</p:tagLst>
</file>

<file path=ppt/tags/tag474.xml><?xml version="1.0" encoding="utf-8"?>
<p:tagLst xmlns:p="http://schemas.openxmlformats.org/presentationml/2006/main">
  <p:tag name="COPYRIGHT" val="【作者微信：wcas00】"/>
</p:tagLst>
</file>

<file path=ppt/tags/tag475.xml><?xml version="1.0" encoding="utf-8"?>
<p:tagLst xmlns:p="http://schemas.openxmlformats.org/presentationml/2006/main">
  <p:tag name="COPYRIGHT" val="【作者微信：wcas00】"/>
</p:tagLst>
</file>

<file path=ppt/tags/tag476.xml><?xml version="1.0" encoding="utf-8"?>
<p:tagLst xmlns:p="http://schemas.openxmlformats.org/presentationml/2006/main">
  <p:tag name="COPYRIGHT" val="【作者微信：wcas00】"/>
</p:tagLst>
</file>

<file path=ppt/tags/tag477.xml><?xml version="1.0" encoding="utf-8"?>
<p:tagLst xmlns:p="http://schemas.openxmlformats.org/presentationml/2006/main">
  <p:tag name="COPYRIGHT" val="【作者微信：wcas00】"/>
</p:tagLst>
</file>

<file path=ppt/tags/tag478.xml><?xml version="1.0" encoding="utf-8"?>
<p:tagLst xmlns:p="http://schemas.openxmlformats.org/presentationml/2006/main">
  <p:tag name="COPYRIGHT" val="【作者微信：wcas00】"/>
</p:tagLst>
</file>

<file path=ppt/tags/tag479.xml><?xml version="1.0" encoding="utf-8"?>
<p:tagLst xmlns:p="http://schemas.openxmlformats.org/presentationml/2006/main">
  <p:tag name="COPYRIGHT" val="【作者微信：wcas00】"/>
</p:tagLst>
</file>

<file path=ppt/tags/tag480.xml><?xml version="1.0" encoding="utf-8"?>
<p:tagLst xmlns:p="http://schemas.openxmlformats.org/presentationml/2006/main">
  <p:tag name="COPYRIGHT" val="【作者微信：wcas00】"/>
</p:tagLst>
</file>

<file path=ppt/tags/tag481.xml><?xml version="1.0" encoding="utf-8"?>
<p:tagLst xmlns:p="http://schemas.openxmlformats.org/presentationml/2006/main">
  <p:tag name="COPYRIGHT" val="【作者微信：wcas00】"/>
</p:tagLst>
</file>

<file path=ppt/tags/tag482.xml><?xml version="1.0" encoding="utf-8"?>
<p:tagLst xmlns:p="http://schemas.openxmlformats.org/presentationml/2006/main">
  <p:tag name="COPYRIGHT" val="【作者微信：wcas00】"/>
</p:tagLst>
</file>

<file path=ppt/tags/tag483.xml><?xml version="1.0" encoding="utf-8"?>
<p:tagLst xmlns:p="http://schemas.openxmlformats.org/presentationml/2006/main">
  <p:tag name="COPYRIGHT" val="【作者微信：wcas00】"/>
</p:tagLst>
</file>

<file path=ppt/tags/tag484.xml><?xml version="1.0" encoding="utf-8"?>
<p:tagLst xmlns:p="http://schemas.openxmlformats.org/presentationml/2006/main">
  <p:tag name="COPYRIGHT" val="【作者微信：wcas00】"/>
</p:tagLst>
</file>

<file path=ppt/tags/tag485.xml><?xml version="1.0" encoding="utf-8"?>
<p:tagLst xmlns:p="http://schemas.openxmlformats.org/presentationml/2006/main">
  <p:tag name="COPYRIGHT" val="【作者微信：wcas00】"/>
</p:tagLst>
</file>

<file path=ppt/tags/tag486.xml><?xml version="1.0" encoding="utf-8"?>
<p:tagLst xmlns:p="http://schemas.openxmlformats.org/presentationml/2006/main">
  <p:tag name="COPYRIGHT" val="【作者微信：wcas00】"/>
</p:tagLst>
</file>

<file path=ppt/tags/tag487.xml><?xml version="1.0" encoding="utf-8"?>
<p:tagLst xmlns:p="http://schemas.openxmlformats.org/presentationml/2006/main">
  <p:tag name="COPYRIGHT" val="【作者微信：wcas00】"/>
</p:tagLst>
</file>

<file path=ppt/tags/tag488.xml><?xml version="1.0" encoding="utf-8"?>
<p:tagLst xmlns:p="http://schemas.openxmlformats.org/presentationml/2006/main">
  <p:tag name="COPYRIGHT" val="【作者微信：wcas00】"/>
</p:tagLst>
</file>

<file path=ppt/tags/tag489.xml><?xml version="1.0" encoding="utf-8"?>
<p:tagLst xmlns:p="http://schemas.openxmlformats.org/presentationml/2006/main">
  <p:tag name="COPYRIGHT" val="【作者微信：wcas00】"/>
</p:tagLst>
</file>

<file path=ppt/tags/tag490.xml><?xml version="1.0" encoding="utf-8"?>
<p:tagLst xmlns:p="http://schemas.openxmlformats.org/presentationml/2006/main">
  <p:tag name="COPYRIGHT" val="【作者微信：wcas00】"/>
</p:tagLst>
</file>

<file path=ppt/tags/tag491.xml><?xml version="1.0" encoding="utf-8"?>
<p:tagLst xmlns:p="http://schemas.openxmlformats.org/presentationml/2006/main">
  <p:tag name="COPYRIGHT" val="【作者微信：wcas00】"/>
</p:tagLst>
</file>

<file path=ppt/tags/tag492.xml><?xml version="1.0" encoding="utf-8"?>
<p:tagLst xmlns:p="http://schemas.openxmlformats.org/presentationml/2006/main">
  <p:tag name="COPYRIGHT" val="【作者微信：wcas00】"/>
</p:tagLst>
</file>

<file path=ppt/tags/tag493.xml><?xml version="1.0" encoding="utf-8"?>
<p:tagLst xmlns:p="http://schemas.openxmlformats.org/presentationml/2006/main">
  <p:tag name="COPYRIGHT" val="【作者微信：wcas00】"/>
</p:tagLst>
</file>

<file path=ppt/tags/tag494.xml><?xml version="1.0" encoding="utf-8"?>
<p:tagLst xmlns:p="http://schemas.openxmlformats.org/presentationml/2006/main">
  <p:tag name="COPYRIGHT" val="【作者微信：wcas00】"/>
</p:tagLst>
</file>

<file path=ppt/tags/tag495.xml><?xml version="1.0" encoding="utf-8"?>
<p:tagLst xmlns:p="http://schemas.openxmlformats.org/presentationml/2006/main">
  <p:tag name="COPYRIGHT" val="【作者微信：wcas00】"/>
</p:tagLst>
</file>

<file path=ppt/tags/tag496.xml><?xml version="1.0" encoding="utf-8"?>
<p:tagLst xmlns:p="http://schemas.openxmlformats.org/presentationml/2006/main">
  <p:tag name="COPYRIGHT" val="【作者微信：wcas00】"/>
</p:tagLst>
</file>

<file path=ppt/tags/tag497.xml><?xml version="1.0" encoding="utf-8"?>
<p:tagLst xmlns:p="http://schemas.openxmlformats.org/presentationml/2006/main">
  <p:tag name="COPYRIGHT" val="【作者微信：wcas00】"/>
</p:tagLst>
</file>

<file path=ppt/tags/tag498.xml><?xml version="1.0" encoding="utf-8"?>
<p:tagLst xmlns:p="http://schemas.openxmlformats.org/presentationml/2006/main">
  <p:tag name="COPYRIGHT" val="【作者微信：wcas00】"/>
</p:tagLst>
</file>

<file path=ppt/tags/tag499.xml><?xml version="1.0" encoding="utf-8"?>
<p:tagLst xmlns:p="http://schemas.openxmlformats.org/presentationml/2006/main">
  <p:tag name="COPYRIGHT" val="【作者微信：wcas00】"/>
</p:tagLst>
</file>

<file path=ppt/tags/tag500.xml><?xml version="1.0" encoding="utf-8"?>
<p:tagLst xmlns:p="http://schemas.openxmlformats.org/presentationml/2006/main">
  <p:tag name="COPYRIGHT" val="【作者微信：wcas00】"/>
</p:tagLst>
</file>

<file path=ppt/tags/tag501.xml><?xml version="1.0" encoding="utf-8"?>
<p:tagLst xmlns:p="http://schemas.openxmlformats.org/presentationml/2006/main">
  <p:tag name="COPYRIGHT" val="【作者微信：wcas00】"/>
</p:tagLst>
</file>

<file path=ppt/tags/tag502.xml><?xml version="1.0" encoding="utf-8"?>
<p:tagLst xmlns:p="http://schemas.openxmlformats.org/presentationml/2006/main">
  <p:tag name="COPYRIGHT" val="【作者微信：wcas00】"/>
</p:tagLst>
</file>

<file path=ppt/tags/tag503.xml><?xml version="1.0" encoding="utf-8"?>
<p:tagLst xmlns:p="http://schemas.openxmlformats.org/presentationml/2006/main">
  <p:tag name="COPYRIGHT" val="【作者微信：wcas00】"/>
</p:tagLst>
</file>

<file path=ppt/tags/tag504.xml><?xml version="1.0" encoding="utf-8"?>
<p:tagLst xmlns:p="http://schemas.openxmlformats.org/presentationml/2006/main">
  <p:tag name="COPYRIGHT" val="【作者微信：wcas00】"/>
</p:tagLst>
</file>

<file path=ppt/tags/tag505.xml><?xml version="1.0" encoding="utf-8"?>
<p:tagLst xmlns:p="http://schemas.openxmlformats.org/presentationml/2006/main">
  <p:tag name="COPYRIGHT" val="【作者微信：wcas00】"/>
</p:tagLst>
</file>

<file path=ppt/tags/tag506.xml><?xml version="1.0" encoding="utf-8"?>
<p:tagLst xmlns:p="http://schemas.openxmlformats.org/presentationml/2006/main">
  <p:tag name="COPYRIGHT" val="【作者微信：wcas00】"/>
</p:tagLst>
</file>

<file path=ppt/tags/tag507.xml><?xml version="1.0" encoding="utf-8"?>
<p:tagLst xmlns:p="http://schemas.openxmlformats.org/presentationml/2006/main">
  <p:tag name="COPYRIGHT" val="【作者微信：wcas00】"/>
</p:tagLst>
</file>

<file path=ppt/tags/tag508.xml><?xml version="1.0" encoding="utf-8"?>
<p:tagLst xmlns:p="http://schemas.openxmlformats.org/presentationml/2006/main">
  <p:tag name="COPYRIGHT" val="【作者微信：wcas00】"/>
</p:tagLst>
</file>

<file path=ppt/tags/tag509.xml><?xml version="1.0" encoding="utf-8"?>
<p:tagLst xmlns:p="http://schemas.openxmlformats.org/presentationml/2006/main">
  <p:tag name="COPYRIGHT" val="【作者微信：wcas00】"/>
</p:tagLst>
</file>

<file path=ppt/tags/tag510.xml><?xml version="1.0" encoding="utf-8"?>
<p:tagLst xmlns:p="http://schemas.openxmlformats.org/presentationml/2006/main">
  <p:tag name="COPYRIGHT" val="【作者微信：wcas00】"/>
</p:tagLst>
</file>

<file path=ppt/tags/tag511.xml><?xml version="1.0" encoding="utf-8"?>
<p:tagLst xmlns:p="http://schemas.openxmlformats.org/presentationml/2006/main">
  <p:tag name="COPYRIGHT" val="【作者微信：wcas00】"/>
</p:tagLst>
</file>

<file path=ppt/tags/tag512.xml><?xml version="1.0" encoding="utf-8"?>
<p:tagLst xmlns:p="http://schemas.openxmlformats.org/presentationml/2006/main">
  <p:tag name="COPYRIGHT" val="【作者微信：wcas00】"/>
</p:tagLst>
</file>

<file path=ppt/tags/tag513.xml><?xml version="1.0" encoding="utf-8"?>
<p:tagLst xmlns:p="http://schemas.openxmlformats.org/presentationml/2006/main">
  <p:tag name="COPYRIGHT" val="【作者微信：wcas00】"/>
</p:tagLst>
</file>

<file path=ppt/tags/tag514.xml><?xml version="1.0" encoding="utf-8"?>
<p:tagLst xmlns:p="http://schemas.openxmlformats.org/presentationml/2006/main">
  <p:tag name="COPYRIGHT" val="【作者微信：wcas00】"/>
</p:tagLst>
</file>

<file path=ppt/tags/tag515.xml><?xml version="1.0" encoding="utf-8"?>
<p:tagLst xmlns:p="http://schemas.openxmlformats.org/presentationml/2006/main">
  <p:tag name="COPYRIGHT" val="【作者微信：wcas00】"/>
</p:tagLst>
</file>

<file path=ppt/tags/tag516.xml><?xml version="1.0" encoding="utf-8"?>
<p:tagLst xmlns:p="http://schemas.openxmlformats.org/presentationml/2006/main">
  <p:tag name="COPYRIGHT" val="【作者微信：wcas00】"/>
</p:tagLst>
</file>

<file path=ppt/tags/tag517.xml><?xml version="1.0" encoding="utf-8"?>
<p:tagLst xmlns:p="http://schemas.openxmlformats.org/presentationml/2006/main">
  <p:tag name="COPYRIGHT" val="【作者微信：wcas00】"/>
</p:tagLst>
</file>

<file path=ppt/tags/tag518.xml><?xml version="1.0" encoding="utf-8"?>
<p:tagLst xmlns:p="http://schemas.openxmlformats.org/presentationml/2006/main">
  <p:tag name="COPYRIGHT" val="【作者微信：wcas00】"/>
</p:tagLst>
</file>

<file path=ppt/tags/tag519.xml><?xml version="1.0" encoding="utf-8"?>
<p:tagLst xmlns:p="http://schemas.openxmlformats.org/presentationml/2006/main">
  <p:tag name="COPYRIGHT" val="【作者微信：wcas00】"/>
</p:tagLst>
</file>

<file path=ppt/tags/tag520.xml><?xml version="1.0" encoding="utf-8"?>
<p:tagLst xmlns:p="http://schemas.openxmlformats.org/presentationml/2006/main">
  <p:tag name="COPYRIGHT" val="【作者微信：wcas00】"/>
</p:tagLst>
</file>

<file path=ppt/tags/tag521.xml><?xml version="1.0" encoding="utf-8"?>
<p:tagLst xmlns:p="http://schemas.openxmlformats.org/presentationml/2006/main">
  <p:tag name="COPYRIGHT" val="【作者微信：wcas00】"/>
</p:tagLst>
</file>

<file path=ppt/tags/tag522.xml><?xml version="1.0" encoding="utf-8"?>
<p:tagLst xmlns:p="http://schemas.openxmlformats.org/presentationml/2006/main">
  <p:tag name="COPYRIGHT" val="【作者微信：wcas00】"/>
</p:tagLst>
</file>

<file path=ppt/tags/tag523.xml><?xml version="1.0" encoding="utf-8"?>
<p:tagLst xmlns:p="http://schemas.openxmlformats.org/presentationml/2006/main">
  <p:tag name="COPYRIGHT" val="【作者微信：wcas00】"/>
</p:tagLst>
</file>

<file path=ppt/tags/tag524.xml><?xml version="1.0" encoding="utf-8"?>
<p:tagLst xmlns:p="http://schemas.openxmlformats.org/presentationml/2006/main">
  <p:tag name="COPYRIGHT" val="【作者微信：wcas00】"/>
</p:tagLst>
</file>

<file path=ppt/tags/tag525.xml><?xml version="1.0" encoding="utf-8"?>
<p:tagLst xmlns:p="http://schemas.openxmlformats.org/presentationml/2006/main">
  <p:tag name="COPYRIGHT" val="【作者微信：wcas00】"/>
</p:tagLst>
</file>

<file path=ppt/tags/tag526.xml><?xml version="1.0" encoding="utf-8"?>
<p:tagLst xmlns:p="http://schemas.openxmlformats.org/presentationml/2006/main">
  <p:tag name="COPYRIGHT" val="【作者微信：wcas00】"/>
</p:tagLst>
</file>

<file path=ppt/tags/tag527.xml><?xml version="1.0" encoding="utf-8"?>
<p:tagLst xmlns:p="http://schemas.openxmlformats.org/presentationml/2006/main">
  <p:tag name="COPYRIGHT" val="【作者微信：wcas00】"/>
</p:tagLst>
</file>

<file path=ppt/tags/tag528.xml><?xml version="1.0" encoding="utf-8"?>
<p:tagLst xmlns:p="http://schemas.openxmlformats.org/presentationml/2006/main">
  <p:tag name="COPYRIGHT" val="【作者微信：wcas00】"/>
</p:tagLst>
</file>

<file path=ppt/tags/tag529.xml><?xml version="1.0" encoding="utf-8"?>
<p:tagLst xmlns:p="http://schemas.openxmlformats.org/presentationml/2006/main">
  <p:tag name="COPYRIGHT" val="【作者微信：wcas00】"/>
</p:tagLst>
</file>

<file path=ppt/tags/tag530.xml><?xml version="1.0" encoding="utf-8"?>
<p:tagLst xmlns:p="http://schemas.openxmlformats.org/presentationml/2006/main">
  <p:tag name="COPYRIGHT" val="【作者微信：wcas00】"/>
</p:tagLst>
</file>

<file path=ppt/tags/tag531.xml><?xml version="1.0" encoding="utf-8"?>
<p:tagLst xmlns:p="http://schemas.openxmlformats.org/presentationml/2006/main">
  <p:tag name="COPYRIGHT" val="【作者微信：wcas00】"/>
</p:tagLst>
</file>

<file path=ppt/tags/tag532.xml><?xml version="1.0" encoding="utf-8"?>
<p:tagLst xmlns:p="http://schemas.openxmlformats.org/presentationml/2006/main">
  <p:tag name="COPYRIGHT" val="【作者微信：wcas00】"/>
</p:tagLst>
</file>

<file path=ppt/tags/tag533.xml><?xml version="1.0" encoding="utf-8"?>
<p:tagLst xmlns:p="http://schemas.openxmlformats.org/presentationml/2006/main">
  <p:tag name="COPYRIGHT" val="【作者微信：wcas00】"/>
</p:tagLst>
</file>

<file path=ppt/tags/tag534.xml><?xml version="1.0" encoding="utf-8"?>
<p:tagLst xmlns:p="http://schemas.openxmlformats.org/presentationml/2006/main">
  <p:tag name="COPYRIGHT" val="【作者微信：wcas00】"/>
</p:tagLst>
</file>

<file path=ppt/tags/tag535.xml><?xml version="1.0" encoding="utf-8"?>
<p:tagLst xmlns:p="http://schemas.openxmlformats.org/presentationml/2006/main">
  <p:tag name="COPYRIGHT" val="【作者微信：wcas00】"/>
</p:tagLst>
</file>

<file path=ppt/tags/tag536.xml><?xml version="1.0" encoding="utf-8"?>
<p:tagLst xmlns:p="http://schemas.openxmlformats.org/presentationml/2006/main">
  <p:tag name="COPYRIGHT" val="【作者微信：wcas00】"/>
</p:tagLst>
</file>

<file path=ppt/tags/tag537.xml><?xml version="1.0" encoding="utf-8"?>
<p:tagLst xmlns:p="http://schemas.openxmlformats.org/presentationml/2006/main">
  <p:tag name="COPYRIGHT" val="【作者微信：wcas00】"/>
</p:tagLst>
</file>

<file path=ppt/tags/tag538.xml><?xml version="1.0" encoding="utf-8"?>
<p:tagLst xmlns:p="http://schemas.openxmlformats.org/presentationml/2006/main">
  <p:tag name="COPYRIGHT" val="【作者微信：wcas00】"/>
</p:tagLst>
</file>

<file path=ppt/tags/tag539.xml><?xml version="1.0" encoding="utf-8"?>
<p:tagLst xmlns:p="http://schemas.openxmlformats.org/presentationml/2006/main">
  <p:tag name="COPYRIGHT" val="【作者微信：wcas00】"/>
</p:tagLst>
</file>

<file path=ppt/tags/tag540.xml><?xml version="1.0" encoding="utf-8"?>
<p:tagLst xmlns:p="http://schemas.openxmlformats.org/presentationml/2006/main">
  <p:tag name="COPYRIGHT" val="【作者微信：wcas00】"/>
</p:tagLst>
</file>

<file path=ppt/tags/tag541.xml><?xml version="1.0" encoding="utf-8"?>
<p:tagLst xmlns:p="http://schemas.openxmlformats.org/presentationml/2006/main">
  <p:tag name="COPYRIGHT" val="【作者微信：wcas00】"/>
</p:tagLst>
</file>

<file path=ppt/tags/tag542.xml><?xml version="1.0" encoding="utf-8"?>
<p:tagLst xmlns:p="http://schemas.openxmlformats.org/presentationml/2006/main">
  <p:tag name="COPYRIGHT" val="【作者微信：wcas00】"/>
</p:tagLst>
</file>

<file path=ppt/tags/tag543.xml><?xml version="1.0" encoding="utf-8"?>
<p:tagLst xmlns:p="http://schemas.openxmlformats.org/presentationml/2006/main">
  <p:tag name="COPYRIGHT" val="【作者微信：wcas00】"/>
</p:tagLst>
</file>

<file path=ppt/tags/tag544.xml><?xml version="1.0" encoding="utf-8"?>
<p:tagLst xmlns:p="http://schemas.openxmlformats.org/presentationml/2006/main">
  <p:tag name="COPYRIGHT" val="【作者微信：wcas00】"/>
</p:tagLst>
</file>

<file path=ppt/tags/tag545.xml><?xml version="1.0" encoding="utf-8"?>
<p:tagLst xmlns:p="http://schemas.openxmlformats.org/presentationml/2006/main">
  <p:tag name="COPYRIGHT" val="【作者微信：wcas00】"/>
</p:tagLst>
</file>

<file path=ppt/tags/tag546.xml><?xml version="1.0" encoding="utf-8"?>
<p:tagLst xmlns:p="http://schemas.openxmlformats.org/presentationml/2006/main">
  <p:tag name="COPYRIGHT" val="【作者微信：wcas00】"/>
</p:tagLst>
</file>

<file path=ppt/tags/tag547.xml><?xml version="1.0" encoding="utf-8"?>
<p:tagLst xmlns:p="http://schemas.openxmlformats.org/presentationml/2006/main">
  <p:tag name="COPYRIGHT" val="【作者微信：wcas00】"/>
</p:tagLst>
</file>

<file path=ppt/tags/tag548.xml><?xml version="1.0" encoding="utf-8"?>
<p:tagLst xmlns:p="http://schemas.openxmlformats.org/presentationml/2006/main">
  <p:tag name="COPYRIGHT" val="【作者微信：wcas00】"/>
</p:tagLst>
</file>

<file path=ppt/tags/tag549.xml><?xml version="1.0" encoding="utf-8"?>
<p:tagLst xmlns:p="http://schemas.openxmlformats.org/presentationml/2006/main">
  <p:tag name="COPYRIGHT" val="【作者微信：wcas00】"/>
</p:tagLst>
</file>

<file path=ppt/tags/tag550.xml><?xml version="1.0" encoding="utf-8"?>
<p:tagLst xmlns:p="http://schemas.openxmlformats.org/presentationml/2006/main">
  <p:tag name="COPYRIGHT" val="【作者微信：wcas00】"/>
</p:tagLst>
</file>

<file path=ppt/tags/tag551.xml><?xml version="1.0" encoding="utf-8"?>
<p:tagLst xmlns:p="http://schemas.openxmlformats.org/presentationml/2006/main">
  <p:tag name="COPYRIGHT" val="【作者微信：wcas00】"/>
</p:tagLst>
</file>

<file path=ppt/tags/tag552.xml><?xml version="1.0" encoding="utf-8"?>
<p:tagLst xmlns:p="http://schemas.openxmlformats.org/presentationml/2006/main">
  <p:tag name="COPYRIGHT" val="【作者微信：wcas00】"/>
</p:tagLst>
</file>

<file path=ppt/tags/tag553.xml><?xml version="1.0" encoding="utf-8"?>
<p:tagLst xmlns:p="http://schemas.openxmlformats.org/presentationml/2006/main">
  <p:tag name="COPYRIGHT" val="【作者微信：wcas00】"/>
</p:tagLst>
</file>

<file path=ppt/tags/tag554.xml><?xml version="1.0" encoding="utf-8"?>
<p:tagLst xmlns:p="http://schemas.openxmlformats.org/presentationml/2006/main">
  <p:tag name="COPYRIGHT" val="【作者微信：wcas00】"/>
</p:tagLst>
</file>

<file path=ppt/tags/tag555.xml><?xml version="1.0" encoding="utf-8"?>
<p:tagLst xmlns:p="http://schemas.openxmlformats.org/presentationml/2006/main">
  <p:tag name="COPYRIGHT" val="【作者微信：wcas00】"/>
</p:tagLst>
</file>

<file path=ppt/tags/tag556.xml><?xml version="1.0" encoding="utf-8"?>
<p:tagLst xmlns:p="http://schemas.openxmlformats.org/presentationml/2006/main">
  <p:tag name="COPYRIGHT" val="【作者微信：wcas00】"/>
</p:tagLst>
</file>

<file path=ppt/tags/tag557.xml><?xml version="1.0" encoding="utf-8"?>
<p:tagLst xmlns:p="http://schemas.openxmlformats.org/presentationml/2006/main">
  <p:tag name="COPYRIGHT" val="【作者微信：wcas00】"/>
</p:tagLst>
</file>

<file path=ppt/tags/tag558.xml><?xml version="1.0" encoding="utf-8"?>
<p:tagLst xmlns:p="http://schemas.openxmlformats.org/presentationml/2006/main">
  <p:tag name="COPYRIGHT" val="【作者微信：wcas00】"/>
</p:tagLst>
</file>

<file path=ppt/tags/tag559.xml><?xml version="1.0" encoding="utf-8"?>
<p:tagLst xmlns:p="http://schemas.openxmlformats.org/presentationml/2006/main">
  <p:tag name="COPYRIGHT" val="【作者微信：wcas00】"/>
</p:tagLst>
</file>

<file path=ppt/tags/tag560.xml><?xml version="1.0" encoding="utf-8"?>
<p:tagLst xmlns:p="http://schemas.openxmlformats.org/presentationml/2006/main">
  <p:tag name="COPYRIGHT" val="【作者微信：wcas00】"/>
</p:tagLst>
</file>

<file path=ppt/tags/tag561.xml><?xml version="1.0" encoding="utf-8"?>
<p:tagLst xmlns:p="http://schemas.openxmlformats.org/presentationml/2006/main">
  <p:tag name="COPYRIGHT" val="【作者微信：wcas00】"/>
</p:tagLst>
</file>

<file path=ppt/tags/tag562.xml><?xml version="1.0" encoding="utf-8"?>
<p:tagLst xmlns:p="http://schemas.openxmlformats.org/presentationml/2006/main">
  <p:tag name="COPYRIGHT" val="【作者微信：wcas00】"/>
</p:tagLst>
</file>

<file path=ppt/tags/tag563.xml><?xml version="1.0" encoding="utf-8"?>
<p:tagLst xmlns:p="http://schemas.openxmlformats.org/presentationml/2006/main">
  <p:tag name="COPYRIGHT" val="【作者微信：wcas00】"/>
</p:tagLst>
</file>

<file path=ppt/tags/tag564.xml><?xml version="1.0" encoding="utf-8"?>
<p:tagLst xmlns:p="http://schemas.openxmlformats.org/presentationml/2006/main">
  <p:tag name="COPYRIGHT" val="【作者微信：wcas00】"/>
</p:tagLst>
</file>

<file path=ppt/tags/tag565.xml><?xml version="1.0" encoding="utf-8"?>
<p:tagLst xmlns:p="http://schemas.openxmlformats.org/presentationml/2006/main">
  <p:tag name="COPYRIGHT" val="【作者微信：wcas00】"/>
</p:tagLst>
</file>

<file path=ppt/tags/tag566.xml><?xml version="1.0" encoding="utf-8"?>
<p:tagLst xmlns:p="http://schemas.openxmlformats.org/presentationml/2006/main">
  <p:tag name="COPYRIGHT" val="【作者微信：wcas00】"/>
</p:tagLst>
</file>

<file path=ppt/tags/tag567.xml><?xml version="1.0" encoding="utf-8"?>
<p:tagLst xmlns:p="http://schemas.openxmlformats.org/presentationml/2006/main">
  <p:tag name="COPYRIGHT" val="【作者微信：wcas00】"/>
</p:tagLst>
</file>

<file path=ppt/tags/tag568.xml><?xml version="1.0" encoding="utf-8"?>
<p:tagLst xmlns:p="http://schemas.openxmlformats.org/presentationml/2006/main">
  <p:tag name="COPYRIGHT" val="【作者微信：wcas00】"/>
</p:tagLst>
</file>

<file path=ppt/tags/tag569.xml><?xml version="1.0" encoding="utf-8"?>
<p:tagLst xmlns:p="http://schemas.openxmlformats.org/presentationml/2006/main">
  <p:tag name="COPYRIGHT" val="【作者微信：wcas00】"/>
</p:tagLst>
</file>

<file path=ppt/tags/tag570.xml><?xml version="1.0" encoding="utf-8"?>
<p:tagLst xmlns:p="http://schemas.openxmlformats.org/presentationml/2006/main">
  <p:tag name="COPYRIGHT" val="【作者微信：wcas00】"/>
</p:tagLst>
</file>

<file path=ppt/tags/tag571.xml><?xml version="1.0" encoding="utf-8"?>
<p:tagLst xmlns:p="http://schemas.openxmlformats.org/presentationml/2006/main">
  <p:tag name="COPYRIGHT" val="【作者微信：wcas00】"/>
</p:tagLst>
</file>

<file path=ppt/tags/tag572.xml><?xml version="1.0" encoding="utf-8"?>
<p:tagLst xmlns:p="http://schemas.openxmlformats.org/presentationml/2006/main">
  <p:tag name="COPYRIGHT" val="【作者微信：wcas00】"/>
</p:tagLst>
</file>

<file path=ppt/tags/tag573.xml><?xml version="1.0" encoding="utf-8"?>
<p:tagLst xmlns:p="http://schemas.openxmlformats.org/presentationml/2006/main">
  <p:tag name="COPYRIGHT" val="【作者微信：wcas00】"/>
</p:tagLst>
</file>

<file path=ppt/tags/tag574.xml><?xml version="1.0" encoding="utf-8"?>
<p:tagLst xmlns:p="http://schemas.openxmlformats.org/presentationml/2006/main">
  <p:tag name="COPYRIGHT" val="【作者微信：wcas00】"/>
</p:tagLst>
</file>

<file path=ppt/tags/tag575.xml><?xml version="1.0" encoding="utf-8"?>
<p:tagLst xmlns:p="http://schemas.openxmlformats.org/presentationml/2006/main">
  <p:tag name="COPYRIGHT" val="【作者微信：wcas00】"/>
</p:tagLst>
</file>

<file path=ppt/tags/tag576.xml><?xml version="1.0" encoding="utf-8"?>
<p:tagLst xmlns:p="http://schemas.openxmlformats.org/presentationml/2006/main">
  <p:tag name="COPYRIGHT" val="【作者微信：wcas00】"/>
</p:tagLst>
</file>

<file path=ppt/tags/tag577.xml><?xml version="1.0" encoding="utf-8"?>
<p:tagLst xmlns:p="http://schemas.openxmlformats.org/presentationml/2006/main">
  <p:tag name="COPYRIGHT" val="【作者微信：wcas00】"/>
</p:tagLst>
</file>

<file path=ppt/tags/tag578.xml><?xml version="1.0" encoding="utf-8"?>
<p:tagLst xmlns:p="http://schemas.openxmlformats.org/presentationml/2006/main">
  <p:tag name="COPYRIGHT" val="【作者微信：wcas00】"/>
</p:tagLst>
</file>

<file path=ppt/tags/tag579.xml><?xml version="1.0" encoding="utf-8"?>
<p:tagLst xmlns:p="http://schemas.openxmlformats.org/presentationml/2006/main">
  <p:tag name="COPYRIGHT" val="【作者微信：wcas00】"/>
</p:tagLst>
</file>

<file path=ppt/tags/tag580.xml><?xml version="1.0" encoding="utf-8"?>
<p:tagLst xmlns:p="http://schemas.openxmlformats.org/presentationml/2006/main">
  <p:tag name="COPYRIGHT" val="【作者微信：wcas00】"/>
</p:tagLst>
</file>

<file path=ppt/tags/tag581.xml><?xml version="1.0" encoding="utf-8"?>
<p:tagLst xmlns:p="http://schemas.openxmlformats.org/presentationml/2006/main">
  <p:tag name="COPYRIGHT" val="【作者微信：wcas00】"/>
</p:tagLst>
</file>

<file path=ppt/tags/tag582.xml><?xml version="1.0" encoding="utf-8"?>
<p:tagLst xmlns:p="http://schemas.openxmlformats.org/presentationml/2006/main">
  <p:tag name="COPYRIGHT" val="【作者微信：wcas00】"/>
</p:tagLst>
</file>

<file path=ppt/tags/tag583.xml><?xml version="1.0" encoding="utf-8"?>
<p:tagLst xmlns:p="http://schemas.openxmlformats.org/presentationml/2006/main">
  <p:tag name="COPYRIGHT" val="【作者微信：wcas00】"/>
</p:tagLst>
</file>

<file path=ppt/tags/tag584.xml><?xml version="1.0" encoding="utf-8"?>
<p:tagLst xmlns:p="http://schemas.openxmlformats.org/presentationml/2006/main">
  <p:tag name="COPYRIGHT" val="【作者微信：wcas00】"/>
</p:tagLst>
</file>

<file path=ppt/tags/tag585.xml><?xml version="1.0" encoding="utf-8"?>
<p:tagLst xmlns:p="http://schemas.openxmlformats.org/presentationml/2006/main">
  <p:tag name="COPYRIGHT" val="【作者微信：wcas00】"/>
</p:tagLst>
</file>

<file path=ppt/tags/tag586.xml><?xml version="1.0" encoding="utf-8"?>
<p:tagLst xmlns:p="http://schemas.openxmlformats.org/presentationml/2006/main">
  <p:tag name="COPYRIGHT" val="【作者微信：wcas00】"/>
</p:tagLst>
</file>

<file path=ppt/tags/tag587.xml><?xml version="1.0" encoding="utf-8"?>
<p:tagLst xmlns:p="http://schemas.openxmlformats.org/presentationml/2006/main">
  <p:tag name="COPYRIGHT" val="【作者微信：wcas00】"/>
</p:tagLst>
</file>

<file path=ppt/tags/tag588.xml><?xml version="1.0" encoding="utf-8"?>
<p:tagLst xmlns:p="http://schemas.openxmlformats.org/presentationml/2006/main">
  <p:tag name="COPYRIGHT" val="【作者微信：wcas00】"/>
</p:tagLst>
</file>

<file path=ppt/tags/tag589.xml><?xml version="1.0" encoding="utf-8"?>
<p:tagLst xmlns:p="http://schemas.openxmlformats.org/presentationml/2006/main">
  <p:tag name="COPYRIGHT" val="【作者微信：wcas00】"/>
</p:tagLst>
</file>

<file path=ppt/tags/tag590.xml><?xml version="1.0" encoding="utf-8"?>
<p:tagLst xmlns:p="http://schemas.openxmlformats.org/presentationml/2006/main">
  <p:tag name="COPYRIGHT" val="【作者微信：wcas00】"/>
</p:tagLst>
</file>

<file path=ppt/tags/tag591.xml><?xml version="1.0" encoding="utf-8"?>
<p:tagLst xmlns:p="http://schemas.openxmlformats.org/presentationml/2006/main">
  <p:tag name="COPYRIGHT" val="【作者微信：wcas00】"/>
</p:tagLst>
</file>

<file path=ppt/tags/tag592.xml><?xml version="1.0" encoding="utf-8"?>
<p:tagLst xmlns:p="http://schemas.openxmlformats.org/presentationml/2006/main">
  <p:tag name="COPYRIGHT" val="【作者微信：wcas00】"/>
</p:tagLst>
</file>

<file path=ppt/tags/tag593.xml><?xml version="1.0" encoding="utf-8"?>
<p:tagLst xmlns:p="http://schemas.openxmlformats.org/presentationml/2006/main">
  <p:tag name="COPYRIGHT" val="【作者微信：wcas00】"/>
</p:tagLst>
</file>

<file path=ppt/tags/tag594.xml><?xml version="1.0" encoding="utf-8"?>
<p:tagLst xmlns:p="http://schemas.openxmlformats.org/presentationml/2006/main">
  <p:tag name="COPYRIGHT" val="【作者微信：wcas00】"/>
</p:tagLst>
</file>

<file path=ppt/tags/tag595.xml><?xml version="1.0" encoding="utf-8"?>
<p:tagLst xmlns:p="http://schemas.openxmlformats.org/presentationml/2006/main">
  <p:tag name="COPYRIGHT" val="【作者微信：wcas00】"/>
</p:tagLst>
</file>

<file path=ppt/tags/tag596.xml><?xml version="1.0" encoding="utf-8"?>
<p:tagLst xmlns:p="http://schemas.openxmlformats.org/presentationml/2006/main">
  <p:tag name="COPYRIGHT" val="【作者微信：wcas00】"/>
</p:tagLst>
</file>

<file path=ppt/tags/tag597.xml><?xml version="1.0" encoding="utf-8"?>
<p:tagLst xmlns:p="http://schemas.openxmlformats.org/presentationml/2006/main">
  <p:tag name="COPYRIGHT" val="【作者微信：wcas00】"/>
</p:tagLst>
</file>

<file path=ppt/tags/tag598.xml><?xml version="1.0" encoding="utf-8"?>
<p:tagLst xmlns:p="http://schemas.openxmlformats.org/presentationml/2006/main">
  <p:tag name="COPYRIGHT" val="【作者微信：wcas00】"/>
</p:tagLst>
</file>

<file path=ppt/tags/tag599.xml><?xml version="1.0" encoding="utf-8"?>
<p:tagLst xmlns:p="http://schemas.openxmlformats.org/presentationml/2006/main">
  <p:tag name="COPYRIGHT" val="【作者微信：wcas00】"/>
</p:tagLst>
</file>

<file path=ppt/tags/tag600.xml><?xml version="1.0" encoding="utf-8"?>
<p:tagLst xmlns:p="http://schemas.openxmlformats.org/presentationml/2006/main">
  <p:tag name="COPYRIGHT" val="【作者微信：wcas00】"/>
</p:tagLst>
</file>

<file path=ppt/tags/tag601.xml><?xml version="1.0" encoding="utf-8"?>
<p:tagLst xmlns:p="http://schemas.openxmlformats.org/presentationml/2006/main">
  <p:tag name="COPYRIGHT" val="【作者微信：wcas00】"/>
</p:tagLst>
</file>

<file path=ppt/tags/tag602.xml><?xml version="1.0" encoding="utf-8"?>
<p:tagLst xmlns:p="http://schemas.openxmlformats.org/presentationml/2006/main">
  <p:tag name="COPYRIGHT" val="【作者微信：wcas00】"/>
</p:tagLst>
</file>

<file path=ppt/tags/tag603.xml><?xml version="1.0" encoding="utf-8"?>
<p:tagLst xmlns:p="http://schemas.openxmlformats.org/presentationml/2006/main">
  <p:tag name="COPYRIGHT" val="【作者微信：wcas00】"/>
</p:tagLst>
</file>

<file path=ppt/tags/tag604.xml><?xml version="1.0" encoding="utf-8"?>
<p:tagLst xmlns:p="http://schemas.openxmlformats.org/presentationml/2006/main">
  <p:tag name="COPYRIGHT" val="【作者微信：wcas00】"/>
</p:tagLst>
</file>

<file path=ppt/tags/tag605.xml><?xml version="1.0" encoding="utf-8"?>
<p:tagLst xmlns:p="http://schemas.openxmlformats.org/presentationml/2006/main">
  <p:tag name="COPYRIGHT" val="【作者微信：wcas00】"/>
</p:tagLst>
</file>

<file path=ppt/tags/tag606.xml><?xml version="1.0" encoding="utf-8"?>
<p:tagLst xmlns:p="http://schemas.openxmlformats.org/presentationml/2006/main">
  <p:tag name="COPYRIGHT" val="【作者微信：wcas00】"/>
</p:tagLst>
</file>

<file path=ppt/tags/tag607.xml><?xml version="1.0" encoding="utf-8"?>
<p:tagLst xmlns:p="http://schemas.openxmlformats.org/presentationml/2006/main">
  <p:tag name="COPYRIGHT" val="【作者微信：wcas00】"/>
</p:tagLst>
</file>

<file path=ppt/tags/tag608.xml><?xml version="1.0" encoding="utf-8"?>
<p:tagLst xmlns:p="http://schemas.openxmlformats.org/presentationml/2006/main">
  <p:tag name="COPYRIGHT" val="【作者微信：wcas00】"/>
</p:tagLst>
</file>

<file path=ppt/tags/tag609.xml><?xml version="1.0" encoding="utf-8"?>
<p:tagLst xmlns:p="http://schemas.openxmlformats.org/presentationml/2006/main">
  <p:tag name="COPYRIGHT" val="【作者微信：wcas00】"/>
</p:tagLst>
</file>

<file path=ppt/tags/tag610.xml><?xml version="1.0" encoding="utf-8"?>
<p:tagLst xmlns:p="http://schemas.openxmlformats.org/presentationml/2006/main">
  <p:tag name="COPYRIGHT" val="【作者微信：wcas00】"/>
</p:tagLst>
</file>

<file path=ppt/tags/tag611.xml><?xml version="1.0" encoding="utf-8"?>
<p:tagLst xmlns:p="http://schemas.openxmlformats.org/presentationml/2006/main">
  <p:tag name="COPYRIGHT" val="【作者微信：wcas00】"/>
</p:tagLst>
</file>

<file path=ppt/tags/tag612.xml><?xml version="1.0" encoding="utf-8"?>
<p:tagLst xmlns:p="http://schemas.openxmlformats.org/presentationml/2006/main">
  <p:tag name="COPYRIGHT" val="【作者微信：wcas00】"/>
</p:tagLst>
</file>

<file path=ppt/tags/tag613.xml><?xml version="1.0" encoding="utf-8"?>
<p:tagLst xmlns:p="http://schemas.openxmlformats.org/presentationml/2006/main">
  <p:tag name="COPYRIGHT" val="【作者微信：wcas00】"/>
</p:tagLst>
</file>

<file path=ppt/tags/tag614.xml><?xml version="1.0" encoding="utf-8"?>
<p:tagLst xmlns:p="http://schemas.openxmlformats.org/presentationml/2006/main">
  <p:tag name="COPYRIGHT" val="【作者微信：wcas00】"/>
</p:tagLst>
</file>

<file path=ppt/tags/tag615.xml><?xml version="1.0" encoding="utf-8"?>
<p:tagLst xmlns:p="http://schemas.openxmlformats.org/presentationml/2006/main">
  <p:tag name="COPYRIGHT" val="【作者微信：wcas00】"/>
</p:tagLst>
</file>

<file path=ppt/tags/tag616.xml><?xml version="1.0" encoding="utf-8"?>
<p:tagLst xmlns:p="http://schemas.openxmlformats.org/presentationml/2006/main">
  <p:tag name="COPYRIGHT" val="【作者微信：wcas00】"/>
</p:tagLst>
</file>

<file path=ppt/tags/tag617.xml><?xml version="1.0" encoding="utf-8"?>
<p:tagLst xmlns:p="http://schemas.openxmlformats.org/presentationml/2006/main">
  <p:tag name="COPYRIGHT" val="【作者微信：wcas00】"/>
</p:tagLst>
</file>

<file path=ppt/tags/tag618.xml><?xml version="1.0" encoding="utf-8"?>
<p:tagLst xmlns:p="http://schemas.openxmlformats.org/presentationml/2006/main">
  <p:tag name="COPYRIGHT" val="【作者微信：wcas00】"/>
</p:tagLst>
</file>

<file path=ppt/tags/tag619.xml><?xml version="1.0" encoding="utf-8"?>
<p:tagLst xmlns:p="http://schemas.openxmlformats.org/presentationml/2006/main">
  <p:tag name="COPYRIGHT" val="【作者微信：wcas00】"/>
</p:tagLst>
</file>

<file path=ppt/tags/tag620.xml><?xml version="1.0" encoding="utf-8"?>
<p:tagLst xmlns:p="http://schemas.openxmlformats.org/presentationml/2006/main">
  <p:tag name="COPYRIGHT" val="【作者微信：wcas00】"/>
</p:tagLst>
</file>

<file path=ppt/tags/tag621.xml><?xml version="1.0" encoding="utf-8"?>
<p:tagLst xmlns:p="http://schemas.openxmlformats.org/presentationml/2006/main">
  <p:tag name="COPYRIGHT" val="【作者微信：wcas00】"/>
</p:tagLst>
</file>

<file path=ppt/tags/tag622.xml><?xml version="1.0" encoding="utf-8"?>
<p:tagLst xmlns:p="http://schemas.openxmlformats.org/presentationml/2006/main">
  <p:tag name="COPYRIGHT" val="【作者微信：wcas00】"/>
</p:tagLst>
</file>

<file path=ppt/tags/tag623.xml><?xml version="1.0" encoding="utf-8"?>
<p:tagLst xmlns:p="http://schemas.openxmlformats.org/presentationml/2006/main">
  <p:tag name="COPYRIGHT" val="【作者微信：wcas00】"/>
</p:tagLst>
</file>

<file path=ppt/tags/tag624.xml><?xml version="1.0" encoding="utf-8"?>
<p:tagLst xmlns:p="http://schemas.openxmlformats.org/presentationml/2006/main">
  <p:tag name="COPYRIGHT" val="【作者微信：wcas00】"/>
</p:tagLst>
</file>

<file path=ppt/tags/tag625.xml><?xml version="1.0" encoding="utf-8"?>
<p:tagLst xmlns:p="http://schemas.openxmlformats.org/presentationml/2006/main">
  <p:tag name="COPYRIGHT" val="【作者微信：wcas00】"/>
</p:tagLst>
</file>

<file path=ppt/tags/tag626.xml><?xml version="1.0" encoding="utf-8"?>
<p:tagLst xmlns:p="http://schemas.openxmlformats.org/presentationml/2006/main">
  <p:tag name="COPYRIGHT" val="【作者微信：wcas00】"/>
</p:tagLst>
</file>

<file path=ppt/tags/tag627.xml><?xml version="1.0" encoding="utf-8"?>
<p:tagLst xmlns:p="http://schemas.openxmlformats.org/presentationml/2006/main">
  <p:tag name="COPYRIGHT" val="【作者微信：wcas00】"/>
</p:tagLst>
</file>

<file path=ppt/tags/tag628.xml><?xml version="1.0" encoding="utf-8"?>
<p:tagLst xmlns:p="http://schemas.openxmlformats.org/presentationml/2006/main">
  <p:tag name="COPYRIGHT" val="【作者微信：wcas00】"/>
</p:tagLst>
</file>

<file path=ppt/tags/tag629.xml><?xml version="1.0" encoding="utf-8"?>
<p:tagLst xmlns:p="http://schemas.openxmlformats.org/presentationml/2006/main">
  <p:tag name="COPYRIGHT" val="【作者微信：wcas00】"/>
</p:tagLst>
</file>

<file path=ppt/tags/tag630.xml><?xml version="1.0" encoding="utf-8"?>
<p:tagLst xmlns:p="http://schemas.openxmlformats.org/presentationml/2006/main">
  <p:tag name="COPYRIGHT" val="【作者微信：wcas00】"/>
</p:tagLst>
</file>

<file path=ppt/tags/tag631.xml><?xml version="1.0" encoding="utf-8"?>
<p:tagLst xmlns:p="http://schemas.openxmlformats.org/presentationml/2006/main">
  <p:tag name="COPYRIGHT" val="【作者微信：wcas00】"/>
</p:tagLst>
</file>

<file path=ppt/tags/tag632.xml><?xml version="1.0" encoding="utf-8"?>
<p:tagLst xmlns:p="http://schemas.openxmlformats.org/presentationml/2006/main">
  <p:tag name="COPYRIGHT" val="【作者微信：wcas00】"/>
</p:tagLst>
</file>

<file path=ppt/tags/tag633.xml><?xml version="1.0" encoding="utf-8"?>
<p:tagLst xmlns:p="http://schemas.openxmlformats.org/presentationml/2006/main">
  <p:tag name="COPYRIGHT" val="【作者微信：wcas00】"/>
</p:tagLst>
</file>

<file path=ppt/tags/tag634.xml><?xml version="1.0" encoding="utf-8"?>
<p:tagLst xmlns:p="http://schemas.openxmlformats.org/presentationml/2006/main">
  <p:tag name="COPYRIGHT" val="【作者微信：wcas00】"/>
</p:tagLst>
</file>

<file path=ppt/tags/tag635.xml><?xml version="1.0" encoding="utf-8"?>
<p:tagLst xmlns:p="http://schemas.openxmlformats.org/presentationml/2006/main">
  <p:tag name="COPYRIGHT" val="【作者微信：wcas00】"/>
</p:tagLst>
</file>

<file path=ppt/tags/tag636.xml><?xml version="1.0" encoding="utf-8"?>
<p:tagLst xmlns:p="http://schemas.openxmlformats.org/presentationml/2006/main">
  <p:tag name="COPYRIGHT" val="【作者微信：wcas00】"/>
</p:tagLst>
</file>

<file path=ppt/tags/tag637.xml><?xml version="1.0" encoding="utf-8"?>
<p:tagLst xmlns:p="http://schemas.openxmlformats.org/presentationml/2006/main">
  <p:tag name="COPYRIGHT" val="【作者微信：wcas00】"/>
</p:tagLst>
</file>

<file path=ppt/tags/tag638.xml><?xml version="1.0" encoding="utf-8"?>
<p:tagLst xmlns:p="http://schemas.openxmlformats.org/presentationml/2006/main">
  <p:tag name="COPYRIGHT" val="【作者微信：wcas00】"/>
</p:tagLst>
</file>

<file path=ppt/tags/tag639.xml><?xml version="1.0" encoding="utf-8"?>
<p:tagLst xmlns:p="http://schemas.openxmlformats.org/presentationml/2006/main">
  <p:tag name="COPYRIGHT" val="【作者微信：wcas00】"/>
</p:tagLst>
</file>

<file path=ppt/tags/tag640.xml><?xml version="1.0" encoding="utf-8"?>
<p:tagLst xmlns:p="http://schemas.openxmlformats.org/presentationml/2006/main">
  <p:tag name="COPYRIGHT" val="【作者微信：wcas00】"/>
</p:tagLst>
</file>

<file path=ppt/tags/tag641.xml><?xml version="1.0" encoding="utf-8"?>
<p:tagLst xmlns:p="http://schemas.openxmlformats.org/presentationml/2006/main">
  <p:tag name="COPYRIGHT" val="【作者微信：wcas00】"/>
</p:tagLst>
</file>

<file path=ppt/tags/tag642.xml><?xml version="1.0" encoding="utf-8"?>
<p:tagLst xmlns:p="http://schemas.openxmlformats.org/presentationml/2006/main">
  <p:tag name="COPYRIGHT" val="【作者微信：wcas00】"/>
</p:tagLst>
</file>

<file path=ppt/tags/tag643.xml><?xml version="1.0" encoding="utf-8"?>
<p:tagLst xmlns:p="http://schemas.openxmlformats.org/presentationml/2006/main">
  <p:tag name="COPYRIGHT" val="【作者微信：wcas00】"/>
</p:tagLst>
</file>

<file path=ppt/tags/tag644.xml><?xml version="1.0" encoding="utf-8"?>
<p:tagLst xmlns:p="http://schemas.openxmlformats.org/presentationml/2006/main">
  <p:tag name="COPYRIGHT" val="【作者微信：wcas00】"/>
</p:tagLst>
</file>

<file path=ppt/tags/tag645.xml><?xml version="1.0" encoding="utf-8"?>
<p:tagLst xmlns:p="http://schemas.openxmlformats.org/presentationml/2006/main">
  <p:tag name="COPYRIGHT" val="【作者微信：wcas00】"/>
</p:tagLst>
</file>

<file path=ppt/tags/tag646.xml><?xml version="1.0" encoding="utf-8"?>
<p:tagLst xmlns:p="http://schemas.openxmlformats.org/presentationml/2006/main">
  <p:tag name="COPYRIGHT" val="【作者微信：wcas00】"/>
</p:tagLst>
</file>

<file path=ppt/tags/tag647.xml><?xml version="1.0" encoding="utf-8"?>
<p:tagLst xmlns:p="http://schemas.openxmlformats.org/presentationml/2006/main">
  <p:tag name="COPYRIGHT" val="【作者微信：wcas00】"/>
</p:tagLst>
</file>

<file path=ppt/tags/tag648.xml><?xml version="1.0" encoding="utf-8"?>
<p:tagLst xmlns:p="http://schemas.openxmlformats.org/presentationml/2006/main">
  <p:tag name="COPYRIGHT" val="【作者微信：wcas00】"/>
</p:tagLst>
</file>

<file path=ppt/tags/tag649.xml><?xml version="1.0" encoding="utf-8"?>
<p:tagLst xmlns:p="http://schemas.openxmlformats.org/presentationml/2006/main">
  <p:tag name="COPYRIGHT" val="【作者微信：wcas00】"/>
</p:tagLst>
</file>

<file path=ppt/tags/tag650.xml><?xml version="1.0" encoding="utf-8"?>
<p:tagLst xmlns:p="http://schemas.openxmlformats.org/presentationml/2006/main">
  <p:tag name="COPYRIGHT" val="【作者微信：wcas00】"/>
</p:tagLst>
</file>

<file path=ppt/tags/tag651.xml><?xml version="1.0" encoding="utf-8"?>
<p:tagLst xmlns:p="http://schemas.openxmlformats.org/presentationml/2006/main">
  <p:tag name="COPYRIGHT" val="【作者微信：wcas00】"/>
</p:tagLst>
</file>

<file path=ppt/tags/tag652.xml><?xml version="1.0" encoding="utf-8"?>
<p:tagLst xmlns:p="http://schemas.openxmlformats.org/presentationml/2006/main">
  <p:tag name="COPYRIGHT" val="【作者微信：wcas00】"/>
</p:tagLst>
</file>

<file path=ppt/tags/tag653.xml><?xml version="1.0" encoding="utf-8"?>
<p:tagLst xmlns:p="http://schemas.openxmlformats.org/presentationml/2006/main">
  <p:tag name="COPYRIGHT" val="【作者微信：wcas00】"/>
</p:tagLst>
</file>

<file path=ppt/tags/tag654.xml><?xml version="1.0" encoding="utf-8"?>
<p:tagLst xmlns:p="http://schemas.openxmlformats.org/presentationml/2006/main">
  <p:tag name="COPYRIGHT" val="【作者微信：wcas00】"/>
</p:tagLst>
</file>

<file path=ppt/tags/tag655.xml><?xml version="1.0" encoding="utf-8"?>
<p:tagLst xmlns:p="http://schemas.openxmlformats.org/presentationml/2006/main">
  <p:tag name="COPYRIGHT" val="【作者微信：wcas00】"/>
</p:tagLst>
</file>

<file path=ppt/tags/tag656.xml><?xml version="1.0" encoding="utf-8"?>
<p:tagLst xmlns:p="http://schemas.openxmlformats.org/presentationml/2006/main">
  <p:tag name="COPYRIGHT" val="【作者微信：wcas00】"/>
</p:tagLst>
</file>

<file path=ppt/tags/tag657.xml><?xml version="1.0" encoding="utf-8"?>
<p:tagLst xmlns:p="http://schemas.openxmlformats.org/presentationml/2006/main">
  <p:tag name="COPYRIGHT" val="【作者微信：wcas00】"/>
</p:tagLst>
</file>

<file path=ppt/tags/tag658.xml><?xml version="1.0" encoding="utf-8"?>
<p:tagLst xmlns:p="http://schemas.openxmlformats.org/presentationml/2006/main">
  <p:tag name="COPYRIGHT" val="【作者微信：wcas00】"/>
</p:tagLst>
</file>

<file path=ppt/tags/tag659.xml><?xml version="1.0" encoding="utf-8"?>
<p:tagLst xmlns:p="http://schemas.openxmlformats.org/presentationml/2006/main">
  <p:tag name="COPYRIGHT" val="【作者微信：wcas00】"/>
</p:tagLst>
</file>

<file path=ppt/tags/tag660.xml><?xml version="1.0" encoding="utf-8"?>
<p:tagLst xmlns:p="http://schemas.openxmlformats.org/presentationml/2006/main">
  <p:tag name="COPYRIGHT" val="【作者微信：wcas00】"/>
</p:tagLst>
</file>

<file path=ppt/tags/tag661.xml><?xml version="1.0" encoding="utf-8"?>
<p:tagLst xmlns:p="http://schemas.openxmlformats.org/presentationml/2006/main">
  <p:tag name="COPYRIGHT" val="【作者微信：wcas00】"/>
</p:tagLst>
</file>

<file path=ppt/tags/tag662.xml><?xml version="1.0" encoding="utf-8"?>
<p:tagLst xmlns:p="http://schemas.openxmlformats.org/presentationml/2006/main">
  <p:tag name="COPYRIGHT" val="【作者微信：wcas00】"/>
</p:tagLst>
</file>

<file path=ppt/tags/tag663.xml><?xml version="1.0" encoding="utf-8"?>
<p:tagLst xmlns:p="http://schemas.openxmlformats.org/presentationml/2006/main">
  <p:tag name="COPYRIGHT" val="【作者微信：wcas00】"/>
</p:tagLst>
</file>

<file path=ppt/tags/tag664.xml><?xml version="1.0" encoding="utf-8"?>
<p:tagLst xmlns:p="http://schemas.openxmlformats.org/presentationml/2006/main">
  <p:tag name="COPYRIGHT" val="【作者微信：wcas00】"/>
</p:tagLst>
</file>

<file path=ppt/tags/tag665.xml><?xml version="1.0" encoding="utf-8"?>
<p:tagLst xmlns:p="http://schemas.openxmlformats.org/presentationml/2006/main">
  <p:tag name="COPYRIGHT" val="【作者微信：wcas00】"/>
</p:tagLst>
</file>

<file path=ppt/tags/tag666.xml><?xml version="1.0" encoding="utf-8"?>
<p:tagLst xmlns:p="http://schemas.openxmlformats.org/presentationml/2006/main">
  <p:tag name="COPYRIGHT" val="【作者微信：wcas00】"/>
</p:tagLst>
</file>

<file path=ppt/tags/tag667.xml><?xml version="1.0" encoding="utf-8"?>
<p:tagLst xmlns:p="http://schemas.openxmlformats.org/presentationml/2006/main">
  <p:tag name="COPYRIGHT" val="【作者微信：wcas00】"/>
</p:tagLst>
</file>

<file path=ppt/tags/tag668.xml><?xml version="1.0" encoding="utf-8"?>
<p:tagLst xmlns:p="http://schemas.openxmlformats.org/presentationml/2006/main">
  <p:tag name="COPYRIGHT" val="【作者微信：wcas00】"/>
</p:tagLst>
</file>

<file path=ppt/tags/tag669.xml><?xml version="1.0" encoding="utf-8"?>
<p:tagLst xmlns:p="http://schemas.openxmlformats.org/presentationml/2006/main">
  <p:tag name="COPYRIGHT" val="【作者微信：wcas00】"/>
</p:tagLst>
</file>

<file path=ppt/tags/tag670.xml><?xml version="1.0" encoding="utf-8"?>
<p:tagLst xmlns:p="http://schemas.openxmlformats.org/presentationml/2006/main">
  <p:tag name="COPYRIGHT" val="【作者微信：wcas00】"/>
</p:tagLst>
</file>

<file path=ppt/tags/tag671.xml><?xml version="1.0" encoding="utf-8"?>
<p:tagLst xmlns:p="http://schemas.openxmlformats.org/presentationml/2006/main">
  <p:tag name="COPYRIGHT" val="【作者微信：wcas00】"/>
</p:tagLst>
</file>

<file path=ppt/tags/tag672.xml><?xml version="1.0" encoding="utf-8"?>
<p:tagLst xmlns:p="http://schemas.openxmlformats.org/presentationml/2006/main">
  <p:tag name="COPYRIGHT" val="【作者微信：wcas00】"/>
</p:tagLst>
</file>

<file path=ppt/tags/tag673.xml><?xml version="1.0" encoding="utf-8"?>
<p:tagLst xmlns:p="http://schemas.openxmlformats.org/presentationml/2006/main">
  <p:tag name="COPYRIGHT" val="【作者微信：wcas00】"/>
</p:tagLst>
</file>

<file path=ppt/tags/tag674.xml><?xml version="1.0" encoding="utf-8"?>
<p:tagLst xmlns:p="http://schemas.openxmlformats.org/presentationml/2006/main">
  <p:tag name="COPYRIGHT" val="【作者微信：wcas00】"/>
</p:tagLst>
</file>

<file path=ppt/tags/tag675.xml><?xml version="1.0" encoding="utf-8"?>
<p:tagLst xmlns:p="http://schemas.openxmlformats.org/presentationml/2006/main">
  <p:tag name="COPYRIGHT" val="【作者微信：wcas00】"/>
</p:tagLst>
</file>

<file path=ppt/tags/tag676.xml><?xml version="1.0" encoding="utf-8"?>
<p:tagLst xmlns:p="http://schemas.openxmlformats.org/presentationml/2006/main">
  <p:tag name="COPYRIGHT" val="【作者微信：wcas00】"/>
</p:tagLst>
</file>

<file path=ppt/tags/tag677.xml><?xml version="1.0" encoding="utf-8"?>
<p:tagLst xmlns:p="http://schemas.openxmlformats.org/presentationml/2006/main">
  <p:tag name="COPYRIGHT" val="【作者微信：wcas00】"/>
</p:tagLst>
</file>

<file path=ppt/tags/tag678.xml><?xml version="1.0" encoding="utf-8"?>
<p:tagLst xmlns:p="http://schemas.openxmlformats.org/presentationml/2006/main">
  <p:tag name="COPYRIGHT" val="【作者微信：wcas00】"/>
</p:tagLst>
</file>

<file path=ppt/tags/tag679.xml><?xml version="1.0" encoding="utf-8"?>
<p:tagLst xmlns:p="http://schemas.openxmlformats.org/presentationml/2006/main">
  <p:tag name="COPYRIGHT" val="【作者微信：wcas00】"/>
</p:tagLst>
</file>

<file path=ppt/tags/tag680.xml><?xml version="1.0" encoding="utf-8"?>
<p:tagLst xmlns:p="http://schemas.openxmlformats.org/presentationml/2006/main">
  <p:tag name="COPYRIGHT" val="【作者微信：wcas00】"/>
</p:tagLst>
</file>

<file path=ppt/tags/tag681.xml><?xml version="1.0" encoding="utf-8"?>
<p:tagLst xmlns:p="http://schemas.openxmlformats.org/presentationml/2006/main">
  <p:tag name="COPYRIGHT" val="【作者微信：wcas00】"/>
</p:tagLst>
</file>

<file path=ppt/tags/tag682.xml><?xml version="1.0" encoding="utf-8"?>
<p:tagLst xmlns:p="http://schemas.openxmlformats.org/presentationml/2006/main">
  <p:tag name="COPYRIGHT" val="【作者微信：wcas00】"/>
</p:tagLst>
</file>

<file path=ppt/tags/tag683.xml><?xml version="1.0" encoding="utf-8"?>
<p:tagLst xmlns:p="http://schemas.openxmlformats.org/presentationml/2006/main">
  <p:tag name="COPYRIGHT" val="【作者微信：wcas00】"/>
</p:tagLst>
</file>

<file path=ppt/tags/tag684.xml><?xml version="1.0" encoding="utf-8"?>
<p:tagLst xmlns:p="http://schemas.openxmlformats.org/presentationml/2006/main">
  <p:tag name="COPYRIGHT" val="【作者微信：wcas00】"/>
</p:tagLst>
</file>

<file path=ppt/tags/tag685.xml><?xml version="1.0" encoding="utf-8"?>
<p:tagLst xmlns:p="http://schemas.openxmlformats.org/presentationml/2006/main">
  <p:tag name="COPYRIGHT" val="【作者微信：wcas00】"/>
</p:tagLst>
</file>

<file path=ppt/tags/tag686.xml><?xml version="1.0" encoding="utf-8"?>
<p:tagLst xmlns:p="http://schemas.openxmlformats.org/presentationml/2006/main">
  <p:tag name="COPYRIGHT" val="【作者微信：wcas00】"/>
</p:tagLst>
</file>

<file path=ppt/tags/tag687.xml><?xml version="1.0" encoding="utf-8"?>
<p:tagLst xmlns:p="http://schemas.openxmlformats.org/presentationml/2006/main">
  <p:tag name="COPYRIGHT" val="【作者微信：wcas00】"/>
</p:tagLst>
</file>

<file path=ppt/tags/tag688.xml><?xml version="1.0" encoding="utf-8"?>
<p:tagLst xmlns:p="http://schemas.openxmlformats.org/presentationml/2006/main">
  <p:tag name="COPYRIGHT" val="【作者微信：wcas00】"/>
</p:tagLst>
</file>

<file path=ppt/tags/tag689.xml><?xml version="1.0" encoding="utf-8"?>
<p:tagLst xmlns:p="http://schemas.openxmlformats.org/presentationml/2006/main">
  <p:tag name="COPYRIGHT" val="【作者微信：wcas00】"/>
</p:tagLst>
</file>

<file path=ppt/tags/tag690.xml><?xml version="1.0" encoding="utf-8"?>
<p:tagLst xmlns:p="http://schemas.openxmlformats.org/presentationml/2006/main">
  <p:tag name="COPYRIGHT" val="【作者微信：wcas00】"/>
</p:tagLst>
</file>

<file path=ppt/tags/tag691.xml><?xml version="1.0" encoding="utf-8"?>
<p:tagLst xmlns:p="http://schemas.openxmlformats.org/presentationml/2006/main">
  <p:tag name="COPYRIGHT" val="【作者微信：wcas00】"/>
</p:tagLst>
</file>

<file path=ppt/tags/tag692.xml><?xml version="1.0" encoding="utf-8"?>
<p:tagLst xmlns:p="http://schemas.openxmlformats.org/presentationml/2006/main">
  <p:tag name="COPYRIGHT" val="【作者微信：wcas00】"/>
</p:tagLst>
</file>

<file path=ppt/tags/tag693.xml><?xml version="1.0" encoding="utf-8"?>
<p:tagLst xmlns:p="http://schemas.openxmlformats.org/presentationml/2006/main">
  <p:tag name="COPYRIGHT" val="【作者微信：wcas00】"/>
</p:tagLst>
</file>

<file path=ppt/tags/tag694.xml><?xml version="1.0" encoding="utf-8"?>
<p:tagLst xmlns:p="http://schemas.openxmlformats.org/presentationml/2006/main">
  <p:tag name="COPYRIGHT" val="【作者微信：wcas00】"/>
</p:tagLst>
</file>

<file path=ppt/tags/tag695.xml><?xml version="1.0" encoding="utf-8"?>
<p:tagLst xmlns:p="http://schemas.openxmlformats.org/presentationml/2006/main">
  <p:tag name="COPYRIGHT" val="【作者微信：wcas00】"/>
</p:tagLst>
</file>

<file path=ppt/tags/tag696.xml><?xml version="1.0" encoding="utf-8"?>
<p:tagLst xmlns:p="http://schemas.openxmlformats.org/presentationml/2006/main">
  <p:tag name="COPYRIGHT" val="【作者微信：wcas00】"/>
</p:tagLst>
</file>

<file path=ppt/tags/tag697.xml><?xml version="1.0" encoding="utf-8"?>
<p:tagLst xmlns:p="http://schemas.openxmlformats.org/presentationml/2006/main">
  <p:tag name="COPYRIGHT" val="【作者微信：wcas00】"/>
</p:tagLst>
</file>

<file path=ppt/tags/tag698.xml><?xml version="1.0" encoding="utf-8"?>
<p:tagLst xmlns:p="http://schemas.openxmlformats.org/presentationml/2006/main">
  <p:tag name="COPYRIGHT" val="【作者微信：wcas00】"/>
</p:tagLst>
</file>

<file path=ppt/tags/tag699.xml><?xml version="1.0" encoding="utf-8"?>
<p:tagLst xmlns:p="http://schemas.openxmlformats.org/presentationml/2006/main">
  <p:tag name="COPYRIGHT" val="【作者微信：wcas00】"/>
</p:tagLst>
</file>

<file path=ppt/tags/tag700.xml><?xml version="1.0" encoding="utf-8"?>
<p:tagLst xmlns:p="http://schemas.openxmlformats.org/presentationml/2006/main">
  <p:tag name="COPYRIGHT" val="【作者微信：wcas00】"/>
</p:tagLst>
</file>

<file path=ppt/tags/tag701.xml><?xml version="1.0" encoding="utf-8"?>
<p:tagLst xmlns:p="http://schemas.openxmlformats.org/presentationml/2006/main">
  <p:tag name="COPYRIGHT" val="【作者微信：wcas00】"/>
</p:tagLst>
</file>

<file path=ppt/tags/tag702.xml><?xml version="1.0" encoding="utf-8"?>
<p:tagLst xmlns:p="http://schemas.openxmlformats.org/presentationml/2006/main">
  <p:tag name="COPYRIGHT" val="【作者微信：wcas00】"/>
</p:tagLst>
</file>

<file path=ppt/tags/tag703.xml><?xml version="1.0" encoding="utf-8"?>
<p:tagLst xmlns:p="http://schemas.openxmlformats.org/presentationml/2006/main">
  <p:tag name="COPYRIGHT" val="【作者微信：wcas00】"/>
</p:tagLst>
</file>

<file path=ppt/tags/tag704.xml><?xml version="1.0" encoding="utf-8"?>
<p:tagLst xmlns:p="http://schemas.openxmlformats.org/presentationml/2006/main">
  <p:tag name="COPYRIGHT" val="【作者微信：wcas00】"/>
</p:tagLst>
</file>

<file path=ppt/theme/theme1.xml><?xml version="1.0" encoding="utf-8"?>
<a:theme xmlns:a="http://schemas.openxmlformats.org/drawingml/2006/main" name="小凤课件（微信：wcas00）">
  <a:themeElements>
    <a:clrScheme name="小凤课件（微信：wcas00）">
      <a:dk1>
        <a:srgbClr val="000000"/>
      </a:dk1>
      <a:lt1>
        <a:srgbClr val="FFFFFF"/>
      </a:lt1>
      <a:dk2>
        <a:srgbClr val="462C32"/>
      </a:dk2>
      <a:lt2>
        <a:srgbClr val="F8FAF4"/>
      </a:lt2>
      <a:accent1>
        <a:srgbClr val="90BB5D"/>
      </a:accent1>
      <a:accent2>
        <a:srgbClr val="CDDE6D"/>
      </a:accent2>
      <a:accent3>
        <a:srgbClr val="FFC707"/>
      </a:accent3>
      <a:accent4>
        <a:srgbClr val="F29A54"/>
      </a:accent4>
      <a:accent5>
        <a:srgbClr val="FF9647"/>
      </a:accent5>
      <a:accent6>
        <a:srgbClr val="FF7D90"/>
      </a:accent6>
      <a:hlink>
        <a:srgbClr val="0026E5"/>
      </a:hlink>
      <a:folHlink>
        <a:srgbClr val="7E1FAD"/>
      </a:folHlink>
    </a:clrScheme>
    <a:fontScheme name="自定义 28">
      <a:majorFont>
        <a:latin typeface="Calibri"/>
        <a:ea typeface="汉仪粗圆简"/>
        <a:cs typeface=""/>
      </a:majorFont>
      <a:minorFont>
        <a:latin typeface="Calibri"/>
        <a:ea typeface="汉仪正圆 55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5254</Words>
  <Application>WPS 演示</Application>
  <PresentationFormat>宽屏</PresentationFormat>
  <Paragraphs>632</Paragraphs>
  <Slides>56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3" baseType="lpstr">
      <vt:lpstr>Arial</vt:lpstr>
      <vt:lpstr>宋体</vt:lpstr>
      <vt:lpstr>Wingdings</vt:lpstr>
      <vt:lpstr>江城圆体 400W</vt:lpstr>
      <vt:lpstr>汉仪正圆 55简</vt:lpstr>
      <vt:lpstr>汉仪粗圆简</vt:lpstr>
      <vt:lpstr>楷体</vt:lpstr>
      <vt:lpstr>仿宋</vt:lpstr>
      <vt:lpstr>汉语拼音</vt:lpstr>
      <vt:lpstr>黑体</vt:lpstr>
      <vt:lpstr>等线</vt:lpstr>
      <vt:lpstr>Calibri</vt:lpstr>
      <vt:lpstr>微软雅黑</vt:lpstr>
      <vt:lpstr>Arial Unicode MS</vt:lpstr>
      <vt:lpstr>Wingdings</vt:lpstr>
      <vt:lpstr>Wingdings</vt:lpstr>
      <vt:lpstr>小凤课件（微信：wcas00）</vt:lpstr>
      <vt:lpstr>第五单元综合复习</vt:lpstr>
      <vt:lpstr>PowerPoint 演示文稿</vt:lpstr>
      <vt:lpstr>课文内容</vt:lpstr>
      <vt:lpstr>胡萝卜先生的长胡子</vt:lpstr>
      <vt:lpstr>我变成了一棵树</vt:lpstr>
      <vt:lpstr>我会认</vt:lpstr>
      <vt:lpstr>胡萝卜先生的长胡子</vt:lpstr>
      <vt:lpstr>我变成了一棵树</vt:lpstr>
      <vt:lpstr>练一练</vt:lpstr>
      <vt:lpstr>练一练</vt:lpstr>
      <vt:lpstr>我会写</vt:lpstr>
      <vt:lpstr>胡萝卜先生的长胡子</vt:lpstr>
      <vt:lpstr>我变成了一棵树</vt:lpstr>
      <vt:lpstr>词语表</vt:lpstr>
      <vt:lpstr>词语表</vt:lpstr>
      <vt:lpstr>练一练</vt:lpstr>
      <vt:lpstr>练一练</vt:lpstr>
      <vt:lpstr>词 语</vt:lpstr>
      <vt:lpstr>好词积累</vt:lpstr>
      <vt:lpstr>好词积累</vt:lpstr>
      <vt:lpstr>好词积累</vt:lpstr>
      <vt:lpstr>词语解释</vt:lpstr>
      <vt:lpstr>词语辨析</vt:lpstr>
      <vt:lpstr>词语辨析</vt:lpstr>
      <vt:lpstr>近义词</vt:lpstr>
      <vt:lpstr>反义词</vt:lpstr>
      <vt:lpstr>练一练</vt:lpstr>
      <vt:lpstr>练一练</vt:lpstr>
      <vt:lpstr>练一练</vt:lpstr>
      <vt:lpstr>句 子</vt:lpstr>
      <vt:lpstr>句子赏析</vt:lpstr>
      <vt:lpstr>句子赏析</vt:lpstr>
      <vt:lpstr>句子赏析</vt:lpstr>
      <vt:lpstr>句子赏析</vt:lpstr>
      <vt:lpstr>拓展练习</vt:lpstr>
      <vt:lpstr>拓展练习</vt:lpstr>
      <vt:lpstr>拓展练习</vt:lpstr>
      <vt:lpstr>梳理与交流、初试身手</vt:lpstr>
      <vt:lpstr>梳理与交流</vt:lpstr>
      <vt:lpstr>梳理与交流</vt:lpstr>
      <vt:lpstr>梳理与交流</vt:lpstr>
      <vt:lpstr>初试身手·发挥想象思维</vt:lpstr>
      <vt:lpstr>初试身手·发挥想象思维</vt:lpstr>
      <vt:lpstr>练一练</vt:lpstr>
      <vt:lpstr>初试身手·接龙编故事</vt:lpstr>
      <vt:lpstr>初试身手·故事范例</vt:lpstr>
      <vt:lpstr>初试身手·接龙编故事</vt:lpstr>
      <vt:lpstr>初试身手·故事范例</vt:lpstr>
      <vt:lpstr>初试身手·故事范例</vt:lpstr>
      <vt:lpstr>习作</vt:lpstr>
      <vt:lpstr>习作：围绕题目展开想象</vt:lpstr>
      <vt:lpstr>习作：围绕题目展开想象</vt:lpstr>
      <vt:lpstr>技巧点拨</vt:lpstr>
      <vt:lpstr>练一练</vt:lpstr>
      <vt:lpstr>练一练</vt:lpstr>
      <vt:lpstr>练一练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第五单元综合复习</dc:title>
  <dc:creator>小凤课件（微信：wcas00）</dc:creator>
  <cp:lastModifiedBy>SHMILY</cp:lastModifiedBy>
  <cp:revision>1</cp:revision>
  <dcterms:created xsi:type="dcterms:W3CDTF">2026-06-03T03:17:43Z</dcterms:created>
  <dcterms:modified xsi:type="dcterms:W3CDTF">2026-06-03T03:17:46Z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82A5F60F5E5644F4ACC453CA812F0B6A_12</vt:lpwstr>
  </property>
  <property fmtid="{D5CDD505-2E9C-101B-9397-08002B2CF9AE}" pid="3" name="KSOProductBuildVer">
    <vt:lpwstr>2052-12.1.0.26375</vt:lpwstr>
  </property>
</Properties>
</file>